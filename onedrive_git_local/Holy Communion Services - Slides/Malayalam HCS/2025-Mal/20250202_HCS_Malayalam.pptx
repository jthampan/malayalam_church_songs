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10" r:id="rId2"/>
    <p:sldMasterId id="2147483823" r:id="rId3"/>
  </p:sldMasterIdLst>
  <p:notesMasterIdLst>
    <p:notesMasterId r:id="rId70"/>
  </p:notesMasterIdLst>
  <p:sldIdLst>
    <p:sldId id="511" r:id="rId4"/>
    <p:sldId id="1980" r:id="rId5"/>
    <p:sldId id="2127" r:id="rId6"/>
    <p:sldId id="2128" r:id="rId7"/>
    <p:sldId id="2129" r:id="rId8"/>
    <p:sldId id="2130" r:id="rId9"/>
    <p:sldId id="2131" r:id="rId10"/>
    <p:sldId id="2132" r:id="rId11"/>
    <p:sldId id="952" r:id="rId12"/>
    <p:sldId id="1543" r:id="rId13"/>
    <p:sldId id="439" r:id="rId14"/>
    <p:sldId id="1545" r:id="rId15"/>
    <p:sldId id="2133" r:id="rId16"/>
    <p:sldId id="2134" r:id="rId17"/>
    <p:sldId id="1175" r:id="rId18"/>
    <p:sldId id="633" r:id="rId19"/>
    <p:sldId id="1888" r:id="rId20"/>
    <p:sldId id="1539" r:id="rId21"/>
    <p:sldId id="1564" r:id="rId22"/>
    <p:sldId id="2086" r:id="rId23"/>
    <p:sldId id="2136" r:id="rId24"/>
    <p:sldId id="2135" r:id="rId25"/>
    <p:sldId id="2137" r:id="rId26"/>
    <p:sldId id="2138" r:id="rId27"/>
    <p:sldId id="1918" r:id="rId28"/>
    <p:sldId id="1992" r:id="rId29"/>
    <p:sldId id="2139" r:id="rId30"/>
    <p:sldId id="2140" r:id="rId31"/>
    <p:sldId id="2141" r:id="rId32"/>
    <p:sldId id="2118" r:id="rId33"/>
    <p:sldId id="2119" r:id="rId34"/>
    <p:sldId id="2142" r:id="rId35"/>
    <p:sldId id="2143" r:id="rId36"/>
    <p:sldId id="2144" r:id="rId37"/>
    <p:sldId id="2145" r:id="rId38"/>
    <p:sldId id="2146" r:id="rId39"/>
    <p:sldId id="2147" r:id="rId40"/>
    <p:sldId id="2148" r:id="rId41"/>
    <p:sldId id="2149" r:id="rId42"/>
    <p:sldId id="1959" r:id="rId43"/>
    <p:sldId id="1997" r:id="rId44"/>
    <p:sldId id="2150" r:id="rId45"/>
    <p:sldId id="2151" r:id="rId46"/>
    <p:sldId id="2152" r:id="rId47"/>
    <p:sldId id="2153" r:id="rId48"/>
    <p:sldId id="2154" r:id="rId49"/>
    <p:sldId id="2155" r:id="rId50"/>
    <p:sldId id="1968" r:id="rId51"/>
    <p:sldId id="1870" r:id="rId52"/>
    <p:sldId id="2156" r:id="rId53"/>
    <p:sldId id="2157" r:id="rId54"/>
    <p:sldId id="2158" r:id="rId55"/>
    <p:sldId id="2159" r:id="rId56"/>
    <p:sldId id="1969" r:id="rId57"/>
    <p:sldId id="1838" r:id="rId58"/>
    <p:sldId id="2160" r:id="rId59"/>
    <p:sldId id="2161" r:id="rId60"/>
    <p:sldId id="2162" r:id="rId61"/>
    <p:sldId id="2163" r:id="rId62"/>
    <p:sldId id="2164" r:id="rId63"/>
    <p:sldId id="2165" r:id="rId64"/>
    <p:sldId id="2166" r:id="rId65"/>
    <p:sldId id="1972" r:id="rId66"/>
    <p:sldId id="1444" r:id="rId67"/>
    <p:sldId id="1877" r:id="rId68"/>
    <p:sldId id="2167" r:id="rId69"/>
  </p:sldIdLst>
  <p:sldSz cx="9144000" cy="5143500" type="screen16x9"/>
  <p:notesSz cx="6858000" cy="9144000"/>
  <p:custDataLst>
    <p:tags r:id="rId7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3D3"/>
    <a:srgbClr val="FAF5F0"/>
    <a:srgbClr val="D1CDC4"/>
    <a:srgbClr val="A78B86"/>
    <a:srgbClr val="FFD9C8"/>
    <a:srgbClr val="C09C6F"/>
    <a:srgbClr val="AACDE2"/>
    <a:srgbClr val="7E5F73"/>
    <a:srgbClr val="800000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AC09D-9AF9-5E5D-EE73-95E7569C9ED7}" v="5" dt="2026-01-25T09:53:30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20" y="3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viewProps" Target="viewProps.xml"/><Relationship Id="rId79" Type="http://schemas.microsoft.com/office/2018/10/relationships/authors" Target="author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microsoft.com/office/2016/11/relationships/changesInfo" Target="changesInfos/changesInfo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tags" Target="tags/tag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Anjith" userId="5585c8a44a0edd06" providerId="Windows Live" clId="Web-{969AC09D-9AF9-5E5D-EE73-95E7569C9ED7}"/>
    <pc:docChg chg="modSld">
      <pc:chgData name="Divya Anjith" userId="5585c8a44a0edd06" providerId="Windows Live" clId="Web-{969AC09D-9AF9-5E5D-EE73-95E7569C9ED7}" dt="2026-01-25T09:53:29.515" v="1" actId="20577"/>
      <pc:docMkLst>
        <pc:docMk/>
      </pc:docMkLst>
      <pc:sldChg chg="modSp">
        <pc:chgData name="Divya Anjith" userId="5585c8a44a0edd06" providerId="Windows Live" clId="Web-{969AC09D-9AF9-5E5D-EE73-95E7569C9ED7}" dt="2026-01-25T09:53:29.515" v="1" actId="20577"/>
        <pc:sldMkLst>
          <pc:docMk/>
          <pc:sldMk cId="88404620" sldId="1980"/>
        </pc:sldMkLst>
        <pc:spChg chg="mod">
          <ac:chgData name="Divya Anjith" userId="5585c8a44a0edd06" providerId="Windows Live" clId="Web-{969AC09D-9AF9-5E5D-EE73-95E7569C9ED7}" dt="2026-01-25T09:53:29.515" v="1" actId="20577"/>
          <ac:spMkLst>
            <pc:docMk/>
            <pc:sldMk cId="88404620" sldId="1980"/>
            <ac:spMk id="12" creationId="{7905A2DF-1131-91B8-F9F4-29C2BA98F4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11F5-A38D-3C99-E2F1-9856C99F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D0C6-6ED3-E1CB-CB72-0BABD058F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FB9F4-92BE-79CA-C2B1-2078FD5CA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DFF68-F3FC-04FF-F7CF-F1C9ED636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793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34DE-E92C-8E7B-5561-D10E5305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8949C-FE5B-795A-7C2C-1C003C124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9FDAD-2FA4-4F2F-191C-8A7CCCE53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E044C-AC93-EFC1-DC2A-2D6405108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361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22B0-2DA8-2AE6-BC5F-E3A387C6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83EB1-54AA-6568-E35E-9568C06F4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F8C77-36A6-3771-408C-2383954FB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AAFA-44AC-AD3C-B4A9-784909235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86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F214-CD10-C852-15BF-1211AB50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63422-1CCE-8F66-7260-2231BC501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83EDE-187C-1FBD-9B3F-92CD26C2A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85B4-4C99-6701-BF8A-CAC82AEDE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349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BFCF-7C34-7001-280D-8F352E97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2B100-6C18-8168-1027-550BCA1B5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EF1B5-49CE-211E-F037-A7259DDA3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65E27-43C7-35E7-B0FE-02B57E570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9706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E9D79-F4AB-27E2-8645-6575B7AF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50186-18FA-926F-C662-9ACD29FD7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0F738-5845-187E-F597-E9697C32D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A7CFB-5E2E-BFFA-3982-0FC365AE4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81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dirty="0">
                <a:latin typeface="Algerian" panose="04020705040A02060702" pitchFamily="82" charset="0"/>
              </a:rPr>
              <a:t>Senior Citizens Day</a:t>
            </a:r>
            <a:endParaRPr lang="en-US" sz="3200" dirty="0">
              <a:latin typeface="Algerian" panose="04020705040A02060702" pitchFamily="82" charset="0"/>
            </a:endParaRP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72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25/1/2026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No. 40 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1648838" y="2715262"/>
            <a:ext cx="58463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lm! IqSn \msaÃmcpw tNÀ¶p 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]pIÄ sIm¬SmSWw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kzÀ¤ hmXnemIpw tbip\mYs\ 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hmgv¯n¸mSWw.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1323882" y="827042"/>
            <a:ext cx="6496237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 rtl="0" fontAlgn="base"/>
            <a: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  <a:t>Ha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!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koodi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naamellaarum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chernnu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pukalh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konhdaadanham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swargga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vaathilaakum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yeshu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naathhane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vaazhththippaadanham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D761E48-FBBF-E87B-39BE-203A778C1D12}"/>
              </a:ext>
            </a:extLst>
          </p:cNvPr>
          <p:cNvSpPr/>
          <p:nvPr/>
        </p:nvSpPr>
        <p:spPr>
          <a:xfrm>
            <a:off x="7820118" y="1839040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E172B-3707-79DF-9D9C-C3DDA0B6E507}"/>
              </a:ext>
            </a:extLst>
          </p:cNvPr>
          <p:cNvSpPr txBox="1"/>
          <p:nvPr/>
        </p:nvSpPr>
        <p:spPr>
          <a:xfrm>
            <a:off x="7936996" y="1974577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4128A4C-BAEA-E882-5683-99A8C4D40AE1}"/>
              </a:ext>
            </a:extLst>
          </p:cNvPr>
          <p:cNvSpPr/>
          <p:nvPr/>
        </p:nvSpPr>
        <p:spPr>
          <a:xfrm>
            <a:off x="7820118" y="3867761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240E4-D617-E6B9-D5F3-1266297E6737}"/>
              </a:ext>
            </a:extLst>
          </p:cNvPr>
          <p:cNvSpPr txBox="1"/>
          <p:nvPr/>
        </p:nvSpPr>
        <p:spPr>
          <a:xfrm>
            <a:off x="7936996" y="4003298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40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6A4A-C228-FF69-CC41-762C9BB8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40D6-A24B-09A1-4FED-9139A446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Hymn 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D043F89-EF71-FC6A-184E-A7C5C7399A4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7C43C-13BC-E44C-668E-3E33C87FC7C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B0097-91C4-5FB0-4E23-F379E290453E}"/>
              </a:ext>
            </a:extLst>
          </p:cNvPr>
          <p:cNvSpPr txBox="1"/>
          <p:nvPr/>
        </p:nvSpPr>
        <p:spPr>
          <a:xfrm>
            <a:off x="1760707" y="2715262"/>
            <a:ext cx="56225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thZ\s¸Spw GgIÄ¡gep Xocphm³þ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h¶p taZn\nbXnÂ am\pjymhþ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XmcamÀ¶nXm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1D7EB-0773-4AEA-08EA-3371F7148245}"/>
              </a:ext>
            </a:extLst>
          </p:cNvPr>
          <p:cNvSpPr txBox="1"/>
          <p:nvPr/>
        </p:nvSpPr>
        <p:spPr>
          <a:xfrm>
            <a:off x="1707228" y="827042"/>
            <a:ext cx="57295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vedanappedum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ezhakalhkk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</a:t>
            </a:r>
          </a:p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azhalu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theeruvaan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vannu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ediniyathil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maanushyaa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-</a:t>
            </a: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thaaramaarnnitha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685C7FB-D20D-8A7C-2EA8-E2D154D7703D}"/>
              </a:ext>
            </a:extLst>
          </p:cNvPr>
          <p:cNvSpPr/>
          <p:nvPr/>
        </p:nvSpPr>
        <p:spPr>
          <a:xfrm>
            <a:off x="7378333" y="1872014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39E81-6AB8-76DD-1327-514EFF5E33F5}"/>
              </a:ext>
            </a:extLst>
          </p:cNvPr>
          <p:cNvSpPr txBox="1"/>
          <p:nvPr/>
        </p:nvSpPr>
        <p:spPr>
          <a:xfrm>
            <a:off x="7495211" y="2007551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1A0D72CF-CCFA-F2F8-8880-883B27D3E582}"/>
              </a:ext>
            </a:extLst>
          </p:cNvPr>
          <p:cNvSpPr/>
          <p:nvPr/>
        </p:nvSpPr>
        <p:spPr>
          <a:xfrm>
            <a:off x="7378333" y="3897337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2AE4-0D3C-9FB6-35F0-702DA1F4DC71}"/>
              </a:ext>
            </a:extLst>
          </p:cNvPr>
          <p:cNvSpPr txBox="1"/>
          <p:nvPr/>
        </p:nvSpPr>
        <p:spPr>
          <a:xfrm>
            <a:off x="7495211" y="4032874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641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6CD5-BA11-4249-F72E-0A91835D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DA80-E738-DD19-3300-61CD7674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Hymn 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AE5603-D841-3BD5-8EB0-F1CFB0B1D8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8219F-D797-75DD-9504-40800806AFA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63216-045F-8329-CDF9-485999340A9F}"/>
              </a:ext>
            </a:extLst>
          </p:cNvPr>
          <p:cNvSpPr txBox="1"/>
          <p:nvPr/>
        </p:nvSpPr>
        <p:spPr>
          <a:xfrm>
            <a:off x="2172511" y="2715262"/>
            <a:ext cx="47989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am\hÀ hmgv¯n¸mSp¶ IÀ¯\mb Xm³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Zpã am\h³ CutSdphm³ HcSnabmbnXm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4B2BD-87D6-30F3-4DE9-508D01EF9A25}"/>
              </a:ext>
            </a:extLst>
          </p:cNvPr>
          <p:cNvSpPr txBox="1"/>
          <p:nvPr/>
        </p:nvSpPr>
        <p:spPr>
          <a:xfrm>
            <a:off x="1832691" y="827042"/>
            <a:ext cx="54786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maanavar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vaazhththippaadunna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karththanaaya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than</a:t>
            </a: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dushta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maanavan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eederhuvaan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oradimayaayithaa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E16E1E22-AABE-36C0-BBD9-2453AB50BAC0}"/>
              </a:ext>
            </a:extLst>
          </p:cNvPr>
          <p:cNvSpPr/>
          <p:nvPr/>
        </p:nvSpPr>
        <p:spPr>
          <a:xfrm>
            <a:off x="7068968" y="1871465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24873-19B5-8310-2156-DCCDBF4E8DC3}"/>
              </a:ext>
            </a:extLst>
          </p:cNvPr>
          <p:cNvSpPr txBox="1"/>
          <p:nvPr/>
        </p:nvSpPr>
        <p:spPr>
          <a:xfrm>
            <a:off x="7185846" y="200700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22447E3-6398-8EAB-E981-2D3CCC8E99C8}"/>
              </a:ext>
            </a:extLst>
          </p:cNvPr>
          <p:cNvSpPr/>
          <p:nvPr/>
        </p:nvSpPr>
        <p:spPr>
          <a:xfrm>
            <a:off x="7068968" y="3896323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2DDE9-86E7-58C1-0066-D3C601D2CB17}"/>
              </a:ext>
            </a:extLst>
          </p:cNvPr>
          <p:cNvSpPr txBox="1"/>
          <p:nvPr/>
        </p:nvSpPr>
        <p:spPr>
          <a:xfrm>
            <a:off x="7185846" y="4031860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811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3992-C310-D61F-6BD6-303D8B72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2A20-A48C-FD0D-24A1-AF886DDA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Hymn 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2EAE8B3-7492-5918-EBFB-5210F9F45C6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579D6-1AB3-D9AD-986F-A21FA9EE47C8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7F004-7DED-8987-7F5D-BD659FC46ADF}"/>
              </a:ext>
            </a:extLst>
          </p:cNvPr>
          <p:cNvSpPr txBox="1"/>
          <p:nvPr/>
        </p:nvSpPr>
        <p:spPr>
          <a:xfrm>
            <a:off x="2409217" y="2715262"/>
            <a:ext cx="43255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BZchäp `qanbnÂ shdnbcmw \cÀ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acWm[nIsfmgnhXn¶p XmWp tZh\pw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E15F4-4EE9-65FE-8644-BA65174FE0A0}"/>
              </a:ext>
            </a:extLst>
          </p:cNvPr>
          <p:cNvSpPr txBox="1"/>
          <p:nvPr/>
        </p:nvSpPr>
        <p:spPr>
          <a:xfrm>
            <a:off x="2032709" y="827042"/>
            <a:ext cx="50785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aadaravattu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bhoomiyil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verhiyaraam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nararh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mara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nhaadhikalh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ozhivathinnu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thaanhu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devanum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56F63134-4524-755E-275C-EB1F5BF41EE6}"/>
              </a:ext>
            </a:extLst>
          </p:cNvPr>
          <p:cNvSpPr/>
          <p:nvPr/>
        </p:nvSpPr>
        <p:spPr>
          <a:xfrm>
            <a:off x="7068968" y="1871465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D5AFE-BB39-7667-3B0E-DCB8578EC253}"/>
              </a:ext>
            </a:extLst>
          </p:cNvPr>
          <p:cNvSpPr txBox="1"/>
          <p:nvPr/>
        </p:nvSpPr>
        <p:spPr>
          <a:xfrm>
            <a:off x="7185846" y="200700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ED3DF3F0-3FA6-B8D3-8CC5-E1435CE81B31}"/>
              </a:ext>
            </a:extLst>
          </p:cNvPr>
          <p:cNvSpPr/>
          <p:nvPr/>
        </p:nvSpPr>
        <p:spPr>
          <a:xfrm>
            <a:off x="7068968" y="3896323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86014-6CF0-D718-FDD0-D54216AB581F}"/>
              </a:ext>
            </a:extLst>
          </p:cNvPr>
          <p:cNvSpPr txBox="1"/>
          <p:nvPr/>
        </p:nvSpPr>
        <p:spPr>
          <a:xfrm>
            <a:off x="7185846" y="4031860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1675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6A9E-2DC3-9B02-09CC-296689BB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4F16-9A81-DEFE-BB49-223A73BF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Hymn 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E9C9336-A4CD-6C0B-41BF-01C1420B7F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A3FFD-DFB0-267E-7D65-D1285A50AFC6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5 of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4A1CD-E871-3C06-AECC-E0FA1BB58762}"/>
              </a:ext>
            </a:extLst>
          </p:cNvPr>
          <p:cNvSpPr txBox="1"/>
          <p:nvPr/>
        </p:nvSpPr>
        <p:spPr>
          <a:xfrm>
            <a:off x="2409217" y="2715262"/>
            <a:ext cx="43255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tk\Ifn³ A[n]Xn Ahs\¶mInepw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 Pohs\ aofm\h³ X¶pbncns\ hn«m³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85363-9F7B-619B-FF46-6702E813D77C}"/>
              </a:ext>
            </a:extLst>
          </p:cNvPr>
          <p:cNvSpPr txBox="1"/>
          <p:nvPr/>
        </p:nvSpPr>
        <p:spPr>
          <a:xfrm>
            <a:off x="2255010" y="827042"/>
            <a:ext cx="46339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senakalhin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adhipathi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avan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ennaakilum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nara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jeevane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meelhaanavan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thannuyirine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vittaan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B77667B5-A2EF-0A14-4661-D3E40927171F}"/>
              </a:ext>
            </a:extLst>
          </p:cNvPr>
          <p:cNvSpPr/>
          <p:nvPr/>
        </p:nvSpPr>
        <p:spPr>
          <a:xfrm>
            <a:off x="7068968" y="1871465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D6189-1DF0-050F-15DF-45371CD5437C}"/>
              </a:ext>
            </a:extLst>
          </p:cNvPr>
          <p:cNvSpPr txBox="1"/>
          <p:nvPr/>
        </p:nvSpPr>
        <p:spPr>
          <a:xfrm>
            <a:off x="7185846" y="200700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8ACC9EB-4E3C-CFBE-E821-DBC22FCD6989}"/>
              </a:ext>
            </a:extLst>
          </p:cNvPr>
          <p:cNvSpPr/>
          <p:nvPr/>
        </p:nvSpPr>
        <p:spPr>
          <a:xfrm>
            <a:off x="7068968" y="3896323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3B01E-F566-8B51-2A9D-81E3C0CEE920}"/>
              </a:ext>
            </a:extLst>
          </p:cNvPr>
          <p:cNvSpPr txBox="1"/>
          <p:nvPr/>
        </p:nvSpPr>
        <p:spPr>
          <a:xfrm>
            <a:off x="7185846" y="4031860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7561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D0073-01B4-2724-A658-90936799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F866-F4D0-2665-9011-3C6C8009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Hymn 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1BFD85A-3A25-FDB5-E03D-2F59DD93CD8E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90D83-8ACB-91EB-B2E7-D301657CC45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6 of 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D386C-8A97-157F-84F0-ED1960FA9C73}"/>
              </a:ext>
            </a:extLst>
          </p:cNvPr>
          <p:cNvSpPr txBox="1"/>
          <p:nvPr/>
        </p:nvSpPr>
        <p:spPr>
          <a:xfrm>
            <a:off x="1934183" y="2715262"/>
            <a:ext cx="52756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ZmcpW acWm[nsb acn¨aÀ¯n\m³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`qaWvUe¯nÂ \n¶pbnÀ¯p hn®nse¯n\m³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2463D-C8BA-5796-96F6-DACECDD6CF80}"/>
              </a:ext>
            </a:extLst>
          </p:cNvPr>
          <p:cNvSpPr txBox="1"/>
          <p:nvPr/>
        </p:nvSpPr>
        <p:spPr>
          <a:xfrm>
            <a:off x="1672254" y="827042"/>
            <a:ext cx="57994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daarunha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maranhaadhiye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marichchamarhththinaan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bhoomanhdalaththil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ninnuyirhththu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vinnhileththinaan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B4B64036-622C-26FC-EFFB-CDD05A831C0E}"/>
              </a:ext>
            </a:extLst>
          </p:cNvPr>
          <p:cNvSpPr/>
          <p:nvPr/>
        </p:nvSpPr>
        <p:spPr>
          <a:xfrm>
            <a:off x="7471746" y="1875949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C8EC2-28EA-17A2-3ACA-2A48AA49760B}"/>
              </a:ext>
            </a:extLst>
          </p:cNvPr>
          <p:cNvSpPr txBox="1"/>
          <p:nvPr/>
        </p:nvSpPr>
        <p:spPr>
          <a:xfrm>
            <a:off x="7588624" y="2011486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59F3B48-DECF-612D-47DF-7854B86CDCC7}"/>
              </a:ext>
            </a:extLst>
          </p:cNvPr>
          <p:cNvSpPr/>
          <p:nvPr/>
        </p:nvSpPr>
        <p:spPr>
          <a:xfrm>
            <a:off x="7471746" y="3905291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89D23-8572-BCCE-776E-6C0668ABC8DB}"/>
              </a:ext>
            </a:extLst>
          </p:cNvPr>
          <p:cNvSpPr txBox="1"/>
          <p:nvPr/>
        </p:nvSpPr>
        <p:spPr>
          <a:xfrm>
            <a:off x="7588624" y="4040828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382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EB9C-4C12-654C-516A-21FD932D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D64-2387-CD0D-3431-D239BB34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Hymn 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F00CB99-6E28-29D0-6928-15DDD569C092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57BEB-2CEE-D926-D18B-BD0EEA6C96F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7 of 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75C34-2737-01D5-8412-6F5BD8397D8C}"/>
              </a:ext>
            </a:extLst>
          </p:cNvPr>
          <p:cNvSpPr txBox="1"/>
          <p:nvPr/>
        </p:nvSpPr>
        <p:spPr>
          <a:xfrm>
            <a:off x="2279515" y="2715262"/>
            <a:ext cx="458497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]m]nIÄ¡p ]nXmhnt\m-þ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Snc¶p tamN\w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\nP ]mZtkhI P\§sf c£sN¿pt¶m³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879947-17EC-DBBD-E6C1-6BD9DF27850C}"/>
              </a:ext>
            </a:extLst>
          </p:cNvPr>
          <p:cNvSpPr txBox="1"/>
          <p:nvPr/>
        </p:nvSpPr>
        <p:spPr>
          <a:xfrm>
            <a:off x="2165647" y="827042"/>
            <a:ext cx="48127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paapikalhkku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pithaavinod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</a:t>
            </a: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irannu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mochanam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nija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paadasevaka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janangalhe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raksha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cheyyunnon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CA131A4-498A-0BD6-C608-BC62D1C6961E}"/>
              </a:ext>
            </a:extLst>
          </p:cNvPr>
          <p:cNvSpPr/>
          <p:nvPr/>
        </p:nvSpPr>
        <p:spPr>
          <a:xfrm>
            <a:off x="7471746" y="1875949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AD1B0-728F-F437-B19E-2ED5F50A7E64}"/>
              </a:ext>
            </a:extLst>
          </p:cNvPr>
          <p:cNvSpPr txBox="1"/>
          <p:nvPr/>
        </p:nvSpPr>
        <p:spPr>
          <a:xfrm>
            <a:off x="7588624" y="2011486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0EDB9C4-8397-608A-47F7-0182CD49976E}"/>
              </a:ext>
            </a:extLst>
          </p:cNvPr>
          <p:cNvSpPr/>
          <p:nvPr/>
        </p:nvSpPr>
        <p:spPr>
          <a:xfrm>
            <a:off x="7471746" y="3905291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B9992-A6CD-B2EC-6DEB-C4CBDB4F2291}"/>
              </a:ext>
            </a:extLst>
          </p:cNvPr>
          <p:cNvSpPr txBox="1"/>
          <p:nvPr/>
        </p:nvSpPr>
        <p:spPr>
          <a:xfrm>
            <a:off x="7588624" y="4040828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6812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955904"/>
            <a:ext cx="9144000" cy="123169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Prayers – Hymn 92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10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Thanksgiving: 1 of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79D6D-45E0-4529-650E-55EE2C2D70A7}"/>
              </a:ext>
            </a:extLst>
          </p:cNvPr>
          <p:cNvSpPr txBox="1"/>
          <p:nvPr/>
        </p:nvSpPr>
        <p:spPr>
          <a:xfrm>
            <a:off x="1602053" y="2752806"/>
            <a:ext cx="593989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kvXpXnsNbv</a:t>
            </a:r>
            <a:r>
              <a:rPr lang="en-US" sz="3200" dirty="0">
                <a:latin typeface="ML-TTKarthika" panose="04000000000000000000" pitchFamily="82" charset="0"/>
              </a:rPr>
              <a:t> a\ta \</a:t>
            </a:r>
            <a:r>
              <a:rPr lang="en-US" sz="3200" dirty="0" err="1">
                <a:latin typeface="ML-TTKarthika" panose="04000000000000000000" pitchFamily="82" charset="0"/>
              </a:rPr>
              <a:t>nXyhpw</a:t>
            </a:r>
            <a:r>
              <a:rPr lang="en-US" sz="3200" dirty="0">
                <a:latin typeface="ML-TTKarthika" panose="04000000000000000000" pitchFamily="82" charset="0"/>
              </a:rPr>
              <a:t> \n³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Poh\</a:t>
            </a:r>
            <a:r>
              <a:rPr lang="en-US" sz="3200" dirty="0" err="1">
                <a:latin typeface="ML-TTKarthika" panose="04000000000000000000" pitchFamily="82" charset="0"/>
              </a:rPr>
              <a:t>mYt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ipth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CXpt</a:t>
            </a:r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mÂ</a:t>
            </a:r>
            <a:r>
              <a:rPr lang="en-US" sz="3200" dirty="0">
                <a:latin typeface="ML-TTKarthika" panose="04000000000000000000" pitchFamily="82" charset="0"/>
              </a:rPr>
              <a:t> kzPoh³Xs¶mcmß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kvt</a:t>
            </a:r>
            <a:r>
              <a:rPr lang="en-US" sz="3200" dirty="0">
                <a:latin typeface="ML-TTKarthika" panose="04000000000000000000" pitchFamily="82" charset="0"/>
              </a:rPr>
              <a:t>\lnX³ </a:t>
            </a:r>
            <a:r>
              <a:rPr lang="en-US" sz="3200" dirty="0" err="1">
                <a:latin typeface="ML-TTKarthika" panose="04000000000000000000" pitchFamily="82" charset="0"/>
              </a:rPr>
              <a:t>thdmcn</a:t>
            </a:r>
            <a:r>
              <a:rPr lang="en-US" sz="3200" dirty="0">
                <a:latin typeface="ML-TTKarthika" panose="04000000000000000000" pitchFamily="82" charset="0"/>
              </a:rPr>
              <a:t>\o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2F03D-55E6-0116-F164-9E2DBAF627B1}"/>
              </a:ext>
            </a:extLst>
          </p:cNvPr>
          <p:cNvSpPr txBox="1"/>
          <p:nvPr/>
        </p:nvSpPr>
        <p:spPr>
          <a:xfrm>
            <a:off x="1602053" y="754525"/>
            <a:ext cx="59398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sthuthi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maname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nithyavum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naathhaneshuve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ithupol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swajeevan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thannoraathma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snehithan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verhaarini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442A4182-4AD6-F47C-C410-63B2D29B6D60}"/>
              </a:ext>
            </a:extLst>
          </p:cNvPr>
          <p:cNvSpPr/>
          <p:nvPr/>
        </p:nvSpPr>
        <p:spPr>
          <a:xfrm>
            <a:off x="7403309" y="1783310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947CA-31E4-E1EF-B221-B1D684248BB2}"/>
              </a:ext>
            </a:extLst>
          </p:cNvPr>
          <p:cNvSpPr txBox="1"/>
          <p:nvPr/>
        </p:nvSpPr>
        <p:spPr>
          <a:xfrm>
            <a:off x="7520187" y="1918847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5B8A33B-D1C8-6475-DD7A-5DEB6CFB428B}"/>
              </a:ext>
            </a:extLst>
          </p:cNvPr>
          <p:cNvSpPr/>
          <p:nvPr/>
        </p:nvSpPr>
        <p:spPr>
          <a:xfrm>
            <a:off x="7403309" y="3914105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5A810A-F024-2450-F501-3017B2ADEE13}"/>
              </a:ext>
            </a:extLst>
          </p:cNvPr>
          <p:cNvSpPr txBox="1"/>
          <p:nvPr/>
        </p:nvSpPr>
        <p:spPr>
          <a:xfrm>
            <a:off x="7520187" y="404964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848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1517227" y="2029031"/>
            <a:ext cx="6109545" cy="1098984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 – She only touched…</a:t>
            </a: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She only touched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786552"/>
            <a:ext cx="6102482" cy="38728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She only touched the hem of His garment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 to His side she stole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Amid the crowd that gathered around Him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And straightaway she was whole</a:t>
            </a:r>
          </a:p>
          <a:p>
            <a:pPr algn="l" rtl="0" fontAlgn="base"/>
            <a:endParaRPr lang="en-SG" sz="24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Oh touch the hem of His garment 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And thou too shalt be free 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His saving power this very hour 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Shall give new life to thee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5BFD-74BB-0E2C-A6A4-CE8C9C91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3C23-2F46-DBAF-D471-E52BE0AD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She only touched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01B0B-8FDC-1265-BD01-C99B3DC0AFF7}"/>
              </a:ext>
            </a:extLst>
          </p:cNvPr>
          <p:cNvSpPr txBox="1"/>
          <p:nvPr/>
        </p:nvSpPr>
        <p:spPr>
          <a:xfrm>
            <a:off x="-1" y="786552"/>
            <a:ext cx="6209463" cy="38728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She came in fear and trembling before Him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She knew her Lord had come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She felt that from Him virtue had healed her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 mighty deed was done</a:t>
            </a:r>
          </a:p>
          <a:p>
            <a:pPr algn="l" rtl="0" fontAlgn="base"/>
            <a:endParaRPr lang="en-SG" sz="24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Oh touch the hem of His garment 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And thou too shalt be free 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His saving power this very hour 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Shall give new life to thee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A2E14-E950-71EA-D24E-FB7167C5CAC6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757EA4-7CD9-368C-7CBB-2D0B0E1DBD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3978A9-FEC7-6058-055B-0B49D6626B3A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</p:spTree>
    <p:extLst>
      <p:ext uri="{BB962C8B-B14F-4D97-AF65-F5344CB8AC3E}">
        <p14:creationId xmlns:p14="http://schemas.microsoft.com/office/powerpoint/2010/main" val="1383090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444C-86F3-FE25-D4CA-3A668048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1AC3-9C02-48EA-713D-2E3276B0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She only touched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2BC7D-C674-2557-6D43-FFC424C547A3}"/>
              </a:ext>
            </a:extLst>
          </p:cNvPr>
          <p:cNvSpPr txBox="1"/>
          <p:nvPr/>
        </p:nvSpPr>
        <p:spPr>
          <a:xfrm>
            <a:off x="-1" y="786552"/>
            <a:ext cx="6491592" cy="38728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</a:rPr>
              <a:t>He turned with “Daughter be of good comfort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Thy faith hath made thee whole”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And peace that </a:t>
            </a:r>
            <a:r>
              <a:rPr lang="en-SG" sz="24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passeth</a:t>
            </a:r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all understanding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With gladness filled her soul</a:t>
            </a:r>
          </a:p>
          <a:p>
            <a:pPr algn="l" rtl="0" fontAlgn="base"/>
            <a:endParaRPr lang="en-SG" sz="24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Oh touch the hem of His garment 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And thou too shalt be free 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His saving power this very hour </a:t>
            </a:r>
          </a:p>
          <a:p>
            <a:pPr algn="l" rtl="0" fontAlgn="base"/>
            <a:r>
              <a:rPr lang="en-SG" sz="24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Shall give new life to thee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1AA6E-3DF2-8F2B-34AE-40FC2C6D8E97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282695-6685-2947-97A6-8F7AECECB2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4F70224-4761-7586-7E27-34D724A9EA3B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</p:spTree>
    <p:extLst>
      <p:ext uri="{BB962C8B-B14F-4D97-AF65-F5344CB8AC3E}">
        <p14:creationId xmlns:p14="http://schemas.microsoft.com/office/powerpoint/2010/main" val="234497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2851266" y="2022258"/>
            <a:ext cx="3441468" cy="1098984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4085428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7E361-0731-5941-80D2-641C47A02C93}"/>
              </a:ext>
            </a:extLst>
          </p:cNvPr>
          <p:cNvSpPr txBox="1">
            <a:spLocks/>
          </p:cNvSpPr>
          <p:nvPr/>
        </p:nvSpPr>
        <p:spPr>
          <a:xfrm>
            <a:off x="2959331" y="2015990"/>
            <a:ext cx="3225337" cy="1111519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Confession</a:t>
            </a:r>
          </a:p>
        </p:txBody>
      </p:sp>
    </p:spTree>
    <p:extLst>
      <p:ext uri="{BB962C8B-B14F-4D97-AF65-F5344CB8AC3E}">
        <p14:creationId xmlns:p14="http://schemas.microsoft.com/office/powerpoint/2010/main" val="2078510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Confession – 181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112131" y="485999"/>
            <a:ext cx="6919738" cy="1949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vanneeduvin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paadam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cherhnniduvin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vittodeeduvin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varunnaareyum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orunaalhum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thallhukayillenn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urachchuyeshu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</a:p>
          <a:p>
            <a:pPr lvl="1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vanneeduvin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…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vittodeeduvin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318034" y="2571750"/>
            <a:ext cx="6507933" cy="2531462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dirty="0">
                <a:latin typeface="ML-TTKarthika" panose="04000000000000000000" pitchFamily="82" charset="0"/>
              </a:rPr>
              <a:t>h¶oSphn³ </a:t>
            </a:r>
            <a:r>
              <a:rPr lang="en-US" sz="3200" dirty="0" err="1">
                <a:latin typeface="ML-TTKarthika" panose="04000000000000000000" pitchFamily="82" charset="0"/>
              </a:rPr>
              <a:t>tbip</a:t>
            </a:r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mZw</a:t>
            </a:r>
            <a:r>
              <a:rPr lang="en-US" sz="3200" dirty="0">
                <a:latin typeface="ML-TTKarthika" panose="04000000000000000000" pitchFamily="82" charset="0"/>
              </a:rPr>
              <a:t> tNÀ¶nSphn³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]m]s¯ hnt«mSoSphn³</a:t>
            </a:r>
          </a:p>
          <a:p>
            <a:r>
              <a:rPr lang="pt-BR" sz="3200" dirty="0">
                <a:latin typeface="ML-TTKarthika" panose="04000000000000000000" pitchFamily="82" charset="0"/>
                <a:cs typeface="Segoe UI" panose="020B0502040204020203" pitchFamily="34" charset="0"/>
              </a:rPr>
              <a:t>hcp¶mscbpw Hcp\mfpw Rm³</a:t>
            </a:r>
          </a:p>
          <a:p>
            <a:r>
              <a:rPr lang="pt-BR" sz="3200" dirty="0">
                <a:latin typeface="ML-TTKarthika" panose="04000000000000000000" pitchFamily="82" charset="0"/>
                <a:cs typeface="Segoe UI" panose="020B0502040204020203" pitchFamily="34" charset="0"/>
              </a:rPr>
              <a:t>XÅpIbnsÃ¶pc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</a:t>
            </a:r>
            <a:r>
              <a:rPr lang="pt-BR" sz="3200" dirty="0">
                <a:latin typeface="ML-TTKarthika" panose="04000000000000000000" pitchFamily="82" charset="0"/>
                <a:cs typeface="Segoe UI" panose="020B0502040204020203" pitchFamily="34" charset="0"/>
              </a:rPr>
              <a:t>ptbip-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þ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US" sz="3200" dirty="0">
                <a:latin typeface="ML-TTKarthika" panose="04000000000000000000" pitchFamily="82" charset="0"/>
              </a:rPr>
              <a:t>(h¶oSpho³… hnt«mSoSphn³) </a:t>
            </a:r>
            <a:endParaRPr lang="pt-BR" sz="3200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674449" y="2057774"/>
            <a:ext cx="3510220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</a:t>
            </a:r>
            <a:r>
              <a:rPr lang="en-US" b="0" i="0" u="none" strike="noStrike" dirty="0">
                <a:effectLst/>
                <a:latin typeface="Segoe UI" panose="020B0502040204020203" pitchFamily="34" charset="0"/>
              </a:rPr>
              <a:t>358</a:t>
            </a:r>
            <a:endParaRPr lang="en-US" dirty="0">
              <a:latin typeface="+mn-lt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557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358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416967" y="624647"/>
            <a:ext cx="8310066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thedi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doshiyaam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ithramaam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uyirkoduththenikkaay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mannava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varhnnhippaanelhuthalla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enikk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thedi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doshiyaam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21869" y="2766544"/>
            <a:ext cx="8500262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tXSnh¶p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tZmjnbmw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mYm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>
                <a:latin typeface="ML-TTKarthika" panose="04000000000000000000" pitchFamily="82" charset="0"/>
              </a:rPr>
              <a:t>C{</a:t>
            </a:r>
            <a:r>
              <a:rPr lang="en-US" sz="3200" dirty="0" err="1">
                <a:latin typeface="ML-TTKarthika" panose="04000000000000000000" pitchFamily="82" charset="0"/>
              </a:rPr>
              <a:t>Xamw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kvt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lw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DbnÀsImSps</a:t>
            </a:r>
            <a:r>
              <a:rPr lang="en-US" sz="3200" dirty="0">
                <a:latin typeface="ML-TTKarthika" panose="04000000000000000000" pitchFamily="82" charset="0"/>
              </a:rPr>
              <a:t>¯\</a:t>
            </a:r>
            <a:r>
              <a:rPr lang="en-US" sz="3200" dirty="0" err="1">
                <a:latin typeface="ML-TTKarthika" panose="04000000000000000000" pitchFamily="82" charset="0"/>
              </a:rPr>
              <a:t>n¡mbv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a¶hm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hÀ®n¸ms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fpXÃ</a:t>
            </a:r>
            <a:r>
              <a:rPr lang="en-US" sz="3200" dirty="0">
                <a:latin typeface="ML-TTKarthika" panose="04000000000000000000" pitchFamily="82" charset="0"/>
              </a:rPr>
              <a:t> F\</a:t>
            </a:r>
            <a:r>
              <a:rPr lang="en-US" sz="3200" dirty="0" err="1">
                <a:latin typeface="ML-TTKarthika" panose="04000000000000000000" pitchFamily="82" charset="0"/>
              </a:rPr>
              <a:t>n¡v</a:t>
            </a:r>
            <a:endParaRPr lang="pt-BR" sz="32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tXSnh¶p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tZmjnbmw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mYm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8ACD8-84DA-F701-5EFD-94E948303EC8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1 of 5</a:t>
            </a:r>
          </a:p>
        </p:txBody>
      </p:sp>
    </p:spTree>
    <p:extLst>
      <p:ext uri="{BB962C8B-B14F-4D97-AF65-F5344CB8AC3E}">
        <p14:creationId xmlns:p14="http://schemas.microsoft.com/office/powerpoint/2010/main" val="474597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87FA7-0E02-07C3-63AA-D603918D4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50B4-B95D-E012-1D72-0C8BA355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358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1FE7C-56F0-E582-AADC-4F530ADC1187}"/>
              </a:ext>
            </a:extLst>
          </p:cNvPr>
          <p:cNvSpPr txBox="1"/>
          <p:nvPr/>
        </p:nvSpPr>
        <p:spPr>
          <a:xfrm>
            <a:off x="321869" y="624647"/>
            <a:ext cx="8500262" cy="2035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kunjaadinte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gamichchavarh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paadume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modal</a:t>
            </a: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seeyon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malayil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seemayattaanandam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ennini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shobhikkumo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mal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praanhanaathha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thedi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doshiyaam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E8AF-8DB6-AD3E-B583-3D2FB9CF5585}"/>
              </a:ext>
            </a:extLst>
          </p:cNvPr>
          <p:cNvSpPr txBox="1"/>
          <p:nvPr/>
        </p:nvSpPr>
        <p:spPr>
          <a:xfrm>
            <a:off x="321869" y="2766544"/>
            <a:ext cx="8500262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IpªmSnsâ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IqsS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Kan¨hÀ</a:t>
            </a:r>
            <a:r>
              <a:rPr lang="en-US" sz="3200" dirty="0">
                <a:latin typeface="ML-TTKarthika" panose="04000000000000000000" pitchFamily="82" charset="0"/>
              </a:rPr>
              <a:t> ]</a:t>
            </a:r>
            <a:r>
              <a:rPr lang="en-US" sz="3200" dirty="0" err="1">
                <a:latin typeface="ML-TTKarthika" panose="04000000000000000000" pitchFamily="82" charset="0"/>
              </a:rPr>
              <a:t>mSpta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tamZmÂ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>
                <a:latin typeface="ML-TTKarthika" panose="04000000000000000000" pitchFamily="82" charset="0"/>
              </a:rPr>
              <a:t>kotbm³ </a:t>
            </a:r>
            <a:r>
              <a:rPr lang="en-US" sz="3200" dirty="0" err="1">
                <a:latin typeface="ML-TTKarthika" panose="04000000000000000000" pitchFamily="82" charset="0"/>
              </a:rPr>
              <a:t>aebnÂ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koabäm</a:t>
            </a:r>
            <a:r>
              <a:rPr lang="en-US" sz="3200" dirty="0">
                <a:latin typeface="ML-TTKarthika" panose="04000000000000000000" pitchFamily="82" charset="0"/>
              </a:rPr>
              <a:t>\µw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F¶n</a:t>
            </a:r>
            <a:r>
              <a:rPr lang="en-US" sz="3200" dirty="0">
                <a:latin typeface="ML-TTKarthika" panose="04000000000000000000" pitchFamily="82" charset="0"/>
              </a:rPr>
              <a:t>\n </a:t>
            </a:r>
            <a:r>
              <a:rPr lang="en-US" sz="3200" dirty="0" err="1">
                <a:latin typeface="ML-TTKarthika" panose="04000000000000000000" pitchFamily="82" charset="0"/>
              </a:rPr>
              <a:t>t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</a:t>
            </a:r>
            <a:r>
              <a:rPr lang="en-US" sz="3200" dirty="0" err="1">
                <a:latin typeface="ML-TTKarthika" panose="04000000000000000000" pitchFamily="82" charset="0"/>
              </a:rPr>
              <a:t>m`n¡ptam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aÂ</a:t>
            </a:r>
            <a:r>
              <a:rPr lang="en-US" sz="3200" dirty="0">
                <a:latin typeface="ML-TTKarthika" panose="04000000000000000000" pitchFamily="82" charset="0"/>
              </a:rPr>
              <a:t> {]</a:t>
            </a:r>
            <a:r>
              <a:rPr lang="en-US" sz="3200" dirty="0" err="1">
                <a:latin typeface="ML-TTKarthika" panose="04000000000000000000" pitchFamily="82" charset="0"/>
              </a:rPr>
              <a:t>mW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mYm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tXSnh¶p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tZmjnbmw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mYm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16EE7-8CA3-7139-3FB1-47FE3B26E9C6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2 of 5</a:t>
            </a:r>
          </a:p>
        </p:txBody>
      </p:sp>
    </p:spTree>
    <p:extLst>
      <p:ext uri="{BB962C8B-B14F-4D97-AF65-F5344CB8AC3E}">
        <p14:creationId xmlns:p14="http://schemas.microsoft.com/office/powerpoint/2010/main" val="2340738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A7F1-1EF3-B55A-1421-F90CBE9F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1D527-4902-54A7-8246-3A63E1E7C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358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45F34-B696-5BFF-FFD0-A709BE53EE7F}"/>
              </a:ext>
            </a:extLst>
          </p:cNvPr>
          <p:cNvSpPr txBox="1"/>
          <p:nvPr/>
        </p:nvSpPr>
        <p:spPr>
          <a:xfrm>
            <a:off x="0" y="484093"/>
            <a:ext cx="9144000" cy="22522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kshonhithale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ksheenham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bhavichcheedaathenneyum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aanhippazhuthullha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paanhikalhaale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preenhichchanugrahichcheeduka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thedi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doshiyaam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A2821-27ED-DC67-2C68-523EF89B74B7}"/>
              </a:ext>
            </a:extLst>
          </p:cNvPr>
          <p:cNvSpPr txBox="1"/>
          <p:nvPr/>
        </p:nvSpPr>
        <p:spPr>
          <a:xfrm>
            <a:off x="321869" y="2868956"/>
            <a:ext cx="8500262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t£mWnXse</a:t>
            </a:r>
            <a:r>
              <a:rPr lang="en-US" sz="3200" dirty="0">
                <a:latin typeface="ML-TTKarthika" panose="04000000000000000000" pitchFamily="82" charset="0"/>
              </a:rPr>
              <a:t> £</a:t>
            </a:r>
            <a:r>
              <a:rPr lang="en-US" sz="3200" dirty="0" err="1">
                <a:latin typeface="ML-TTKarthika" panose="04000000000000000000" pitchFamily="82" charset="0"/>
              </a:rPr>
              <a:t>oWw</a:t>
            </a:r>
            <a:r>
              <a:rPr lang="en-US" sz="3200" dirty="0">
                <a:latin typeface="ML-TTKarthika" panose="04000000000000000000" pitchFamily="82" charset="0"/>
              </a:rPr>
              <a:t> `</a:t>
            </a:r>
            <a:r>
              <a:rPr lang="en-US" sz="3200" dirty="0" err="1">
                <a:latin typeface="ML-TTKarthika" panose="04000000000000000000" pitchFamily="82" charset="0"/>
              </a:rPr>
              <a:t>hn¨oSmsXs¶bpw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mYm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BWn¸gpXpÅ</a:t>
            </a:r>
            <a:r>
              <a:rPr lang="en-US" sz="3200" dirty="0">
                <a:latin typeface="ML-TTKarthika" panose="04000000000000000000" pitchFamily="82" charset="0"/>
              </a:rPr>
              <a:t> ]</a:t>
            </a:r>
            <a:r>
              <a:rPr lang="en-US" sz="3200" dirty="0" err="1">
                <a:latin typeface="ML-TTKarthika" panose="04000000000000000000" pitchFamily="82" charset="0"/>
              </a:rPr>
              <a:t>mWnIfmse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>
                <a:latin typeface="ML-TTKarthika" panose="04000000000000000000" pitchFamily="82" charset="0"/>
              </a:rPr>
              <a:t>{]</a:t>
            </a:r>
            <a:r>
              <a:rPr lang="en-US" sz="3200" dirty="0" err="1">
                <a:latin typeface="ML-TTKarthika" panose="04000000000000000000" pitchFamily="82" charset="0"/>
              </a:rPr>
              <a:t>oWn</a:t>
            </a:r>
            <a:r>
              <a:rPr lang="en-US" sz="3200" dirty="0">
                <a:latin typeface="ML-TTKarthika" panose="04000000000000000000" pitchFamily="82" charset="0"/>
              </a:rPr>
              <a:t>¨\p{</a:t>
            </a:r>
            <a:r>
              <a:rPr lang="en-US" sz="3200" dirty="0" err="1">
                <a:latin typeface="ML-TTKarthika" panose="04000000000000000000" pitchFamily="82" charset="0"/>
              </a:rPr>
              <a:t>Kln¨oSpI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nXyw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tXSnh¶p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tZmjnbmw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mYm</a:t>
            </a:r>
            <a:r>
              <a:rPr lang="en-US" sz="3200" dirty="0">
                <a:latin typeface="ML-TTKarthika" panose="04000000000000000000" pitchFamily="82" charset="0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AE268-C235-7779-6FD8-E9B7E79426FF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3 of 5</a:t>
            </a:r>
          </a:p>
        </p:txBody>
      </p:sp>
    </p:spTree>
    <p:extLst>
      <p:ext uri="{BB962C8B-B14F-4D97-AF65-F5344CB8AC3E}">
        <p14:creationId xmlns:p14="http://schemas.microsoft.com/office/powerpoint/2010/main" val="3425560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03B3-3747-4937-B22D-84552E303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0E5EE-FD00-081E-757A-F2CACD84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358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8D883-0F7D-0BB4-ABBC-743C42424714}"/>
              </a:ext>
            </a:extLst>
          </p:cNvPr>
          <p:cNvSpPr txBox="1"/>
          <p:nvPr/>
        </p:nvSpPr>
        <p:spPr>
          <a:xfrm>
            <a:off x="267005" y="484093"/>
            <a:ext cx="8609990" cy="22522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nirththeeduka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kalhankamatteshuve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karhayillaathenne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palhunku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kadal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theeraththirunnu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njaanente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madhura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gaanarathham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athileri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gamipaan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thedi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doshiyaam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D1190C-B81F-3CA4-6508-00E3DF0D29C8}"/>
              </a:ext>
            </a:extLst>
          </p:cNvPr>
          <p:cNvSpPr txBox="1"/>
          <p:nvPr/>
        </p:nvSpPr>
        <p:spPr>
          <a:xfrm>
            <a:off x="321869" y="2868956"/>
            <a:ext cx="8500262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nÀ¯oSpI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If¦atäipth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IdbnÃmsXs</a:t>
            </a:r>
            <a:r>
              <a:rPr lang="en-US" sz="3200" dirty="0">
                <a:latin typeface="ML-TTKarthika" panose="04000000000000000000" pitchFamily="82" charset="0"/>
              </a:rPr>
              <a:t>¶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fp¦p</a:t>
            </a:r>
            <a:r>
              <a:rPr lang="en-US" sz="3200" dirty="0">
                <a:latin typeface="ML-TTKarthika" panose="04000000000000000000" pitchFamily="82" charset="0"/>
              </a:rPr>
              <a:t> ISÂ </a:t>
            </a:r>
            <a:r>
              <a:rPr lang="en-US" sz="3200" dirty="0" err="1">
                <a:latin typeface="ML-TTKarthika" panose="04000000000000000000" pitchFamily="82" charset="0"/>
              </a:rPr>
              <a:t>Xoc¯ncp¶p</a:t>
            </a:r>
            <a:r>
              <a:rPr lang="en-US" sz="3200" dirty="0">
                <a:latin typeface="ML-TTKarthika" panose="04000000000000000000" pitchFamily="82" charset="0"/>
              </a:rPr>
              <a:t> Rms\</a:t>
            </a:r>
            <a:r>
              <a:rPr lang="en-US" sz="3200" dirty="0" err="1">
                <a:latin typeface="ML-TTKarthika" panose="04000000000000000000" pitchFamily="82" charset="0"/>
              </a:rPr>
              <a:t>sâ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>
                <a:latin typeface="ML-TTKarthika" panose="04000000000000000000" pitchFamily="82" charset="0"/>
              </a:rPr>
              <a:t>a[</a:t>
            </a:r>
            <a:r>
              <a:rPr lang="en-US" sz="3200" dirty="0" err="1">
                <a:latin typeface="ML-TTKarthika" panose="04000000000000000000" pitchFamily="82" charset="0"/>
              </a:rPr>
              <a:t>pcKm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cYaXntedn</a:t>
            </a:r>
            <a:r>
              <a:rPr lang="en-US" sz="3200" dirty="0">
                <a:latin typeface="ML-TTKarthika" panose="04000000000000000000" pitchFamily="82" charset="0"/>
              </a:rPr>
              <a:t> Kan¸m³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tXSnh¶p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tZmjnbmw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mYm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5B747-346E-AC2E-25D3-5CFB28296A24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4 of 5</a:t>
            </a:r>
          </a:p>
        </p:txBody>
      </p:sp>
    </p:spTree>
    <p:extLst>
      <p:ext uri="{BB962C8B-B14F-4D97-AF65-F5344CB8AC3E}">
        <p14:creationId xmlns:p14="http://schemas.microsoft.com/office/powerpoint/2010/main" val="527803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DEEE-F735-A11D-E8E6-B89890B2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DD4C-C38D-E7FC-CA88-BDA494C1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358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7D07AB-9EDE-763C-332F-6081D832269D}"/>
              </a:ext>
            </a:extLst>
          </p:cNvPr>
          <p:cNvSpPr txBox="1"/>
          <p:nvPr/>
        </p:nvSpPr>
        <p:spPr>
          <a:xfrm>
            <a:off x="133503" y="484094"/>
            <a:ext cx="8876995" cy="22522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poshippikka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pathhyavachanamaam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ksheeraththaalenne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nirmmala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thoyam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kudippichch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pachchappul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shayyaayil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kidaththeedunnenne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thedi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doshiyaam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B549B-65B8-03B2-053C-92CBA7A0CAA4}"/>
              </a:ext>
            </a:extLst>
          </p:cNvPr>
          <p:cNvSpPr txBox="1"/>
          <p:nvPr/>
        </p:nvSpPr>
        <p:spPr>
          <a:xfrm>
            <a:off x="321869" y="2868956"/>
            <a:ext cx="8500262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dirty="0">
                <a:latin typeface="ML-TTKarthika" panose="04000000000000000000" pitchFamily="82" charset="0"/>
              </a:rPr>
              <a:t>t]</a:t>
            </a:r>
            <a:r>
              <a:rPr lang="en-US" sz="3200" dirty="0" err="1">
                <a:latin typeface="ML-TTKarthika" panose="04000000000000000000" pitchFamily="82" charset="0"/>
              </a:rPr>
              <a:t>mjn¸n</a:t>
            </a:r>
            <a:r>
              <a:rPr lang="en-US" sz="3200" dirty="0">
                <a:latin typeface="ML-TTKarthika" panose="04000000000000000000" pitchFamily="82" charset="0"/>
              </a:rPr>
              <a:t>¡ ]</a:t>
            </a:r>
            <a:r>
              <a:rPr lang="en-US" sz="3200" dirty="0" err="1">
                <a:latin typeface="ML-TTKarthika" panose="04000000000000000000" pitchFamily="82" charset="0"/>
              </a:rPr>
              <a:t>YyhN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amw</a:t>
            </a:r>
            <a:r>
              <a:rPr lang="en-US" sz="3200" dirty="0">
                <a:latin typeface="ML-TTKarthika" panose="04000000000000000000" pitchFamily="82" charset="0"/>
              </a:rPr>
              <a:t> £</a:t>
            </a:r>
            <a:r>
              <a:rPr lang="en-US" sz="3200" dirty="0" err="1">
                <a:latin typeface="ML-TTKarthika" panose="04000000000000000000" pitchFamily="82" charset="0"/>
              </a:rPr>
              <a:t>oc¯mses</a:t>
            </a:r>
            <a:r>
              <a:rPr lang="en-US" sz="3200" dirty="0">
                <a:latin typeface="ML-TTKarthika" panose="04000000000000000000" pitchFamily="82" charset="0"/>
              </a:rPr>
              <a:t>¶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\nÀ½e </a:t>
            </a:r>
            <a:r>
              <a:rPr lang="en-US" sz="3200" dirty="0" err="1">
                <a:latin typeface="ML-TTKarthika" panose="04000000000000000000" pitchFamily="82" charset="0"/>
              </a:rPr>
              <a:t>tXmbw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nXyw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IpSn¸n¨v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>
                <a:latin typeface="ML-TTKarthika" panose="04000000000000000000" pitchFamily="82" charset="0"/>
              </a:rPr>
              <a:t>]¨¸</a:t>
            </a:r>
            <a:r>
              <a:rPr lang="en-US" sz="3200" dirty="0" err="1">
                <a:latin typeface="ML-TTKarthika" panose="04000000000000000000" pitchFamily="82" charset="0"/>
              </a:rPr>
              <a:t>pÂ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i¿bnÂ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InS¯nSps¶s</a:t>
            </a:r>
            <a:r>
              <a:rPr lang="en-US" sz="3200" dirty="0">
                <a:latin typeface="ML-TTKarthika" panose="04000000000000000000" pitchFamily="82" charset="0"/>
              </a:rPr>
              <a:t>¶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tXSnh¶p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tZmjnbmw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Fs¶bpw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mYm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D72F2-F2CB-CF6A-3F5D-3774D3DDE843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5 of 5</a:t>
            </a:r>
          </a:p>
        </p:txBody>
      </p:sp>
    </p:spTree>
    <p:extLst>
      <p:ext uri="{BB962C8B-B14F-4D97-AF65-F5344CB8AC3E}">
        <p14:creationId xmlns:p14="http://schemas.microsoft.com/office/powerpoint/2010/main" val="2024468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</a:t>
            </a:r>
            <a:r>
              <a:rPr lang="en-SG">
                <a:latin typeface="Segoe UI"/>
                <a:cs typeface="Segoe UI"/>
              </a:rPr>
              <a:t>En </a:t>
            </a:r>
            <a:r>
              <a:rPr lang="en-SG" err="1">
                <a:latin typeface="Segoe UI"/>
                <a:cs typeface="Segoe UI"/>
              </a:rPr>
              <a:t>daivame</a:t>
            </a:r>
            <a:r>
              <a:rPr lang="en-SG">
                <a:latin typeface="Segoe UI"/>
                <a:cs typeface="Segoe UI"/>
              </a:rPr>
              <a:t> </a:t>
            </a:r>
            <a:r>
              <a:rPr lang="en-SG" err="1">
                <a:latin typeface="Segoe UI"/>
                <a:cs typeface="Segoe UI"/>
              </a:rPr>
              <a:t>nin</a:t>
            </a:r>
            <a:r>
              <a:rPr lang="en-SG">
                <a:latin typeface="Segoe UI"/>
                <a:cs typeface="Segoe UI"/>
              </a:rPr>
              <a:t> </a:t>
            </a:r>
            <a:r>
              <a:rPr lang="en-SG" err="1">
                <a:latin typeface="Segoe UI"/>
                <a:cs typeface="Segoe UI"/>
              </a:rPr>
              <a:t>meshamel</a:t>
            </a:r>
            <a:endParaRPr lang="en-US" err="1">
              <a:latin typeface="Segoe UI"/>
              <a:cs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6652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Holy Communion – En </a:t>
            </a:r>
            <a:r>
              <a:rPr lang="en-SG" dirty="0" err="1">
                <a:latin typeface="Segoe UI"/>
                <a:cs typeface="Segoe UI"/>
              </a:rPr>
              <a:t>daivame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nin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meshamel</a:t>
            </a:r>
            <a:endParaRPr lang="en-US" dirty="0" err="1">
              <a:latin typeface="Segoe UI"/>
              <a:cs typeface="Segoe UI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1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1560450" y="2651446"/>
            <a:ext cx="60147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ML-TTKarthika" panose="04000000000000000000" pitchFamily="82" charset="0"/>
              </a:rPr>
              <a:t>F³ </a:t>
            </a:r>
            <a:r>
              <a:rPr lang="en-US" sz="3600" dirty="0" err="1">
                <a:latin typeface="ML-TTKarthika" panose="04000000000000000000" pitchFamily="82" charset="0"/>
              </a:rPr>
              <a:t>ssZhsa</a:t>
            </a:r>
            <a:r>
              <a:rPr lang="en-US" sz="3600" dirty="0">
                <a:latin typeface="ML-TTKarthika" panose="04000000000000000000" pitchFamily="82" charset="0"/>
              </a:rPr>
              <a:t> \n³ </a:t>
            </a:r>
            <a:r>
              <a:rPr lang="en-US" sz="3600" dirty="0" err="1">
                <a:latin typeface="ML-TTKarthika" panose="04000000000000000000" pitchFamily="82" charset="0"/>
              </a:rPr>
              <a:t>taitaÂ</a:t>
            </a:r>
            <a:endParaRPr lang="en-US" sz="3600" dirty="0">
              <a:latin typeface="ML-TTKarthika" panose="04000000000000000000" pitchFamily="82" charset="0"/>
            </a:endParaRPr>
          </a:p>
          <a:p>
            <a:r>
              <a:rPr lang="en-US" sz="3600" dirty="0">
                <a:latin typeface="ML-TTKarthika" panose="04000000000000000000" pitchFamily="82" charset="0"/>
              </a:rPr>
              <a:t>\n³ ]m{</a:t>
            </a:r>
            <a:r>
              <a:rPr lang="en-US" sz="3600" dirty="0" err="1">
                <a:latin typeface="ML-TTKarthika" panose="04000000000000000000" pitchFamily="82" charset="0"/>
              </a:rPr>
              <a:t>Xw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kvt</a:t>
            </a:r>
            <a:r>
              <a:rPr lang="en-US" sz="3600" dirty="0">
                <a:latin typeface="ML-TTKarthika" panose="04000000000000000000" pitchFamily="82" charset="0"/>
              </a:rPr>
              <a:t>\</a:t>
            </a:r>
            <a:r>
              <a:rPr lang="en-US" sz="3600" dirty="0" err="1">
                <a:latin typeface="ML-TTKarthika" panose="04000000000000000000" pitchFamily="82" charset="0"/>
              </a:rPr>
              <a:t>lw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XqIpt</a:t>
            </a:r>
            <a:r>
              <a:rPr lang="en-US" sz="3600" dirty="0">
                <a:latin typeface="ML-TTKarthika" panose="04000000000000000000" pitchFamily="82" charset="0"/>
              </a:rPr>
              <a:t>¶</a:t>
            </a:r>
          </a:p>
          <a:p>
            <a:r>
              <a:rPr lang="en-US" sz="3600" dirty="0">
                <a:latin typeface="ML-TTKarthika" panose="04000000000000000000" pitchFamily="82" charset="0"/>
              </a:rPr>
              <a:t>\n³ </a:t>
            </a:r>
            <a:r>
              <a:rPr lang="en-US" sz="3600" dirty="0" err="1">
                <a:latin typeface="ML-TTKarthika" panose="04000000000000000000" pitchFamily="82" charset="0"/>
              </a:rPr>
              <a:t>a¡sfÃmw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h¶n§p</a:t>
            </a:r>
            <a:endParaRPr lang="en-US" sz="3600" dirty="0">
              <a:latin typeface="ML-TTKarthika" panose="04000000000000000000" pitchFamily="82" charset="0"/>
            </a:endParaRPr>
          </a:p>
          <a:p>
            <a:r>
              <a:rPr lang="en-US" sz="3600" dirty="0">
                <a:latin typeface="ML-TTKarthika" panose="04000000000000000000" pitchFamily="82" charset="0"/>
              </a:rPr>
              <a:t>\n³ am[</a:t>
            </a:r>
            <a:r>
              <a:rPr lang="en-US" sz="3600" dirty="0" err="1">
                <a:latin typeface="ML-TTKarthika" panose="04000000000000000000" pitchFamily="82" charset="0"/>
              </a:rPr>
              <a:t>pcyw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cpNn¡s</a:t>
            </a:r>
            <a:r>
              <a:rPr lang="en-US" sz="3600" dirty="0">
                <a:latin typeface="ML-TTKarthika" panose="04000000000000000000" pitchFamily="82" charset="0"/>
              </a:rPr>
              <a:t>«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1460771" y="575109"/>
            <a:ext cx="6222458" cy="2085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meshamel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paathram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thookunne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makkalhellaam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vanningu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maadhuryam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ruchikkatte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184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C357-2F9C-6BA9-4192-40F594FF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337C-737C-F714-0DC9-23CCA7A9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Holy Communion – En </a:t>
            </a:r>
            <a:r>
              <a:rPr lang="en-SG" dirty="0" err="1">
                <a:latin typeface="Segoe UI"/>
                <a:cs typeface="Segoe UI"/>
              </a:rPr>
              <a:t>daivame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nin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meshamel</a:t>
            </a:r>
            <a:endParaRPr lang="en-US" dirty="0" err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1EDDB69-9480-992B-F7F5-2B506995DD8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992AE-98EE-1FF4-0742-1C2B6459CE12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2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54D51C-B323-51C0-DF4E-9CEA87481973}"/>
              </a:ext>
            </a:extLst>
          </p:cNvPr>
          <p:cNvSpPr/>
          <p:nvPr/>
        </p:nvSpPr>
        <p:spPr>
          <a:xfrm>
            <a:off x="2075016" y="2651446"/>
            <a:ext cx="499396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err="1">
                <a:latin typeface="ML-TTKarthika" panose="04000000000000000000" pitchFamily="82" charset="0"/>
              </a:rPr>
              <a:t>tbiphnsâ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Zm</a:t>
            </a:r>
            <a:r>
              <a:rPr lang="en-US" sz="3600" dirty="0">
                <a:latin typeface="ML-TTKarthika" panose="04000000000000000000" pitchFamily="82" charset="0"/>
              </a:rPr>
              <a:t>\</a:t>
            </a:r>
            <a:r>
              <a:rPr lang="en-US" sz="3600" dirty="0" err="1">
                <a:latin typeface="ML-TTKarthika" panose="04000000000000000000" pitchFamily="82" charset="0"/>
              </a:rPr>
              <a:t>sa</a:t>
            </a:r>
            <a:r>
              <a:rPr lang="en-US" sz="3600" dirty="0">
                <a:latin typeface="ML-TTKarthika" panose="04000000000000000000" pitchFamily="82" charset="0"/>
              </a:rPr>
              <a:t> X³</a:t>
            </a:r>
          </a:p>
          <a:p>
            <a:r>
              <a:rPr lang="en-US" sz="3600" dirty="0">
                <a:latin typeface="ML-TTKarthika" panose="04000000000000000000" pitchFamily="82" charset="0"/>
              </a:rPr>
              <a:t>amwkcà¯n³ </a:t>
            </a:r>
            <a:r>
              <a:rPr lang="en-US" sz="3600" dirty="0" err="1">
                <a:latin typeface="ML-TTKarthika" panose="04000000000000000000" pitchFamily="82" charset="0"/>
              </a:rPr>
              <a:t>hncpt</a:t>
            </a:r>
            <a:r>
              <a:rPr lang="en-US" sz="3600" dirty="0">
                <a:latin typeface="ML-TTKarthika" panose="04000000000000000000" pitchFamily="82" charset="0"/>
              </a:rPr>
              <a:t>¶</a:t>
            </a:r>
          </a:p>
          <a:p>
            <a:r>
              <a:rPr lang="en-US" sz="3600" dirty="0">
                <a:latin typeface="ML-TTKarthika" panose="04000000000000000000" pitchFamily="82" charset="0"/>
              </a:rPr>
              <a:t>Cu `£y]m\</a:t>
            </a:r>
            <a:r>
              <a:rPr lang="en-US" sz="3600" dirty="0" err="1">
                <a:latin typeface="ML-TTKarthika" panose="04000000000000000000" pitchFamily="82" charset="0"/>
              </a:rPr>
              <a:t>ob§sf</a:t>
            </a:r>
            <a:endParaRPr lang="en-US" sz="3600" dirty="0">
              <a:latin typeface="ML-TTKarthika" panose="04000000000000000000" pitchFamily="82" charset="0"/>
            </a:endParaRPr>
          </a:p>
          <a:p>
            <a:r>
              <a:rPr lang="en-US" sz="3600" dirty="0" err="1">
                <a:latin typeface="ML-TTKarthika" panose="04000000000000000000" pitchFamily="82" charset="0"/>
              </a:rPr>
              <a:t>BkzZn¸Xp</a:t>
            </a:r>
            <a:r>
              <a:rPr lang="en-US" sz="3600" dirty="0">
                <a:latin typeface="ML-TTKarthika" panose="04000000000000000000" pitchFamily="82" charset="0"/>
              </a:rPr>
              <a:t> am `</a:t>
            </a:r>
            <a:r>
              <a:rPr lang="en-US" sz="3600" dirty="0" err="1">
                <a:latin typeface="ML-TTKarthika" panose="04000000000000000000" pitchFamily="82" charset="0"/>
              </a:rPr>
              <a:t>mKyw</a:t>
            </a:r>
            <a:endParaRPr lang="en-US" sz="3600" dirty="0">
              <a:latin typeface="ML-TTKarthika" panose="04000000000000000000" pitchFamily="8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914874-F73C-3422-ABDB-79F41EA15139}"/>
              </a:ext>
            </a:extLst>
          </p:cNvPr>
          <p:cNvSpPr txBox="1">
            <a:spLocks/>
          </p:cNvSpPr>
          <p:nvPr/>
        </p:nvSpPr>
        <p:spPr>
          <a:xfrm>
            <a:off x="1460771" y="575109"/>
            <a:ext cx="6222458" cy="2085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yeshuvinte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daaname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maamsa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virunne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bhakshya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paaneeyangalhe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aaswadippathu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maa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bhaagyam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664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6198-1683-E090-7FC1-AA13B5E3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62F4-722F-4FBC-648B-6AFE4369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Holy Communion – En </a:t>
            </a:r>
            <a:r>
              <a:rPr lang="en-SG" dirty="0" err="1">
                <a:latin typeface="Segoe UI"/>
                <a:cs typeface="Segoe UI"/>
              </a:rPr>
              <a:t>daivame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nin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meshamel</a:t>
            </a:r>
            <a:endParaRPr lang="en-US" dirty="0" err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7649DCC-F2CE-B7DB-4F02-7363F028232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31A32-C6EC-ACED-FB84-CB5F95B14873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3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AB8FCF-7EC3-AF8A-3267-53BCB7CCE796}"/>
              </a:ext>
            </a:extLst>
          </p:cNvPr>
          <p:cNvSpPr/>
          <p:nvPr/>
        </p:nvSpPr>
        <p:spPr>
          <a:xfrm>
            <a:off x="1287476" y="2651446"/>
            <a:ext cx="57815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ML-TTKarthika" panose="04000000000000000000" pitchFamily="82" charset="0"/>
              </a:rPr>
              <a:t>]m{</a:t>
            </a:r>
            <a:r>
              <a:rPr lang="en-US" sz="3600" dirty="0" err="1">
                <a:latin typeface="ML-TTKarthika" panose="04000000000000000000" pitchFamily="82" charset="0"/>
              </a:rPr>
              <a:t>XXbnÃmt¯mÀ</a:t>
            </a:r>
            <a:r>
              <a:rPr lang="en-US" sz="3600" dirty="0">
                <a:latin typeface="ML-TTKarthika" panose="04000000000000000000" pitchFamily="82" charset="0"/>
              </a:rPr>
              <a:t> ap¼nÂ</a:t>
            </a:r>
          </a:p>
          <a:p>
            <a:r>
              <a:rPr lang="en-US" sz="3600" dirty="0">
                <a:latin typeface="ML-TTKarthika" panose="04000000000000000000" pitchFamily="82" charset="0"/>
              </a:rPr>
              <a:t>Cu {</a:t>
            </a:r>
            <a:r>
              <a:rPr lang="en-US" sz="3600" dirty="0" err="1">
                <a:latin typeface="ML-TTKarthika" panose="04000000000000000000" pitchFamily="82" charset="0"/>
              </a:rPr>
              <a:t>Zhy§Ä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sh¸sX´v</a:t>
            </a:r>
            <a:r>
              <a:rPr lang="en-US" sz="3600" dirty="0">
                <a:latin typeface="ML-TTKarthika" panose="04000000000000000000" pitchFamily="82" charset="0"/>
              </a:rPr>
              <a:t>?</a:t>
            </a:r>
          </a:p>
          <a:p>
            <a:r>
              <a:rPr lang="en-US" sz="3600" dirty="0">
                <a:latin typeface="ML-TTKarthika" panose="04000000000000000000" pitchFamily="82" charset="0"/>
              </a:rPr>
              <a:t>\n³ t]</a:t>
            </a:r>
            <a:r>
              <a:rPr lang="en-US" sz="3600" dirty="0" err="1">
                <a:latin typeface="ML-TTKarthika" panose="04000000000000000000" pitchFamily="82" charset="0"/>
              </a:rPr>
              <a:t>À¡tÃm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càw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Nn´n</a:t>
            </a:r>
            <a:endParaRPr lang="en-US" sz="3600" dirty="0">
              <a:latin typeface="ML-TTKarthika" panose="04000000000000000000" pitchFamily="82" charset="0"/>
            </a:endParaRPr>
          </a:p>
          <a:p>
            <a:r>
              <a:rPr lang="en-US" sz="3600" dirty="0">
                <a:latin typeface="ML-TTKarthika" panose="04000000000000000000" pitchFamily="82" charset="0"/>
              </a:rPr>
              <a:t>\n\¡</a:t>
            </a:r>
            <a:r>
              <a:rPr lang="en-US" sz="3600" dirty="0" err="1">
                <a:latin typeface="ML-TTKarthika" panose="04000000000000000000" pitchFamily="82" charset="0"/>
              </a:rPr>
              <a:t>ntÃ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a¡Ä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hoXw</a:t>
            </a:r>
            <a:r>
              <a:rPr lang="en-US" sz="3600" dirty="0">
                <a:latin typeface="ML-TTKarthika" panose="04000000000000000000" pitchFamily="82" charset="0"/>
              </a:rPr>
              <a:t>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2BCE68-42CE-021C-0701-45522B6BB37E}"/>
              </a:ext>
            </a:extLst>
          </p:cNvPr>
          <p:cNvSpPr txBox="1">
            <a:spLocks/>
          </p:cNvSpPr>
          <p:nvPr/>
        </p:nvSpPr>
        <p:spPr>
          <a:xfrm>
            <a:off x="1460771" y="575109"/>
            <a:ext cx="6222458" cy="2085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paathrathayillaaththorh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munpil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dravyangalh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veppathenth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perhkkallo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chinthi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ninakkille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makkalh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veetham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37826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99C0-0A63-055F-2E2D-656047A6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9EE6-CF11-FBA8-846E-F05CE9A3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Holy Communion – En </a:t>
            </a:r>
            <a:r>
              <a:rPr lang="en-SG" dirty="0" err="1">
                <a:latin typeface="Segoe UI"/>
                <a:cs typeface="Segoe UI"/>
              </a:rPr>
              <a:t>daivame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nin</a:t>
            </a:r>
            <a:r>
              <a:rPr lang="en-SG" dirty="0">
                <a:latin typeface="Segoe UI"/>
                <a:cs typeface="Segoe UI"/>
              </a:rPr>
              <a:t> </a:t>
            </a:r>
            <a:r>
              <a:rPr lang="en-SG" dirty="0" err="1">
                <a:latin typeface="Segoe UI"/>
                <a:cs typeface="Segoe UI"/>
              </a:rPr>
              <a:t>meshamel</a:t>
            </a:r>
            <a:r>
              <a:rPr lang="en-SG" dirty="0">
                <a:latin typeface="Segoe UI"/>
                <a:cs typeface="Segoe UI"/>
              </a:rPr>
              <a:t> 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A8E1F1E-ECF3-6819-9FA1-2F2C7113CB8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E4780-68FB-1211-9E6A-7065BBB2D5F2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4 of 4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55FA10-F913-7BDE-132B-049EA66F8F92}"/>
              </a:ext>
            </a:extLst>
          </p:cNvPr>
          <p:cNvSpPr/>
          <p:nvPr/>
        </p:nvSpPr>
        <p:spPr>
          <a:xfrm>
            <a:off x="1016813" y="2651446"/>
            <a:ext cx="60521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err="1">
                <a:latin typeface="ML-TTKarthika" panose="04000000000000000000" pitchFamily="82" charset="0"/>
              </a:rPr>
              <a:t>IÀ¯m</a:t>
            </a:r>
            <a:r>
              <a:rPr lang="en-US" sz="3600" dirty="0">
                <a:latin typeface="ML-TTKarthika" panose="04000000000000000000" pitchFamily="82" charset="0"/>
              </a:rPr>
              <a:t>, \n³ taibv¡n¼ambv</a:t>
            </a:r>
          </a:p>
          <a:p>
            <a:r>
              <a:rPr lang="en-US" sz="3600" dirty="0" err="1">
                <a:latin typeface="ML-TTKarthika" panose="04000000000000000000" pitchFamily="82" charset="0"/>
              </a:rPr>
              <a:t>tamZtamtShcpw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IqSn</a:t>
            </a:r>
            <a:endParaRPr lang="en-US" sz="3600" dirty="0">
              <a:latin typeface="ML-TTKarthika" panose="04000000000000000000" pitchFamily="82" charset="0"/>
            </a:endParaRPr>
          </a:p>
          <a:p>
            <a:r>
              <a:rPr lang="en-US" sz="3600" dirty="0">
                <a:latin typeface="ML-TTKarthika" panose="04000000000000000000" pitchFamily="82" charset="0"/>
              </a:rPr>
              <a:t>AXn³ aÀ½§Ä </a:t>
            </a:r>
            <a:r>
              <a:rPr lang="en-US" sz="3600" dirty="0" err="1">
                <a:latin typeface="ML-TTKarthika" panose="04000000000000000000" pitchFamily="82" charset="0"/>
              </a:rPr>
              <a:t>cpNnt¸mÀ</a:t>
            </a:r>
            <a:endParaRPr lang="en-US" sz="3600" dirty="0">
              <a:latin typeface="ML-TTKarthika" panose="04000000000000000000" pitchFamily="82" charset="0"/>
            </a:endParaRPr>
          </a:p>
          <a:p>
            <a:r>
              <a:rPr lang="en-US" sz="3600" dirty="0" err="1">
                <a:latin typeface="ML-TTKarthika" panose="04000000000000000000" pitchFamily="82" charset="0"/>
              </a:rPr>
              <a:t>apàn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BkzZn</a:t>
            </a:r>
            <a:r>
              <a:rPr lang="en-US" sz="3600" dirty="0">
                <a:latin typeface="ML-TTKarthika" panose="04000000000000000000" pitchFamily="82" charset="0"/>
              </a:rPr>
              <a:t>¡«</a:t>
            </a:r>
            <a:r>
              <a:rPr lang="en-US" sz="3600" dirty="0" err="1">
                <a:latin typeface="ML-TTKarthika" panose="04000000000000000000" pitchFamily="82" charset="0"/>
              </a:rPr>
              <a:t>nsl</a:t>
            </a:r>
            <a:endParaRPr lang="en-US" sz="3600" dirty="0">
              <a:latin typeface="ML-TTKarthika" panose="04000000000000000000" pitchFamily="8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F18C6A-2147-CA63-919E-E0EA327DB95A}"/>
              </a:ext>
            </a:extLst>
          </p:cNvPr>
          <p:cNvSpPr txBox="1">
            <a:spLocks/>
          </p:cNvSpPr>
          <p:nvPr/>
        </p:nvSpPr>
        <p:spPr>
          <a:xfrm>
            <a:off x="1172955" y="575109"/>
            <a:ext cx="6798090" cy="2085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karhththaa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meshaykkimpamaay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modamodevarum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koodi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athin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marhmmangalh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ruchipporh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mukthi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aaswadikkattihe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117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Hymn No. 248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8188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482803" y="907646"/>
            <a:ext cx="8178394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mahathwaththil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aardravaanaay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jeevikkumpolh</a:t>
            </a:r>
            <a:b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saadhu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njaanee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kshoni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thannil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klheshippaan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ethum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kaaryamillennente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ullham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chollunnu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47472" y="3050262"/>
            <a:ext cx="8449056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ssZhw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alXz¯nÂ</a:t>
            </a:r>
            <a:r>
              <a:rPr lang="en-US" sz="2800" dirty="0">
                <a:latin typeface="ML-TTKarthika" panose="04000000000000000000" pitchFamily="82" charset="0"/>
              </a:rPr>
              <a:t> BÀ{</a:t>
            </a:r>
            <a:r>
              <a:rPr lang="en-US" sz="2800" dirty="0" err="1">
                <a:latin typeface="ML-TTKarthika" panose="04000000000000000000" pitchFamily="82" charset="0"/>
              </a:rPr>
              <a:t>Zhm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Pohn¡pt¼mÄ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km[p Rm\o </a:t>
            </a:r>
            <a:r>
              <a:rPr lang="en-US" sz="2800" dirty="0" err="1">
                <a:latin typeface="ML-TTKarthika" panose="04000000000000000000" pitchFamily="82" charset="0"/>
              </a:rPr>
              <a:t>t£mWn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X¶nÂ</a:t>
            </a:r>
            <a:r>
              <a:rPr lang="en-US" sz="2800" dirty="0">
                <a:latin typeface="ML-TTKarthika" panose="04000000000000000000" pitchFamily="82" charset="0"/>
              </a:rPr>
              <a:t> t¢in¸m³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GXpw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ImcyanÃs¶sâbpÅw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sNmÃp¶p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1 of 9</a:t>
            </a:r>
          </a:p>
        </p:txBody>
      </p:sp>
    </p:spTree>
    <p:extLst>
      <p:ext uri="{BB962C8B-B14F-4D97-AF65-F5344CB8AC3E}">
        <p14:creationId xmlns:p14="http://schemas.microsoft.com/office/powerpoint/2010/main" val="232143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F5E7-A8C0-BFB9-BAC6-C2CA8D90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7C1D-79F5-11A1-B4A1-F48C4532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56544-E4DA-C75D-84AA-AE0700453724}"/>
              </a:ext>
            </a:extLst>
          </p:cNvPr>
          <p:cNvSpPr txBox="1"/>
          <p:nvPr/>
        </p:nvSpPr>
        <p:spPr>
          <a:xfrm>
            <a:off x="636423" y="907646"/>
            <a:ext cx="7871155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vaishamyamullhethu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kunnum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karerhi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kolhvan</a:t>
            </a:r>
            <a:b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rakshakanen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kaalukalhkku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vegamaay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theernnen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paathayil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maanine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odidum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77506-15F9-3ED3-6D77-BED0DC71649D}"/>
              </a:ext>
            </a:extLst>
          </p:cNvPr>
          <p:cNvSpPr txBox="1"/>
          <p:nvPr/>
        </p:nvSpPr>
        <p:spPr>
          <a:xfrm>
            <a:off x="347472" y="3050262"/>
            <a:ext cx="8449056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sshjayaptÅXp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Ip¶pw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Itcdn</a:t>
            </a:r>
            <a:r>
              <a:rPr lang="en-US" sz="2800" dirty="0">
                <a:latin typeface="ML-TTKarthika" panose="04000000000000000000" pitchFamily="82" charset="0"/>
              </a:rPr>
              <a:t> \S sImÄhm³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c£Is</a:t>
            </a:r>
            <a:r>
              <a:rPr lang="en-US" sz="2800" dirty="0">
                <a:latin typeface="ML-TTKarthika" panose="04000000000000000000" pitchFamily="82" charset="0"/>
              </a:rPr>
              <a:t>\³ </a:t>
            </a:r>
            <a:r>
              <a:rPr lang="en-US" sz="2800" dirty="0" err="1">
                <a:latin typeface="ML-TTKarthika" panose="04000000000000000000" pitchFamily="82" charset="0"/>
              </a:rPr>
              <a:t>ImepIÄ¡p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thKambv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XoÀs¶³ ]</a:t>
            </a:r>
            <a:r>
              <a:rPr lang="en-US" sz="2800" dirty="0" err="1">
                <a:latin typeface="ML-TTKarthika" panose="04000000000000000000" pitchFamily="82" charset="0"/>
              </a:rPr>
              <a:t>mXbnÂ</a:t>
            </a:r>
            <a:r>
              <a:rPr lang="en-US" sz="2800" dirty="0">
                <a:latin typeface="ML-TTKarthika" panose="04000000000000000000" pitchFamily="82" charset="0"/>
              </a:rPr>
              <a:t> Rm³ am\ns\</a:t>
            </a:r>
            <a:r>
              <a:rPr lang="en-US" sz="2800" dirty="0" err="1">
                <a:latin typeface="ML-TTKarthika" panose="04000000000000000000" pitchFamily="82" charset="0"/>
              </a:rPr>
              <a:t>t¸mtemSnSpw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32ED1-B5F0-3D84-501D-CC711AE01EE9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2 of 9</a:t>
            </a:r>
          </a:p>
        </p:txBody>
      </p:sp>
    </p:spTree>
    <p:extLst>
      <p:ext uri="{BB962C8B-B14F-4D97-AF65-F5344CB8AC3E}">
        <p14:creationId xmlns:p14="http://schemas.microsoft.com/office/powerpoint/2010/main" val="1338693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9557-6C38-9A3B-4A4E-C823528A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4947-AB00-3688-9E89-ACA5AEAD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D545C-1CA6-D7A5-31A9-640D2D92980D}"/>
              </a:ext>
            </a:extLst>
          </p:cNvPr>
          <p:cNvSpPr txBox="1"/>
          <p:nvPr/>
        </p:nvSpPr>
        <p:spPr>
          <a:xfrm>
            <a:off x="994868" y="907646"/>
            <a:ext cx="7154265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aarumenikkillenno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ekanaayi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theerhnnuvenno</a:t>
            </a:r>
            <a:b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maanasaththil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aadhi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poondu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khedippaan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saadhu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andhanaayi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theerhnnidalle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910B4-9D0C-5A7C-AB96-88551D0731EF}"/>
              </a:ext>
            </a:extLst>
          </p:cNvPr>
          <p:cNvSpPr txBox="1"/>
          <p:nvPr/>
        </p:nvSpPr>
        <p:spPr>
          <a:xfrm>
            <a:off x="532181" y="3050262"/>
            <a:ext cx="8079638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Bcpsa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n¡nsÃt¶m</a:t>
            </a:r>
            <a:r>
              <a:rPr lang="en-US" sz="2800" dirty="0">
                <a:latin typeface="ML-TTKarthika" panose="04000000000000000000" pitchFamily="82" charset="0"/>
              </a:rPr>
              <a:t> Rm³ GI\</a:t>
            </a:r>
            <a:r>
              <a:rPr lang="en-US" sz="2800" dirty="0" err="1">
                <a:latin typeface="ML-TTKarthika" panose="04000000000000000000" pitchFamily="82" charset="0"/>
              </a:rPr>
              <a:t>mbn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XoÀ¶psht¶m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am\</a:t>
            </a:r>
            <a:r>
              <a:rPr lang="en-US" sz="2800" dirty="0" err="1">
                <a:latin typeface="ML-TTKarthika" panose="04000000000000000000" pitchFamily="82" charset="0"/>
              </a:rPr>
              <a:t>k¯nem</a:t>
            </a:r>
            <a:r>
              <a:rPr lang="en-US" sz="2800" dirty="0">
                <a:latin typeface="ML-TTKarthika" panose="04000000000000000000" pitchFamily="82" charset="0"/>
              </a:rPr>
              <a:t>[n ]</a:t>
            </a:r>
            <a:r>
              <a:rPr lang="en-US" sz="2800" dirty="0" err="1">
                <a:latin typeface="ML-TTKarthika" panose="04000000000000000000" pitchFamily="82" charset="0"/>
              </a:rPr>
              <a:t>q¬Sp</a:t>
            </a:r>
            <a:r>
              <a:rPr lang="en-US" sz="2800" dirty="0">
                <a:latin typeface="ML-TTKarthika" panose="04000000000000000000" pitchFamily="82" charset="0"/>
              </a:rPr>
              <a:t> tJZn¸m³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km[p AÔ\</a:t>
            </a:r>
            <a:r>
              <a:rPr lang="en-US" sz="2800" dirty="0" err="1">
                <a:latin typeface="ML-TTKarthika" panose="04000000000000000000" pitchFamily="82" charset="0"/>
              </a:rPr>
              <a:t>mbn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XoÀ¶nSsÃ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ssZhta</a:t>
            </a:r>
            <a:r>
              <a:rPr lang="en-US" sz="2800" dirty="0">
                <a:latin typeface="ML-TTKarthika" panose="04000000000000000000" pitchFamily="82" charset="0"/>
              </a:rPr>
              <a:t>! (2)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36D09-BA94-B373-248B-E03DAFD86E2E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3 of 9</a:t>
            </a:r>
          </a:p>
        </p:txBody>
      </p:sp>
    </p:spTree>
    <p:extLst>
      <p:ext uri="{BB962C8B-B14F-4D97-AF65-F5344CB8AC3E}">
        <p14:creationId xmlns:p14="http://schemas.microsoft.com/office/powerpoint/2010/main" val="3692014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93DF-66AF-B7CE-C2A5-5EF302F4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6FF6-B776-F913-5405-2D3A7550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74AEA-7C4C-DF5B-FDF1-FFFF2C1E8003}"/>
              </a:ext>
            </a:extLst>
          </p:cNvPr>
          <p:cNvSpPr txBox="1"/>
          <p:nvPr/>
        </p:nvSpPr>
        <p:spPr>
          <a:xfrm>
            <a:off x="647395" y="907646"/>
            <a:ext cx="7849210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snehithanmaarh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sanghamathre</a:t>
            </a: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ippolhavarh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daivamunpil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sevayaam</a:t>
            </a: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kaaval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cheythu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shushrooshippaan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vannidum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2716B-F4F6-8203-434C-D935746A475F}"/>
              </a:ext>
            </a:extLst>
          </p:cNvPr>
          <p:cNvSpPr txBox="1"/>
          <p:nvPr/>
        </p:nvSpPr>
        <p:spPr>
          <a:xfrm>
            <a:off x="785470" y="3050262"/>
            <a:ext cx="7573061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nXy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lnX·mÀ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ssZh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ZqXkwLat</a:t>
            </a:r>
            <a:r>
              <a:rPr lang="en-US" sz="2800" dirty="0">
                <a:latin typeface="ML-TTKarthika" panose="04000000000000000000" pitchFamily="82" charset="0"/>
              </a:rPr>
              <a:t>{X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Ct¸mfhÀ</a:t>
            </a:r>
            <a:r>
              <a:rPr lang="en-US" sz="2800" dirty="0">
                <a:latin typeface="ML-TTKarthika" panose="04000000000000000000" pitchFamily="82" charset="0"/>
              </a:rPr>
              <a:t> ssZhap¼nÂ </a:t>
            </a:r>
            <a:r>
              <a:rPr lang="en-US" sz="2800" dirty="0" err="1">
                <a:latin typeface="ML-TTKarthika" panose="04000000000000000000" pitchFamily="82" charset="0"/>
              </a:rPr>
              <a:t>tkhbmw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Fs¶ </a:t>
            </a:r>
            <a:r>
              <a:rPr lang="en-US" sz="2800" dirty="0" err="1">
                <a:latin typeface="ML-TTKarthika" panose="04000000000000000000" pitchFamily="82" charset="0"/>
              </a:rPr>
              <a:t>ImhÂ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sNbvXp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ip</a:t>
            </a:r>
            <a:r>
              <a:rPr lang="en-US" sz="2800" dirty="0">
                <a:latin typeface="ML-TTKarthika" panose="04000000000000000000" pitchFamily="82" charset="0"/>
              </a:rPr>
              <a:t>{iqjn¸m³ </a:t>
            </a:r>
            <a:r>
              <a:rPr lang="en-US" sz="2800" dirty="0" err="1">
                <a:latin typeface="ML-TTKarthika" panose="04000000000000000000" pitchFamily="82" charset="0"/>
              </a:rPr>
              <a:t>h¶nSpw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BCDBB-2DA4-A967-B63F-53DDD5A3101A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4 of 9</a:t>
            </a:r>
          </a:p>
        </p:txBody>
      </p:sp>
    </p:spTree>
    <p:extLst>
      <p:ext uri="{BB962C8B-B14F-4D97-AF65-F5344CB8AC3E}">
        <p14:creationId xmlns:p14="http://schemas.microsoft.com/office/powerpoint/2010/main" val="37781389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7533-23E0-4939-5EB7-ACCAB66D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2D63C-15E7-FEBF-2C86-A64CAE4F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4B079-F61F-AB1B-59F5-DD70E5F8405D}"/>
              </a:ext>
            </a:extLst>
          </p:cNvPr>
          <p:cNvSpPr txBox="1"/>
          <p:nvPr/>
        </p:nvSpPr>
        <p:spPr>
          <a:xfrm>
            <a:off x="647395" y="907646"/>
            <a:ext cx="7849210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dukhithanaay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poy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marubhoovil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kidannaalum</a:t>
            </a:r>
            <a:b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orthu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dootharh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vannidum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ettam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choododappavumaay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vannidum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09490-760F-E832-1374-5AA922E18B77}"/>
              </a:ext>
            </a:extLst>
          </p:cNvPr>
          <p:cNvSpPr txBox="1"/>
          <p:nvPr/>
        </p:nvSpPr>
        <p:spPr>
          <a:xfrm>
            <a:off x="785470" y="3050262"/>
            <a:ext cx="7573061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ZpxJnX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mtbmSnt¸mbv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acp`qhnÂ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InS¶mepw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Fs¶ </a:t>
            </a:r>
            <a:r>
              <a:rPr lang="en-US" sz="2800" dirty="0" err="1">
                <a:latin typeface="ML-TTKarthika" panose="04000000000000000000" pitchFamily="82" charset="0"/>
              </a:rPr>
              <a:t>HmÀ¯p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ssZhZqXÀ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h¶nSpw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Gäw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\l </a:t>
            </a:r>
            <a:r>
              <a:rPr lang="en-US" sz="2800" dirty="0" err="1">
                <a:latin typeface="ML-TTKarthika" panose="04000000000000000000" pitchFamily="82" charset="0"/>
              </a:rPr>
              <a:t>NqtSmS¸hpambv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h¶oSpw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8DF18-40D4-CD14-A830-8CAEDC4BF62C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5 of 9</a:t>
            </a:r>
          </a:p>
        </p:txBody>
      </p:sp>
    </p:spTree>
    <p:extLst>
      <p:ext uri="{BB962C8B-B14F-4D97-AF65-F5344CB8AC3E}">
        <p14:creationId xmlns:p14="http://schemas.microsoft.com/office/powerpoint/2010/main" val="1850701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0A2D-C3F1-3397-D2FF-A378E6E3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0AC8-A6E7-B810-2529-3FC306B91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FD1D1-3323-1F3F-07C2-0C0D81DC1466}"/>
              </a:ext>
            </a:extLst>
          </p:cNvPr>
          <p:cNvSpPr txBox="1"/>
          <p:nvPr/>
        </p:nvSpPr>
        <p:spPr>
          <a:xfrm>
            <a:off x="647395" y="907646"/>
            <a:ext cx="7849210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naalhayekkonden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manassil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lava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lesham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bhaaramilla</a:t>
            </a:r>
            <a:b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oro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daivamenne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pottunnu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kaikalhil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dinam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thorhum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chaarunnu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AA64A-44E4-FB6A-9BC9-BD0224BA9E53}"/>
              </a:ext>
            </a:extLst>
          </p:cNvPr>
          <p:cNvSpPr txBox="1"/>
          <p:nvPr/>
        </p:nvSpPr>
        <p:spPr>
          <a:xfrm>
            <a:off x="785470" y="3050262"/>
            <a:ext cx="7573061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msfsbs¡m¬sS</a:t>
            </a:r>
            <a:r>
              <a:rPr lang="en-US" sz="2800" dirty="0">
                <a:latin typeface="ML-TTKarthika" panose="04000000000000000000" pitchFamily="82" charset="0"/>
              </a:rPr>
              <a:t>·\</a:t>
            </a:r>
            <a:r>
              <a:rPr lang="en-US" sz="2800" dirty="0" err="1">
                <a:latin typeface="ML-TTKarthika" panose="04000000000000000000" pitchFamily="82" charset="0"/>
              </a:rPr>
              <a:t>ÊnÂ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ehteiw</a:t>
            </a:r>
            <a:r>
              <a:rPr lang="en-US" sz="2800" dirty="0">
                <a:latin typeface="ML-TTKarthika" panose="04000000000000000000" pitchFamily="82" charset="0"/>
              </a:rPr>
              <a:t> `</a:t>
            </a:r>
            <a:r>
              <a:rPr lang="en-US" sz="2800" dirty="0" err="1">
                <a:latin typeface="ML-TTKarthika" panose="04000000000000000000" pitchFamily="82" charset="0"/>
              </a:rPr>
              <a:t>mcanÃ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Hmtcm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mfpw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ssZhsas</a:t>
            </a:r>
            <a:r>
              <a:rPr lang="en-US" sz="2800" dirty="0">
                <a:latin typeface="ML-TTKarthika" panose="04000000000000000000" pitchFamily="82" charset="0"/>
              </a:rPr>
              <a:t>¶ t]</a:t>
            </a:r>
            <a:r>
              <a:rPr lang="en-US" sz="2800" dirty="0" err="1">
                <a:latin typeface="ML-TTKarthika" panose="04000000000000000000" pitchFamily="82" charset="0"/>
              </a:rPr>
              <a:t>mäp¶p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Xsâ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ssIIfnÂ</a:t>
            </a:r>
            <a:r>
              <a:rPr lang="en-US" sz="2800" dirty="0">
                <a:latin typeface="ML-TTKarthika" panose="04000000000000000000" pitchFamily="82" charset="0"/>
              </a:rPr>
              <a:t> Rm³ Zn\</a:t>
            </a:r>
            <a:r>
              <a:rPr lang="en-US" sz="2800" dirty="0" err="1">
                <a:latin typeface="ML-TTKarthika" panose="04000000000000000000" pitchFamily="82" charset="0"/>
              </a:rPr>
              <a:t>wtXmdpw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Nmcp¶p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4774A-E9F8-6575-F73C-8930683F9424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6 of 9</a:t>
            </a:r>
          </a:p>
        </p:txBody>
      </p:sp>
    </p:spTree>
    <p:extLst>
      <p:ext uri="{BB962C8B-B14F-4D97-AF65-F5344CB8AC3E}">
        <p14:creationId xmlns:p14="http://schemas.microsoft.com/office/powerpoint/2010/main" val="2224426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09EE-F034-B954-E9B0-389877DB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5BE5-5298-4990-1DD6-92AFD0DB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CECDB-54F5-3CE2-4EFC-7393A1AE8241}"/>
              </a:ext>
            </a:extLst>
          </p:cNvPr>
          <p:cNvSpPr txBox="1"/>
          <p:nvPr/>
        </p:nvSpPr>
        <p:spPr>
          <a:xfrm>
            <a:off x="1169434" y="907646"/>
            <a:ext cx="6805133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kaakkakalhe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vichaarippin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vithayilla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koyththumilla</a:t>
            </a: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avaykkaayi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vendathekunnu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lilli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pushpangalhkkum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shobha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nalkunnu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6BE79-9C55-5F87-B609-FD38BBF8674A}"/>
              </a:ext>
            </a:extLst>
          </p:cNvPr>
          <p:cNvSpPr txBox="1"/>
          <p:nvPr/>
        </p:nvSpPr>
        <p:spPr>
          <a:xfrm>
            <a:off x="1076706" y="3050262"/>
            <a:ext cx="6990588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Im¡Isf</a:t>
            </a:r>
            <a:r>
              <a:rPr lang="en-US" sz="2800" dirty="0">
                <a:latin typeface="ML-TTKarthika" panose="04000000000000000000" pitchFamily="82" charset="0"/>
              </a:rPr>
              <a:t> hnNmcn¸n³ </a:t>
            </a:r>
            <a:r>
              <a:rPr lang="en-US" sz="2800" dirty="0" err="1">
                <a:latin typeface="ML-TTKarthika" panose="04000000000000000000" pitchFamily="82" charset="0"/>
              </a:rPr>
              <a:t>hnXbnÃ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sImbv¯panÃ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ssZhw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Ahbv¡mbn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th¬StXIp¶p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enÃn</a:t>
            </a:r>
            <a:r>
              <a:rPr lang="en-US" sz="2800" dirty="0">
                <a:latin typeface="ML-TTKarthika" panose="04000000000000000000" pitchFamily="82" charset="0"/>
              </a:rPr>
              <a:t> ]</a:t>
            </a:r>
            <a:r>
              <a:rPr lang="en-US" sz="2800" dirty="0" err="1">
                <a:latin typeface="ML-TTKarthika" panose="04000000000000000000" pitchFamily="82" charset="0"/>
              </a:rPr>
              <a:t>pjv</a:t>
            </a:r>
            <a:r>
              <a:rPr lang="en-US" sz="2800" dirty="0">
                <a:latin typeface="ML-TTKarthika" panose="04000000000000000000" pitchFamily="82" charset="0"/>
              </a:rPr>
              <a:t>]§Ä¡pah³ </a:t>
            </a:r>
            <a:r>
              <a:rPr lang="en-US" sz="2800" dirty="0" err="1">
                <a:latin typeface="ML-TTKarthika" panose="04000000000000000000" pitchFamily="82" charset="0"/>
              </a:rPr>
              <a:t>tim</a:t>
            </a:r>
            <a:r>
              <a:rPr lang="en-US" sz="2800" dirty="0">
                <a:latin typeface="ML-TTKarthika" panose="04000000000000000000" pitchFamily="82" charset="0"/>
              </a:rPr>
              <a:t>` \</a:t>
            </a:r>
            <a:r>
              <a:rPr lang="en-US" sz="2800" dirty="0" err="1">
                <a:latin typeface="ML-TTKarthika" panose="04000000000000000000" pitchFamily="82" charset="0"/>
              </a:rPr>
              <a:t>ÂIp¶p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E88EB-5A99-14DD-74E6-69C34DE7637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7 of 9</a:t>
            </a:r>
          </a:p>
        </p:txBody>
      </p:sp>
    </p:spTree>
    <p:extLst>
      <p:ext uri="{BB962C8B-B14F-4D97-AF65-F5344CB8AC3E}">
        <p14:creationId xmlns:p14="http://schemas.microsoft.com/office/powerpoint/2010/main" val="4247893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D7CE-F119-1088-EC06-643E9C78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B44B-FAFB-7C2A-D7F6-4D769874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96F37-72BF-0807-5B96-569A4F5B888D}"/>
              </a:ext>
            </a:extLst>
          </p:cNvPr>
          <p:cNvSpPr txBox="1"/>
          <p:nvPr/>
        </p:nvSpPr>
        <p:spPr>
          <a:xfrm>
            <a:off x="651054" y="907646"/>
            <a:ext cx="7841893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pathmos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dweepil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ekanaay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vasichaalum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bhayamilla</a:t>
            </a: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swarggam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thurhannente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vannidum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darshanaththaal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vivashanaay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47305-D779-90C0-F1CA-5EB8E48C1B1C}"/>
              </a:ext>
            </a:extLst>
          </p:cNvPr>
          <p:cNvSpPr txBox="1"/>
          <p:nvPr/>
        </p:nvSpPr>
        <p:spPr>
          <a:xfrm>
            <a:off x="596875" y="3050262"/>
            <a:ext cx="7950251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tßmkv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Zzo</a:t>
            </a:r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nÂ</a:t>
            </a:r>
            <a:r>
              <a:rPr lang="en-US" sz="2800" dirty="0">
                <a:latin typeface="ML-TTKarthika" panose="04000000000000000000" pitchFamily="82" charset="0"/>
              </a:rPr>
              <a:t> GI\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hkn¨mepw</a:t>
            </a:r>
            <a:r>
              <a:rPr lang="en-US" sz="2800" dirty="0">
                <a:latin typeface="ML-TTKarthika" panose="04000000000000000000" pitchFamily="82" charset="0"/>
              </a:rPr>
              <a:t> `</a:t>
            </a:r>
            <a:r>
              <a:rPr lang="en-US" sz="2800" dirty="0" err="1">
                <a:latin typeface="ML-TTKarthika" panose="04000000000000000000" pitchFamily="82" charset="0"/>
              </a:rPr>
              <a:t>banÃ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kzÀ¤w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Xpds¶sâ</a:t>
            </a:r>
            <a:r>
              <a:rPr lang="en-US" sz="2800" dirty="0">
                <a:latin typeface="ML-TTKarthika" panose="04000000000000000000" pitchFamily="82" charset="0"/>
              </a:rPr>
              <a:t> {]nb³ </a:t>
            </a:r>
            <a:r>
              <a:rPr lang="en-US" sz="2800" dirty="0" err="1">
                <a:latin typeface="ML-TTKarthika" panose="04000000000000000000" pitchFamily="82" charset="0"/>
              </a:rPr>
              <a:t>h¶nSpw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alm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ZÀi</a:t>
            </a:r>
            <a:r>
              <a:rPr lang="en-US" sz="2800" dirty="0">
                <a:latin typeface="ML-TTKarthika" panose="04000000000000000000" pitchFamily="82" charset="0"/>
              </a:rPr>
              <a:t>\¯</a:t>
            </a:r>
            <a:r>
              <a:rPr lang="en-US" sz="2800" dirty="0" err="1">
                <a:latin typeface="ML-TTKarthika" panose="04000000000000000000" pitchFamily="82" charset="0"/>
              </a:rPr>
              <a:t>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hnhi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mbv¯ocpw</a:t>
            </a:r>
            <a:r>
              <a:rPr lang="en-US" sz="2800" dirty="0">
                <a:latin typeface="ML-TTKarthika" panose="04000000000000000000" pitchFamily="82" charset="0"/>
              </a:rPr>
              <a:t> Rm³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C1324-87A2-432A-C2F7-79807DBEF408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8 of 9</a:t>
            </a:r>
          </a:p>
        </p:txBody>
      </p:sp>
    </p:spTree>
    <p:extLst>
      <p:ext uri="{BB962C8B-B14F-4D97-AF65-F5344CB8AC3E}">
        <p14:creationId xmlns:p14="http://schemas.microsoft.com/office/powerpoint/2010/main" val="757515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ADFDE-4E4A-53ED-07CA-CE99FBD2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70B0-C9CE-286C-8A1A-6B7093D7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C7763-97B4-F9C6-8030-0A2BECE200A5}"/>
              </a:ext>
            </a:extLst>
          </p:cNvPr>
          <p:cNvSpPr txBox="1"/>
          <p:nvPr/>
        </p:nvSpPr>
        <p:spPr>
          <a:xfrm>
            <a:off x="651054" y="907646"/>
            <a:ext cx="7841893" cy="13619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mahesha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karunesha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ponnu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thaatha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neeyenikkaay</a:t>
            </a:r>
            <a:b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vendathellaam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daya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thonni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nalkumpolh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dehi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vrithha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kalangunnathenthinaay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860CF-A563-AE79-C92A-4587D5332499}"/>
              </a:ext>
            </a:extLst>
          </p:cNvPr>
          <p:cNvSpPr txBox="1"/>
          <p:nvPr/>
        </p:nvSpPr>
        <p:spPr>
          <a:xfrm>
            <a:off x="404508" y="3050262"/>
            <a:ext cx="8334985" cy="136191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lm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r>
              <a:rPr lang="en-US" sz="2800" dirty="0" err="1">
                <a:latin typeface="ML-TTKarthika" panose="04000000000000000000" pitchFamily="82" charset="0"/>
              </a:rPr>
              <a:t>atlim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r>
              <a:rPr lang="en-US" sz="2800" dirty="0" err="1">
                <a:latin typeface="ML-TTKarthika" panose="04000000000000000000" pitchFamily="82" charset="0"/>
              </a:rPr>
              <a:t>IcptWim</a:t>
            </a:r>
            <a:r>
              <a:rPr lang="en-US" sz="2800" dirty="0">
                <a:latin typeface="ML-TTKarthika" panose="04000000000000000000" pitchFamily="82" charset="0"/>
              </a:rPr>
              <a:t>! s]</a:t>
            </a:r>
            <a:r>
              <a:rPr lang="en-US" sz="2800" dirty="0" err="1">
                <a:latin typeface="ML-TTKarthika" panose="04000000000000000000" pitchFamily="82" charset="0"/>
              </a:rPr>
              <a:t>m¶p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XmXm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osb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n¡mbv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th¬SsXÃmw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Zb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tXm¶n</a:t>
            </a:r>
            <a:r>
              <a:rPr lang="en-US" sz="2800" dirty="0">
                <a:latin typeface="ML-TTKarthika" panose="04000000000000000000" pitchFamily="82" charset="0"/>
              </a:rPr>
              <a:t> \ÂIpt¼mÄ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tZln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hrYm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Ie§p¶sX´n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CC427-B7DF-4F58-D307-B248B6633DD1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9 of 9</a:t>
            </a:r>
          </a:p>
        </p:txBody>
      </p:sp>
    </p:spTree>
    <p:extLst>
      <p:ext uri="{BB962C8B-B14F-4D97-AF65-F5344CB8AC3E}">
        <p14:creationId xmlns:p14="http://schemas.microsoft.com/office/powerpoint/2010/main" val="12849746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Hymn No. 242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740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589300" y="616211"/>
            <a:ext cx="7965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snehaththin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idayanaam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0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vazhiyum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sathyavum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nithyamaam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daivaputhra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indent="352425"/>
            <a:r>
              <a:rPr lang="en-US" sz="700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njangalkku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352425"/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035077" y="2575345"/>
            <a:ext cx="7069312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\l¯n³ </a:t>
            </a:r>
            <a:r>
              <a:rPr lang="en-US" sz="2800" dirty="0" err="1">
                <a:latin typeface="ML-TTKarthika" panose="04000000000000000000" pitchFamily="82" charset="0"/>
              </a:rPr>
              <a:t>CSb</a:t>
            </a:r>
            <a:r>
              <a:rPr lang="en-US" sz="2800" dirty="0">
                <a:latin typeface="ML-TTKarthika" panose="04000000000000000000" pitchFamily="82" charset="0"/>
              </a:rPr>
              <a:t>\mw </a:t>
            </a:r>
            <a:r>
              <a:rPr lang="en-US" sz="2800" dirty="0" err="1">
                <a:latin typeface="ML-TTKarthika" panose="04000000000000000000" pitchFamily="82" charset="0"/>
              </a:rPr>
              <a:t>tbipth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hgnbpw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kXyhpw</a:t>
            </a:r>
            <a:r>
              <a:rPr lang="en-US" sz="2800" dirty="0">
                <a:latin typeface="ML-TTKarthika" panose="04000000000000000000" pitchFamily="82" charset="0"/>
              </a:rPr>
              <a:t> \o am{</a:t>
            </a:r>
            <a:r>
              <a:rPr lang="en-US" sz="2800" dirty="0" err="1">
                <a:latin typeface="ML-TTKarthika" panose="04000000000000000000" pitchFamily="82" charset="0"/>
              </a:rPr>
              <a:t>Xta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nXyamw</a:t>
            </a:r>
            <a:r>
              <a:rPr lang="en-US" sz="2800" dirty="0">
                <a:latin typeface="ML-TTKarthika" panose="04000000000000000000" pitchFamily="82" charset="0"/>
              </a:rPr>
              <a:t> Poh\pw </a:t>
            </a:r>
            <a:r>
              <a:rPr lang="en-US" sz="2800" dirty="0" err="1">
                <a:latin typeface="ML-TTKarthika" panose="04000000000000000000" pitchFamily="82" charset="0"/>
              </a:rPr>
              <a:t>ssZh</a:t>
            </a:r>
            <a:r>
              <a:rPr lang="en-US" sz="2800" dirty="0">
                <a:latin typeface="ML-TTKarthika" panose="04000000000000000000" pitchFamily="82" charset="0"/>
              </a:rPr>
              <a:t>]p{</a:t>
            </a:r>
            <a:r>
              <a:rPr lang="en-US" sz="2800" dirty="0" err="1">
                <a:latin typeface="ML-TTKarthika" panose="04000000000000000000" pitchFamily="82" charset="0"/>
              </a:rPr>
              <a:t>Xm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407988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r>
              <a:rPr lang="en-US" sz="2800" dirty="0" err="1">
                <a:latin typeface="ML-TTKarthika" panose="04000000000000000000" pitchFamily="82" charset="0"/>
              </a:rPr>
              <a:t>R§Ä¡p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407988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endParaRPr lang="en-US" sz="2700" dirty="0">
              <a:latin typeface="ML-TTKarthika" panose="04000000000000000000" pitchFamily="8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1 of 7 </a:t>
            </a:r>
          </a:p>
        </p:txBody>
      </p:sp>
    </p:spTree>
    <p:extLst>
      <p:ext uri="{BB962C8B-B14F-4D97-AF65-F5344CB8AC3E}">
        <p14:creationId xmlns:p14="http://schemas.microsoft.com/office/powerpoint/2010/main" val="37799118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B47FA-9318-1ADD-2424-7FACB32F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6898-F0D9-8066-2D38-D5F52CCAF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7D7DA97-5526-A6F2-4E28-C30E1E0ED06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DCC454-2CB9-9F94-7EF6-FE9D9DD31DC7}"/>
              </a:ext>
            </a:extLst>
          </p:cNvPr>
          <p:cNvSpPr/>
          <p:nvPr/>
        </p:nvSpPr>
        <p:spPr>
          <a:xfrm>
            <a:off x="340157" y="616211"/>
            <a:ext cx="8463686" cy="2037845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papikalhkkaay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valanj-alanjathum</a:t>
            </a: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aadukalhkkaay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vedinjathum</a:t>
            </a: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paadukalh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pettathum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aarh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naayakaa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GB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352425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352425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372272E-D5B8-23AB-4FE3-A8A69AF23326}"/>
              </a:ext>
            </a:extLst>
          </p:cNvPr>
          <p:cNvSpPr txBox="1"/>
          <p:nvPr/>
        </p:nvSpPr>
        <p:spPr>
          <a:xfrm>
            <a:off x="1035077" y="2614701"/>
            <a:ext cx="7069312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 panose="04000000000000000000" pitchFamily="82" charset="0"/>
              </a:rPr>
              <a:t>]m]</a:t>
            </a:r>
            <a:r>
              <a:rPr lang="en-US" sz="2800" dirty="0" err="1">
                <a:latin typeface="ML-TTKarthika" panose="04000000000000000000" pitchFamily="82" charset="0"/>
              </a:rPr>
              <a:t>nIÄ¡mbv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heªeªXpw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BSpIÄ¡mbv</a:t>
            </a:r>
            <a:r>
              <a:rPr lang="en-US" sz="2800" dirty="0">
                <a:latin typeface="ML-TTKarthika" panose="04000000000000000000" pitchFamily="82" charset="0"/>
              </a:rPr>
              <a:t> Poh³ </a:t>
            </a:r>
            <a:r>
              <a:rPr lang="en-US" sz="2800" dirty="0" err="1">
                <a:latin typeface="ML-TTKarthika" panose="04000000000000000000" pitchFamily="82" charset="0"/>
              </a:rPr>
              <a:t>shSnªXpw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mSpIÄs</a:t>
            </a:r>
            <a:r>
              <a:rPr lang="en-US" sz="2800" dirty="0">
                <a:latin typeface="ML-TTKarthika" panose="04000000000000000000" pitchFamily="82" charset="0"/>
              </a:rPr>
              <a:t>]«</a:t>
            </a:r>
            <a:r>
              <a:rPr lang="en-US" sz="2800" dirty="0" err="1">
                <a:latin typeface="ML-TTKarthika" panose="04000000000000000000" pitchFamily="82" charset="0"/>
              </a:rPr>
              <a:t>Xpw</a:t>
            </a:r>
            <a:r>
              <a:rPr lang="en-US" sz="2800" dirty="0">
                <a:latin typeface="ML-TTKarthika" panose="04000000000000000000" pitchFamily="82" charset="0"/>
              </a:rPr>
              <a:t> BÀ \</a:t>
            </a:r>
            <a:r>
              <a:rPr lang="en-US" sz="2800" dirty="0" err="1">
                <a:latin typeface="ML-TTKarthika" panose="04000000000000000000" pitchFamily="82" charset="0"/>
              </a:rPr>
              <a:t>mbIm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endParaRPr lang="en-US" sz="2800" dirty="0">
              <a:latin typeface="ML-TTKarthika" panose="04000000000000000000" pitchFamily="82" charset="0"/>
            </a:endParaRPr>
          </a:p>
          <a:p>
            <a:pPr indent="407988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r>
              <a:rPr lang="en-US" sz="2800" dirty="0" err="1">
                <a:latin typeface="ML-TTKarthika" panose="04000000000000000000" pitchFamily="82" charset="0"/>
              </a:rPr>
              <a:t>R§Ä¡p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407988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endParaRPr lang="en-US" sz="2700" dirty="0">
              <a:latin typeface="ML-TTKarthika" panose="04000000000000000000" pitchFamily="8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37829-AB8E-D34C-DB65-84C67F997798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2 of 7 </a:t>
            </a:r>
          </a:p>
        </p:txBody>
      </p:sp>
    </p:spTree>
    <p:extLst>
      <p:ext uri="{BB962C8B-B14F-4D97-AF65-F5344CB8AC3E}">
        <p14:creationId xmlns:p14="http://schemas.microsoft.com/office/powerpoint/2010/main" val="450999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F707-A9FB-DED5-9DA7-DE619619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E191-1B93-A9FF-4BAA-FA5EF59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6847268-D9E0-1F37-0908-A3A29919799E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E13E3-B097-52B0-4B54-CFDB708B34A8}"/>
              </a:ext>
            </a:extLst>
          </p:cNvPr>
          <p:cNvSpPr/>
          <p:nvPr/>
        </p:nvSpPr>
        <p:spPr>
          <a:xfrm>
            <a:off x="516756" y="531427"/>
            <a:ext cx="8102113" cy="2037845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neekkeeduvaan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paapaththeyum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pokkeeduvaan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sarvva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shaapaththeyum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kopaagniyum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keduththeedaan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karththaa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neeyallaa-thaarumilla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neeyallaa-thaarumilla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3E18DA8-69C7-DAE8-B0AF-8F669DFAEC9D}"/>
              </a:ext>
            </a:extLst>
          </p:cNvPr>
          <p:cNvSpPr txBox="1"/>
          <p:nvPr/>
        </p:nvSpPr>
        <p:spPr>
          <a:xfrm>
            <a:off x="581985" y="2614701"/>
            <a:ext cx="7980031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 panose="04000000000000000000" pitchFamily="82" charset="0"/>
              </a:rPr>
              <a:t>\o¡nSphm³ </a:t>
            </a:r>
            <a:r>
              <a:rPr lang="en-US" sz="2800" dirty="0" err="1">
                <a:latin typeface="ML-TTKarthika" panose="04000000000000000000" pitchFamily="82" charset="0"/>
              </a:rPr>
              <a:t>FÃm</a:t>
            </a:r>
            <a:r>
              <a:rPr lang="en-US" sz="2800" dirty="0">
                <a:latin typeface="ML-TTKarthika" panose="04000000000000000000" pitchFamily="82" charset="0"/>
              </a:rPr>
              <a:t> ]m]</a:t>
            </a:r>
            <a:r>
              <a:rPr lang="en-US" sz="2800" dirty="0" err="1">
                <a:latin typeface="ML-TTKarthika" panose="04000000000000000000" pitchFamily="82" charset="0"/>
              </a:rPr>
              <a:t>t¯bpw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t]m¡nSphm³ </a:t>
            </a:r>
            <a:r>
              <a:rPr lang="en-US" sz="2800" dirty="0" err="1">
                <a:latin typeface="ML-TTKarthika" panose="04000000000000000000" pitchFamily="82" charset="0"/>
              </a:rPr>
              <a:t>kÀÆim</a:t>
            </a:r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s¯bpw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tIm</a:t>
            </a:r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mánbpw</a:t>
            </a:r>
            <a:r>
              <a:rPr lang="en-US" sz="2800" dirty="0">
                <a:latin typeface="ML-TTKarthika" panose="04000000000000000000" pitchFamily="82" charset="0"/>
              </a:rPr>
              <a:t> sISp¯oSm³ </a:t>
            </a:r>
            <a:r>
              <a:rPr lang="en-US" sz="2800" dirty="0" err="1">
                <a:latin typeface="ML-TTKarthika" panose="04000000000000000000" pitchFamily="82" charset="0"/>
              </a:rPr>
              <a:t>IÀ¯m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endParaRPr lang="en-US" sz="2800" dirty="0">
              <a:latin typeface="ML-TTKarthika" panose="04000000000000000000" pitchFamily="82" charset="0"/>
            </a:endParaRP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r>
              <a:rPr lang="en-US" sz="2800" dirty="0" err="1">
                <a:latin typeface="ML-TTKarthika" panose="04000000000000000000" pitchFamily="82" charset="0"/>
              </a:rPr>
              <a:t>R§Ä¡p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endParaRPr lang="en-US" sz="2700" dirty="0">
              <a:latin typeface="ML-TTKarthika" panose="04000000000000000000" pitchFamily="8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0269F-7156-31D3-12D3-82BF605FF24C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3 of 7 </a:t>
            </a:r>
          </a:p>
        </p:txBody>
      </p:sp>
    </p:spTree>
    <p:extLst>
      <p:ext uri="{BB962C8B-B14F-4D97-AF65-F5344CB8AC3E}">
        <p14:creationId xmlns:p14="http://schemas.microsoft.com/office/powerpoint/2010/main" val="27849318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60B78-9F0B-FB15-F9D6-1347A0B4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6844-AFC4-C01F-6D5B-89C5D478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ADF2D1-A4D6-7255-07AD-0C0E73D0D90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8B067-088E-D552-E20E-9D5A17DFDCDA}"/>
              </a:ext>
            </a:extLst>
          </p:cNvPr>
          <p:cNvSpPr/>
          <p:nvPr/>
        </p:nvSpPr>
        <p:spPr>
          <a:xfrm>
            <a:off x="516756" y="531427"/>
            <a:ext cx="8102113" cy="2037845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arhivaan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swargga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pithaavineyum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praapippaan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vishuddhaathmaavineyum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verhoru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vazhiyum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4240DA9-D575-59A9-0DD8-B8FFC078CA74}"/>
              </a:ext>
            </a:extLst>
          </p:cNvPr>
          <p:cNvSpPr txBox="1"/>
          <p:nvPr/>
        </p:nvSpPr>
        <p:spPr>
          <a:xfrm>
            <a:off x="581985" y="2614701"/>
            <a:ext cx="7980031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 panose="04000000000000000000" pitchFamily="82" charset="0"/>
              </a:rPr>
              <a:t>Adnhm³ </a:t>
            </a:r>
            <a:r>
              <a:rPr lang="en-US" sz="2800" dirty="0" err="1">
                <a:latin typeface="ML-TTKarthika" panose="04000000000000000000" pitchFamily="82" charset="0"/>
              </a:rPr>
              <a:t>kzÀ</a:t>
            </a:r>
            <a:r>
              <a:rPr lang="en-US" sz="2800" dirty="0">
                <a:latin typeface="ML-TTKarthika" panose="04000000000000000000" pitchFamily="82" charset="0"/>
              </a:rPr>
              <a:t>¤]</a:t>
            </a:r>
            <a:r>
              <a:rPr lang="en-US" sz="2800" dirty="0" err="1">
                <a:latin typeface="ML-TTKarthika" panose="04000000000000000000" pitchFamily="82" charset="0"/>
              </a:rPr>
              <a:t>nXmhnt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{]m]n¸m³ hnip²mßmhnt\</a:t>
            </a:r>
            <a:r>
              <a:rPr lang="en-US" sz="2800" dirty="0" err="1">
                <a:latin typeface="ML-TTKarthika" panose="04000000000000000000" pitchFamily="82" charset="0"/>
              </a:rPr>
              <a:t>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thsdmcp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hgnbpanÃ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endParaRPr lang="en-US" sz="2800" dirty="0">
              <a:latin typeface="ML-TTKarthika" panose="04000000000000000000" pitchFamily="82" charset="0"/>
            </a:endParaRP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r>
              <a:rPr lang="en-US" sz="2800" dirty="0" err="1">
                <a:latin typeface="ML-TTKarthika" panose="04000000000000000000" pitchFamily="82" charset="0"/>
              </a:rPr>
              <a:t>R§Ä¡p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6888EB-287E-1222-5315-C54679658BC5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4 of 7 </a:t>
            </a:r>
          </a:p>
        </p:txBody>
      </p:sp>
    </p:spTree>
    <p:extLst>
      <p:ext uri="{BB962C8B-B14F-4D97-AF65-F5344CB8AC3E}">
        <p14:creationId xmlns:p14="http://schemas.microsoft.com/office/powerpoint/2010/main" val="38981202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8E2A4-DE70-D160-2AAA-A5190C10F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450B-C1DB-7998-208A-F0682E200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8614267-19F2-2C72-C034-3827A8E6A51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D6B7A-C6C1-21CC-9A49-CEF19251B87E}"/>
              </a:ext>
            </a:extLst>
          </p:cNvPr>
          <p:cNvSpPr/>
          <p:nvPr/>
        </p:nvSpPr>
        <p:spPr>
          <a:xfrm>
            <a:off x="149962" y="531427"/>
            <a:ext cx="8844077" cy="2037845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sahippaan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buddhi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heenathayum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vahippaan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ksheenathayum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laalhippaan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paalippaan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puthraa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77EDDBD-5A5F-209E-62CC-7DD37B2929BB}"/>
              </a:ext>
            </a:extLst>
          </p:cNvPr>
          <p:cNvSpPr txBox="1"/>
          <p:nvPr/>
        </p:nvSpPr>
        <p:spPr>
          <a:xfrm>
            <a:off x="843290" y="2614701"/>
            <a:ext cx="745742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 panose="04000000000000000000" pitchFamily="82" charset="0"/>
              </a:rPr>
              <a:t>kln¸m³ F³ _p²nlo\</a:t>
            </a:r>
            <a:r>
              <a:rPr lang="en-US" sz="2800" dirty="0" err="1">
                <a:latin typeface="ML-TTKarthika" panose="04000000000000000000" pitchFamily="82" charset="0"/>
              </a:rPr>
              <a:t>Xbpw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hln¸m³ F³ </a:t>
            </a:r>
            <a:r>
              <a:rPr lang="en-US" sz="2800" dirty="0" err="1">
                <a:latin typeface="ML-TTKarthika" panose="04000000000000000000" pitchFamily="82" charset="0"/>
              </a:rPr>
              <a:t>alm£oWXbpw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emfn¸m³ ]men¸m³ </a:t>
            </a:r>
            <a:r>
              <a:rPr lang="en-US" sz="2800" dirty="0" err="1">
                <a:latin typeface="ML-TTKarthika" panose="04000000000000000000" pitchFamily="82" charset="0"/>
              </a:rPr>
              <a:t>ssZh</a:t>
            </a:r>
            <a:r>
              <a:rPr lang="en-US" sz="2800" dirty="0">
                <a:latin typeface="ML-TTKarthika" panose="04000000000000000000" pitchFamily="82" charset="0"/>
              </a:rPr>
              <a:t>]p{</a:t>
            </a:r>
            <a:r>
              <a:rPr lang="en-US" sz="2800" dirty="0" err="1">
                <a:latin typeface="ML-TTKarthika" panose="04000000000000000000" pitchFamily="82" charset="0"/>
              </a:rPr>
              <a:t>Xm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endParaRPr lang="en-US" sz="2800" dirty="0">
              <a:latin typeface="ML-TTKarthika" panose="04000000000000000000" pitchFamily="82" charset="0"/>
            </a:endParaRP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r>
              <a:rPr lang="en-US" sz="2800" dirty="0" err="1">
                <a:latin typeface="ML-TTKarthika" panose="04000000000000000000" pitchFamily="82" charset="0"/>
              </a:rPr>
              <a:t>R§Ä¡p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A13190-A984-AAB4-FA89-E6FA7A870329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5 of 7 </a:t>
            </a:r>
          </a:p>
        </p:txBody>
      </p:sp>
    </p:spTree>
    <p:extLst>
      <p:ext uri="{BB962C8B-B14F-4D97-AF65-F5344CB8AC3E}">
        <p14:creationId xmlns:p14="http://schemas.microsoft.com/office/powerpoint/2010/main" val="4457251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F4D17-C3AD-83E4-78D4-9EC08714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82246-B09C-335F-BF2A-9D9D0AE4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E9D3E95-7DF7-6860-4581-06FEB313F56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CD5C5D-0AE0-71AE-A4C7-5BDCF81E568C}"/>
              </a:ext>
            </a:extLst>
          </p:cNvPr>
          <p:cNvSpPr/>
          <p:nvPr/>
        </p:nvSpPr>
        <p:spPr>
          <a:xfrm>
            <a:off x="149962" y="531427"/>
            <a:ext cx="8844077" cy="2037845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sathya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vishvaasaththe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kaaththeeduvaan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keerththiye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paadeeduvaan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bhrithyanmaaril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kripa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thanneeduvaan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A5CC576-553D-9560-993A-90AD6D42007E}"/>
              </a:ext>
            </a:extLst>
          </p:cNvPr>
          <p:cNvSpPr txBox="1"/>
          <p:nvPr/>
        </p:nvSpPr>
        <p:spPr>
          <a:xfrm>
            <a:off x="843290" y="2614701"/>
            <a:ext cx="745742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ML-TTKarthika" panose="04000000000000000000" pitchFamily="82" charset="0"/>
              </a:rPr>
              <a:t>kXyhnizmks</a:t>
            </a:r>
            <a:r>
              <a:rPr lang="en-US" sz="2800" dirty="0">
                <a:latin typeface="ML-TTKarthika" panose="04000000000000000000" pitchFamily="82" charset="0"/>
              </a:rPr>
              <a:t>¯ Im¯oSphm³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nXyw</a:t>
            </a:r>
            <a:r>
              <a:rPr lang="en-US" sz="2800" dirty="0"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latin typeface="ML-TTKarthika" panose="04000000000000000000" pitchFamily="82" charset="0"/>
              </a:rPr>
              <a:t>IoÀ¯nsb</a:t>
            </a:r>
            <a:r>
              <a:rPr lang="en-US" sz="2800" dirty="0">
                <a:latin typeface="ML-TTKarthika" panose="04000000000000000000" pitchFamily="82" charset="0"/>
              </a:rPr>
              <a:t> ]mSnSphm³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`</a:t>
            </a:r>
            <a:r>
              <a:rPr lang="en-US" sz="2800" dirty="0" err="1">
                <a:latin typeface="ML-TTKarthika" panose="04000000000000000000" pitchFamily="82" charset="0"/>
              </a:rPr>
              <a:t>rXy·mcnÂ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Ir</a:t>
            </a:r>
            <a:r>
              <a:rPr lang="en-US" sz="2800" dirty="0">
                <a:latin typeface="ML-TTKarthika" panose="04000000000000000000" pitchFamily="82" charset="0"/>
              </a:rPr>
              <a:t>] X¶oSphm³ -\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endParaRPr lang="en-US" sz="2800" dirty="0">
              <a:latin typeface="ML-TTKarthika" panose="04000000000000000000" pitchFamily="82" charset="0"/>
            </a:endParaRP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r>
              <a:rPr lang="en-US" sz="2800" dirty="0" err="1">
                <a:latin typeface="ML-TTKarthika" panose="04000000000000000000" pitchFamily="82" charset="0"/>
              </a:rPr>
              <a:t>R§Ä¡p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12DC11-8BC3-807B-8594-C6B28B5BEE80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6 of 7 </a:t>
            </a:r>
          </a:p>
        </p:txBody>
      </p:sp>
    </p:spTree>
    <p:extLst>
      <p:ext uri="{BB962C8B-B14F-4D97-AF65-F5344CB8AC3E}">
        <p14:creationId xmlns:p14="http://schemas.microsoft.com/office/powerpoint/2010/main" val="3476629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A6F0-DF8F-E5E5-99BF-216A49C1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3BDB-CC90-53E0-B335-429B2504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BD1BDAC-7732-11E5-1F64-F03E1302A10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033D1C-9516-596D-6D57-23060083E1AC}"/>
              </a:ext>
            </a:extLst>
          </p:cNvPr>
          <p:cNvSpPr/>
          <p:nvPr/>
        </p:nvSpPr>
        <p:spPr>
          <a:xfrm>
            <a:off x="1" y="531427"/>
            <a:ext cx="9143999" cy="2037845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mahathvaththil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varumpolh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jeevakireedaththe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tharumpolh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appozhum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paadeedum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neeyallaathaarumilla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3F86208-7004-0A64-F64F-D4AC3EAB5108}"/>
              </a:ext>
            </a:extLst>
          </p:cNvPr>
          <p:cNvSpPr txBox="1"/>
          <p:nvPr/>
        </p:nvSpPr>
        <p:spPr>
          <a:xfrm>
            <a:off x="843290" y="2614701"/>
            <a:ext cx="745742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ML-TTKarthika" panose="04000000000000000000" pitchFamily="82" charset="0"/>
              </a:rPr>
              <a:t>ssZhalXz¯nÂ</a:t>
            </a:r>
            <a:r>
              <a:rPr lang="en-US" sz="2800" dirty="0">
                <a:latin typeface="ML-TTKarthika" panose="04000000000000000000" pitchFamily="82" charset="0"/>
              </a:rPr>
              <a:t> Xm³ hcpt¼mÄ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PohIncoSs</a:t>
            </a:r>
            <a:r>
              <a:rPr lang="en-US" sz="2800" dirty="0">
                <a:latin typeface="ML-TTKarthika" panose="04000000000000000000" pitchFamily="82" charset="0"/>
              </a:rPr>
              <a:t>¯ Xm³ Xcpt¼mÄ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At¸mgpw</a:t>
            </a:r>
            <a:r>
              <a:rPr lang="en-US" sz="2800" dirty="0">
                <a:latin typeface="ML-TTKarthika" panose="04000000000000000000" pitchFamily="82" charset="0"/>
              </a:rPr>
              <a:t> R§Ä ]</a:t>
            </a:r>
            <a:r>
              <a:rPr lang="en-US" sz="2800" dirty="0" err="1">
                <a:latin typeface="ML-TTKarthika" panose="04000000000000000000" pitchFamily="82" charset="0"/>
              </a:rPr>
              <a:t>mSoSpw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- --\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endParaRPr lang="en-US" sz="2800" dirty="0">
              <a:latin typeface="ML-TTKarthika" panose="04000000000000000000" pitchFamily="82" charset="0"/>
            </a:endParaRP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  <a:r>
              <a:rPr lang="en-US" sz="2800" dirty="0" err="1">
                <a:latin typeface="ML-TTKarthika" panose="04000000000000000000" pitchFamily="82" charset="0"/>
              </a:rPr>
              <a:t>R§Ä¡p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lvl="1"/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! \</a:t>
            </a:r>
            <a:r>
              <a:rPr lang="en-US" sz="2800" dirty="0" err="1">
                <a:latin typeface="ML-TTKarthika" panose="04000000000000000000" pitchFamily="82" charset="0"/>
              </a:rPr>
              <a:t>obÃmXmcpanÃ</a:t>
            </a:r>
            <a:r>
              <a:rPr lang="en-US" sz="2800" dirty="0">
                <a:latin typeface="ML-TTKarthika" panose="04000000000000000000" pitchFamily="82" charset="0"/>
              </a:rPr>
              <a:t>!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BEC463-DA51-DF51-32D8-5FD7551FCBE9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7 of 7 </a:t>
            </a:r>
          </a:p>
        </p:txBody>
      </p:sp>
    </p:spTree>
    <p:extLst>
      <p:ext uri="{BB962C8B-B14F-4D97-AF65-F5344CB8AC3E}">
        <p14:creationId xmlns:p14="http://schemas.microsoft.com/office/powerpoint/2010/main" val="13702465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Hymn No. 181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0643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181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518421" y="485999"/>
            <a:ext cx="6107158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err="1">
                <a:latin typeface="Segoe UI"/>
                <a:cs typeface="Segoe UI"/>
              </a:rPr>
              <a:t>vanneeduvin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yeshu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paadam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cherhnniduvin</a:t>
            </a:r>
            <a:endParaRPr lang="en-US" sz="2000">
              <a:latin typeface="Segoe UI"/>
              <a:cs typeface="Segoe UI"/>
            </a:endParaRPr>
          </a:p>
          <a:p>
            <a:r>
              <a:rPr lang="en-US" sz="2000" err="1">
                <a:latin typeface="Segoe UI"/>
                <a:cs typeface="Segoe UI"/>
              </a:rPr>
              <a:t>paapaththe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vittodeeduvin</a:t>
            </a:r>
            <a:r>
              <a:rPr lang="en-US" sz="2000" dirty="0">
                <a:latin typeface="Segoe UI"/>
                <a:cs typeface="Segoe UI"/>
              </a:rPr>
              <a:t> </a:t>
            </a:r>
          </a:p>
          <a:p>
            <a:r>
              <a:rPr lang="en-US" sz="2000" err="1">
                <a:latin typeface="Segoe UI"/>
                <a:cs typeface="Segoe UI"/>
              </a:rPr>
              <a:t>varunnaareyum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orunaalhum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njaan</a:t>
            </a:r>
            <a:endParaRPr lang="en-US" sz="2000">
              <a:latin typeface="Segoe UI"/>
              <a:cs typeface="Segoe UI"/>
            </a:endParaRPr>
          </a:p>
          <a:p>
            <a:r>
              <a:rPr lang="en-US" sz="2000" err="1">
                <a:latin typeface="Segoe UI"/>
                <a:cs typeface="Segoe UI"/>
              </a:rPr>
              <a:t>thallhukayillenn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err="1">
                <a:latin typeface="Segoe UI"/>
                <a:cs typeface="Segoe UI"/>
              </a:rPr>
              <a:t>urachchuyeshu</a:t>
            </a:r>
            <a:r>
              <a:rPr lang="en-US" sz="2000" dirty="0">
                <a:latin typeface="Segoe UI"/>
                <a:cs typeface="Segoe UI"/>
              </a:rPr>
              <a:t> – </a:t>
            </a:r>
          </a:p>
          <a:p>
            <a:pPr lvl="1"/>
            <a:r>
              <a:rPr lang="en-US" sz="2000" dirty="0" err="1">
                <a:latin typeface="Segoe UI"/>
                <a:cs typeface="Segoe UI"/>
              </a:rPr>
              <a:t>vanneeduvin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dirty="0" err="1">
                <a:latin typeface="Segoe UI"/>
                <a:cs typeface="Segoe UI"/>
              </a:rPr>
              <a:t>yeshu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dirty="0" err="1">
                <a:latin typeface="Segoe UI"/>
                <a:cs typeface="Segoe UI"/>
              </a:rPr>
              <a:t>paadam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dirty="0" err="1">
                <a:latin typeface="Segoe UI"/>
                <a:cs typeface="Segoe UI"/>
              </a:rPr>
              <a:t>cherhnniduvin</a:t>
            </a:r>
          </a:p>
          <a:p>
            <a:pPr lvl="1"/>
            <a:r>
              <a:rPr lang="en-US" sz="2000" dirty="0" err="1">
                <a:latin typeface="Segoe UI"/>
                <a:cs typeface="Segoe UI"/>
              </a:rPr>
              <a:t>paapaththe</a:t>
            </a:r>
            <a:r>
              <a:rPr lang="en-US" sz="2000" dirty="0">
                <a:latin typeface="Segoe UI"/>
                <a:cs typeface="Segoe UI"/>
              </a:rPr>
              <a:t> </a:t>
            </a:r>
            <a:r>
              <a:rPr lang="en-US" sz="2000" dirty="0" err="1">
                <a:latin typeface="Segoe UI"/>
                <a:cs typeface="Segoe UI"/>
              </a:rPr>
              <a:t>vittodeeduvin</a:t>
            </a:r>
            <a:r>
              <a:rPr lang="en-US" sz="2000" dirty="0">
                <a:latin typeface="Segoe UI"/>
                <a:cs typeface="Segoe UI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1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299412" y="2428310"/>
            <a:ext cx="6545177" cy="228524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>
                <a:latin typeface="ML-TTKarthika"/>
              </a:rPr>
              <a:t>h¶oSphn³ </a:t>
            </a:r>
            <a:r>
              <a:rPr lang="en-US" sz="2400" err="1">
                <a:latin typeface="ML-TTKarthika"/>
              </a:rPr>
              <a:t>tbip</a:t>
            </a:r>
            <a:r>
              <a:rPr lang="en-US" sz="2400" dirty="0">
                <a:latin typeface="ML-TTKarthika"/>
              </a:rPr>
              <a:t>]</a:t>
            </a:r>
            <a:r>
              <a:rPr lang="en-US" sz="2400" err="1">
                <a:latin typeface="ML-TTKarthika"/>
              </a:rPr>
              <a:t>mZw</a:t>
            </a:r>
            <a:r>
              <a:rPr lang="en-US" sz="2400" dirty="0">
                <a:latin typeface="ML-TTKarthika"/>
              </a:rPr>
              <a:t> tNÀ¶nSphn³</a:t>
            </a:r>
          </a:p>
          <a:p>
            <a:r>
              <a:rPr lang="en-US" sz="2400" dirty="0">
                <a:latin typeface="ML-TTKarthika"/>
              </a:rPr>
              <a:t>]m]s¯ hnt«mSoSphn³</a:t>
            </a:r>
          </a:p>
          <a:p>
            <a:r>
              <a:rPr lang="pt-BR" sz="2400" dirty="0">
                <a:latin typeface="ML-TTKarthika"/>
                <a:cs typeface="Segoe UI"/>
              </a:rPr>
              <a:t>hcp¶mscbpw Hcp\mfpw Rm³</a:t>
            </a:r>
          </a:p>
          <a:p>
            <a:r>
              <a:rPr lang="pt-BR" sz="2400" dirty="0">
                <a:latin typeface="ML-TTKarthika"/>
                <a:cs typeface="Segoe UI"/>
              </a:rPr>
              <a:t>XÅpIbnsÃ¶pc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/>
              </a:rPr>
              <a:t>¨</a:t>
            </a:r>
            <a:r>
              <a:rPr lang="pt-BR" sz="2400" dirty="0">
                <a:latin typeface="ML-TTKarthika"/>
                <a:cs typeface="Segoe UI"/>
              </a:rPr>
              <a:t>ptbip-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ML-TTKarthika"/>
              </a:rPr>
              <a:t>þ</a:t>
            </a:r>
            <a:r>
              <a:rPr lang="en-US" sz="2400" dirty="0">
                <a:latin typeface="ML-TTKarthika"/>
              </a:rPr>
              <a:t> </a:t>
            </a:r>
          </a:p>
          <a:p>
            <a:pPr lvl="1"/>
            <a:r>
              <a:rPr lang="en-US" sz="2400" dirty="0">
                <a:latin typeface="ML-TTKarthika"/>
              </a:rPr>
              <a:t>h¶oSphn³ </a:t>
            </a:r>
            <a:r>
              <a:rPr lang="en-US" sz="2400" dirty="0" err="1">
                <a:latin typeface="ML-TTKarthika"/>
              </a:rPr>
              <a:t>tbip</a:t>
            </a:r>
            <a:r>
              <a:rPr lang="en-US" sz="2400" dirty="0">
                <a:latin typeface="ML-TTKarthika"/>
              </a:rPr>
              <a:t>]</a:t>
            </a:r>
            <a:r>
              <a:rPr lang="en-US" sz="2400" dirty="0" err="1">
                <a:latin typeface="ML-TTKarthika"/>
              </a:rPr>
              <a:t>mZw</a:t>
            </a:r>
            <a:r>
              <a:rPr lang="en-US" sz="2400" dirty="0">
                <a:latin typeface="ML-TTKarthika"/>
              </a:rPr>
              <a:t> tNÀ¶nSphn³</a:t>
            </a:r>
          </a:p>
          <a:p>
            <a:pPr lvl="1"/>
            <a:r>
              <a:rPr lang="en-US" sz="2400" dirty="0">
                <a:latin typeface="ML-TTKarthika"/>
              </a:rPr>
              <a:t>]m]s¯ hnt«mSoSphn³</a:t>
            </a:r>
          </a:p>
        </p:txBody>
      </p:sp>
    </p:spTree>
    <p:extLst>
      <p:ext uri="{BB962C8B-B14F-4D97-AF65-F5344CB8AC3E}">
        <p14:creationId xmlns:p14="http://schemas.microsoft.com/office/powerpoint/2010/main" val="28579784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56012-D12D-0081-D136-61B8D83D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201E-AC16-4D49-61B1-94B22332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181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3311DFC-3D9C-A76F-D9AA-E49BE7A5227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0CDCF-493C-D491-8AF1-A619CC062445}"/>
              </a:ext>
            </a:extLst>
          </p:cNvPr>
          <p:cNvSpPr txBox="1"/>
          <p:nvPr/>
        </p:nvSpPr>
        <p:spPr>
          <a:xfrm>
            <a:off x="1795882" y="632758"/>
            <a:ext cx="55522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paapaththin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shambalham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maranhame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athu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nashippikkume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kripayo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kristhuvil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jeevanaanhennu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vishwasichchittu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vanneeduvin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paadam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cherhnniduvin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vittodeeduvin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9BBE7-EC42-0DAE-2682-96E7029B3BAD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2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3B9A5-281C-3F97-EF31-496CBF23BC7D}"/>
              </a:ext>
            </a:extLst>
          </p:cNvPr>
          <p:cNvSpPr txBox="1"/>
          <p:nvPr/>
        </p:nvSpPr>
        <p:spPr>
          <a:xfrm>
            <a:off x="1869419" y="2571750"/>
            <a:ext cx="5396788" cy="228524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>
                <a:latin typeface="ML-TTKarthika" panose="04000000000000000000" pitchFamily="82" charset="0"/>
              </a:rPr>
              <a:t>]m]¯n³ i¼fw </a:t>
            </a:r>
            <a:r>
              <a:rPr lang="en-US" sz="2400" dirty="0" err="1">
                <a:latin typeface="ML-TTKarthika" panose="04000000000000000000" pitchFamily="82" charset="0"/>
              </a:rPr>
              <a:t>acWta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400" dirty="0" err="1">
                <a:latin typeface="ML-TTKarthika" panose="04000000000000000000" pitchFamily="82" charset="0"/>
              </a:rPr>
              <a:t>AXp</a:t>
            </a:r>
            <a:r>
              <a:rPr lang="en-US" sz="2400" dirty="0">
                <a:latin typeface="ML-TTKarthika" panose="04000000000000000000" pitchFamily="82" charset="0"/>
              </a:rPr>
              <a:t>\ns¶ \</a:t>
            </a:r>
            <a:r>
              <a:rPr lang="en-US" sz="2400" dirty="0" err="1">
                <a:latin typeface="ML-TTKarthika" panose="04000000000000000000" pitchFamily="82" charset="0"/>
              </a:rPr>
              <a:t>in¸n¡pta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latin typeface="ML-TTKarthika" panose="04000000000000000000" pitchFamily="82" charset="0"/>
              </a:rPr>
              <a:t>ssZhIr</a:t>
            </a:r>
            <a:r>
              <a:rPr lang="en-US" sz="2400" dirty="0">
                <a:latin typeface="ML-TTKarthika" panose="04000000000000000000" pitchFamily="82" charset="0"/>
              </a:rPr>
              <a:t>]</a:t>
            </a:r>
            <a:r>
              <a:rPr lang="en-US" sz="2400" dirty="0" err="1">
                <a:latin typeface="ML-TTKarthika" panose="04000000000000000000" pitchFamily="82" charset="0"/>
              </a:rPr>
              <a:t>tbm</a:t>
            </a:r>
            <a:r>
              <a:rPr lang="en-US" sz="2400" dirty="0">
                <a:latin typeface="ML-TTKarthika" panose="04000000000000000000" pitchFamily="82" charset="0"/>
              </a:rPr>
              <a:t> {</a:t>
            </a:r>
            <a:r>
              <a:rPr lang="en-US" sz="2400" dirty="0" err="1">
                <a:latin typeface="ML-TTKarthika" panose="04000000000000000000" pitchFamily="82" charset="0"/>
              </a:rPr>
              <a:t>InkvXphnÂ</a:t>
            </a:r>
            <a:r>
              <a:rPr lang="en-US" sz="2400" dirty="0">
                <a:latin typeface="ML-TTKarthika" panose="04000000000000000000" pitchFamily="82" charset="0"/>
              </a:rPr>
              <a:t> \</a:t>
            </a:r>
            <a:r>
              <a:rPr lang="en-US" sz="2400" dirty="0" err="1">
                <a:latin typeface="ML-TTKarthika" panose="04000000000000000000" pitchFamily="82" charset="0"/>
              </a:rPr>
              <a:t>nXyþ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>
                <a:latin typeface="ML-TTKarthika" panose="04000000000000000000" pitchFamily="82" charset="0"/>
              </a:rPr>
              <a:t>Poh\</a:t>
            </a:r>
            <a:r>
              <a:rPr lang="en-US" sz="2400" dirty="0" err="1">
                <a:latin typeface="ML-TTKarthika" panose="04000000000000000000" pitchFamily="82" charset="0"/>
              </a:rPr>
              <a:t>msW¶p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hnizkn¨n«p</a:t>
            </a:r>
            <a:endParaRPr lang="en-US" sz="2400" dirty="0">
              <a:latin typeface="ML-TTKarthika" panose="04000000000000000000" pitchFamily="82" charset="0"/>
            </a:endParaRPr>
          </a:p>
          <a:p>
            <a:pPr lvl="1"/>
            <a:r>
              <a:rPr lang="en-US" sz="2400" dirty="0">
                <a:latin typeface="ML-TTKarthika" panose="04000000000000000000" pitchFamily="82" charset="0"/>
              </a:rPr>
              <a:t>h¶oSphn³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]</a:t>
            </a:r>
            <a:r>
              <a:rPr lang="en-US" sz="2400" dirty="0" err="1">
                <a:latin typeface="ML-TTKarthika" panose="04000000000000000000" pitchFamily="82" charset="0"/>
              </a:rPr>
              <a:t>mZw</a:t>
            </a:r>
            <a:r>
              <a:rPr lang="en-US" sz="2400" dirty="0">
                <a:latin typeface="ML-TTKarthika" panose="04000000000000000000" pitchFamily="82" charset="0"/>
              </a:rPr>
              <a:t> tNÀ¶nSphn³</a:t>
            </a:r>
          </a:p>
          <a:p>
            <a:pPr lvl="1"/>
            <a:r>
              <a:rPr lang="en-US" sz="2400" dirty="0">
                <a:latin typeface="ML-TTKarthika" panose="04000000000000000000" pitchFamily="82" charset="0"/>
              </a:rPr>
              <a:t>]m]s¯ hnt«mSoSphn³</a:t>
            </a:r>
          </a:p>
        </p:txBody>
      </p:sp>
    </p:spTree>
    <p:extLst>
      <p:ext uri="{BB962C8B-B14F-4D97-AF65-F5344CB8AC3E}">
        <p14:creationId xmlns:p14="http://schemas.microsoft.com/office/powerpoint/2010/main" val="5833533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24D9-2C4D-48D5-CF9F-E1D84DD4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A9BD-EC81-6D3C-3280-FE870CEF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181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0A28958-A191-1F1A-1455-A61A6F30E11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B5A3B-C921-46AC-B6B6-8C73C20AF8D0}"/>
              </a:ext>
            </a:extLst>
          </p:cNvPr>
          <p:cNvSpPr txBox="1"/>
          <p:nvPr/>
        </p:nvSpPr>
        <p:spPr>
          <a:xfrm>
            <a:off x="1795882" y="632758"/>
            <a:ext cx="55522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innu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marichchaalengu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pom?</a:t>
            </a: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kopam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neengiyo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ninakkaay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kurishil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marich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uyirhththezhunnallhi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mahimayil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vanneeduvin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paadam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cherhnniduvin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vittodeeduvin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A4C8B-5B13-C96C-9440-23E4705B2476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3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7CECC-010E-26C3-325E-BC5B96403ACF}"/>
              </a:ext>
            </a:extLst>
          </p:cNvPr>
          <p:cNvSpPr txBox="1"/>
          <p:nvPr/>
        </p:nvSpPr>
        <p:spPr>
          <a:xfrm>
            <a:off x="1869419" y="2571750"/>
            <a:ext cx="5396788" cy="228524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latin typeface="ML-TTKarthika" panose="04000000000000000000" pitchFamily="82" charset="0"/>
              </a:rPr>
              <a:t>C¶p</a:t>
            </a:r>
            <a:r>
              <a:rPr lang="en-US" sz="2400" dirty="0">
                <a:latin typeface="ML-TTKarthika" panose="04000000000000000000" pitchFamily="82" charset="0"/>
              </a:rPr>
              <a:t> \o </a:t>
            </a:r>
            <a:r>
              <a:rPr lang="en-US" sz="2400" dirty="0" err="1">
                <a:latin typeface="ML-TTKarthika" panose="04000000000000000000" pitchFamily="82" charset="0"/>
              </a:rPr>
              <a:t>acn¨mse§pt</a:t>
            </a:r>
            <a:r>
              <a:rPr lang="en-US" sz="2400" dirty="0">
                <a:latin typeface="ML-TTKarthika" panose="04000000000000000000" pitchFamily="82" charset="0"/>
              </a:rPr>
              <a:t>]mw?</a:t>
            </a:r>
          </a:p>
          <a:p>
            <a:r>
              <a:rPr lang="en-US" sz="2400" dirty="0" err="1">
                <a:latin typeface="ML-TTKarthika" panose="04000000000000000000" pitchFamily="82" charset="0"/>
              </a:rPr>
              <a:t>ssZhtIm</a:t>
            </a:r>
            <a:r>
              <a:rPr lang="en-US" sz="2400" dirty="0">
                <a:latin typeface="ML-TTKarthika" panose="04000000000000000000" pitchFamily="82" charset="0"/>
              </a:rPr>
              <a:t>]w \</a:t>
            </a:r>
            <a:r>
              <a:rPr lang="en-US" sz="2400" dirty="0" err="1">
                <a:latin typeface="ML-TTKarthika" panose="04000000000000000000" pitchFamily="82" charset="0"/>
              </a:rPr>
              <a:t>o§ntbm</a:t>
            </a:r>
            <a:r>
              <a:rPr lang="en-US" sz="2400" dirty="0">
                <a:latin typeface="ML-TTKarthika" panose="04000000000000000000" pitchFamily="82" charset="0"/>
              </a:rPr>
              <a:t>?</a:t>
            </a:r>
          </a:p>
          <a:p>
            <a:r>
              <a:rPr lang="en-US" sz="2400" dirty="0">
                <a:latin typeface="ML-TTKarthika" panose="04000000000000000000" pitchFamily="82" charset="0"/>
              </a:rPr>
              <a:t>\n\¡</a:t>
            </a:r>
            <a:r>
              <a:rPr lang="en-US" sz="2400" dirty="0" err="1">
                <a:latin typeface="ML-TTKarthika" panose="04000000000000000000" pitchFamily="82" charset="0"/>
              </a:rPr>
              <a:t>mbv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IpcninÂacnþ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>
                <a:latin typeface="ML-TTKarthika" panose="04000000000000000000" pitchFamily="82" charset="0"/>
              </a:rPr>
              <a:t>¨</a:t>
            </a:r>
            <a:r>
              <a:rPr lang="en-US" sz="2400" dirty="0" err="1">
                <a:latin typeface="ML-TTKarthika" panose="04000000000000000000" pitchFamily="82" charset="0"/>
              </a:rPr>
              <a:t>pbnÀs¯gp¶Ån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alnabnÂ</a:t>
            </a:r>
            <a:endParaRPr lang="en-US" sz="2400" dirty="0">
              <a:latin typeface="ML-TTKarthika" panose="04000000000000000000" pitchFamily="82" charset="0"/>
            </a:endParaRPr>
          </a:p>
          <a:p>
            <a:pPr lvl="1"/>
            <a:r>
              <a:rPr lang="en-US" sz="2400" dirty="0">
                <a:latin typeface="ML-TTKarthika" panose="04000000000000000000" pitchFamily="82" charset="0"/>
              </a:rPr>
              <a:t>h¶oSphn³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]</a:t>
            </a:r>
            <a:r>
              <a:rPr lang="en-US" sz="2400" dirty="0" err="1">
                <a:latin typeface="ML-TTKarthika" panose="04000000000000000000" pitchFamily="82" charset="0"/>
              </a:rPr>
              <a:t>mZw</a:t>
            </a:r>
            <a:r>
              <a:rPr lang="en-US" sz="2400" dirty="0">
                <a:latin typeface="ML-TTKarthika" panose="04000000000000000000" pitchFamily="82" charset="0"/>
              </a:rPr>
              <a:t> tNÀ¶nSphn³</a:t>
            </a:r>
          </a:p>
          <a:p>
            <a:pPr lvl="1"/>
            <a:r>
              <a:rPr lang="en-US" sz="2400" dirty="0">
                <a:latin typeface="ML-TTKarthika" panose="04000000000000000000" pitchFamily="82" charset="0"/>
              </a:rPr>
              <a:t>]m]s¯ hnt«mSoSphn³</a:t>
            </a:r>
          </a:p>
        </p:txBody>
      </p:sp>
    </p:spTree>
    <p:extLst>
      <p:ext uri="{BB962C8B-B14F-4D97-AF65-F5344CB8AC3E}">
        <p14:creationId xmlns:p14="http://schemas.microsoft.com/office/powerpoint/2010/main" val="6785987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2CD8D-F1CD-119F-2CCA-7D16CFC4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3083-3B77-3F5F-1D43-E9BC134E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181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A6EEB8E-8077-325D-5961-443B14949F19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71ECC-BA19-9AF8-D57B-760E3B14BA49}"/>
              </a:ext>
            </a:extLst>
          </p:cNvPr>
          <p:cNvSpPr txBox="1"/>
          <p:nvPr/>
        </p:nvSpPr>
        <p:spPr>
          <a:xfrm>
            <a:off x="1795882" y="632758"/>
            <a:ext cx="55522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maranhame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ninayaa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nerame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athu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sandhikkume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marichchorh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puthrante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shabdam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neramaayallo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vanneeduvin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paadam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cherhnniduvin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vittodeeduvin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B473E-2CF5-DA2E-B59E-0B0DEBD34843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4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11C0-98F9-9896-2692-BF0028604602}"/>
              </a:ext>
            </a:extLst>
          </p:cNvPr>
          <p:cNvSpPr txBox="1"/>
          <p:nvPr/>
        </p:nvSpPr>
        <p:spPr>
          <a:xfrm>
            <a:off x="1869419" y="2571750"/>
            <a:ext cx="5396788" cy="228524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latin typeface="ML-TTKarthika" panose="04000000000000000000" pitchFamily="82" charset="0"/>
              </a:rPr>
              <a:t>acWta</a:t>
            </a:r>
            <a:r>
              <a:rPr lang="en-US" sz="2400" dirty="0">
                <a:latin typeface="ML-TTKarthika" panose="04000000000000000000" pitchFamily="82" charset="0"/>
              </a:rPr>
              <a:t> \n\bm t\</a:t>
            </a:r>
            <a:r>
              <a:rPr lang="en-US" sz="2400" dirty="0" err="1">
                <a:latin typeface="ML-TTKarthika" panose="04000000000000000000" pitchFamily="82" charset="0"/>
              </a:rPr>
              <a:t>ctaþ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latin typeface="ML-TTKarthika" panose="04000000000000000000" pitchFamily="82" charset="0"/>
              </a:rPr>
              <a:t>AXp</a:t>
            </a:r>
            <a:r>
              <a:rPr lang="en-US" sz="2400" dirty="0">
                <a:latin typeface="ML-TTKarthika" panose="04000000000000000000" pitchFamily="82" charset="0"/>
              </a:rPr>
              <a:t> \ns¶ </a:t>
            </a:r>
            <a:r>
              <a:rPr lang="en-US" sz="2400" dirty="0" err="1">
                <a:latin typeface="ML-TTKarthika" panose="04000000000000000000" pitchFamily="82" charset="0"/>
              </a:rPr>
              <a:t>kÔn¡pta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latin typeface="ML-TTKarthika" panose="04000000000000000000" pitchFamily="82" charset="0"/>
              </a:rPr>
              <a:t>acnt¨mÀ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ssZh</a:t>
            </a:r>
            <a:r>
              <a:rPr lang="en-US" sz="2400" dirty="0">
                <a:latin typeface="ML-TTKarthika" panose="04000000000000000000" pitchFamily="82" charset="0"/>
              </a:rPr>
              <a:t>]p{</a:t>
            </a:r>
            <a:r>
              <a:rPr lang="en-US" sz="2400" dirty="0" err="1">
                <a:latin typeface="ML-TTKarthika" panose="04000000000000000000" pitchFamily="82" charset="0"/>
              </a:rPr>
              <a:t>Xsâ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i_vZw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latin typeface="ML-TTKarthika" panose="04000000000000000000" pitchFamily="82" charset="0"/>
              </a:rPr>
              <a:t>tI«p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Pohn¡pw</a:t>
            </a:r>
            <a:r>
              <a:rPr lang="en-US" sz="2400" dirty="0">
                <a:latin typeface="ML-TTKarthika" panose="04000000000000000000" pitchFamily="82" charset="0"/>
              </a:rPr>
              <a:t> t\</a:t>
            </a:r>
            <a:r>
              <a:rPr lang="en-US" sz="2400" dirty="0" err="1">
                <a:latin typeface="ML-TTKarthika" panose="04000000000000000000" pitchFamily="82" charset="0"/>
              </a:rPr>
              <a:t>cambtÃm</a:t>
            </a:r>
            <a:endParaRPr lang="en-US" sz="2400" dirty="0">
              <a:latin typeface="ML-TTKarthika" panose="04000000000000000000" pitchFamily="82" charset="0"/>
            </a:endParaRPr>
          </a:p>
          <a:p>
            <a:pPr lvl="1"/>
            <a:r>
              <a:rPr lang="en-US" sz="2400" dirty="0">
                <a:latin typeface="ML-TTKarthika" panose="04000000000000000000" pitchFamily="82" charset="0"/>
              </a:rPr>
              <a:t>h¶oSphn³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]</a:t>
            </a:r>
            <a:r>
              <a:rPr lang="en-US" sz="2400" dirty="0" err="1">
                <a:latin typeface="ML-TTKarthika" panose="04000000000000000000" pitchFamily="82" charset="0"/>
              </a:rPr>
              <a:t>mZw</a:t>
            </a:r>
            <a:r>
              <a:rPr lang="en-US" sz="2400" dirty="0">
                <a:latin typeface="ML-TTKarthika" panose="04000000000000000000" pitchFamily="82" charset="0"/>
              </a:rPr>
              <a:t> tNÀ¶nSphn³</a:t>
            </a:r>
          </a:p>
          <a:p>
            <a:pPr lvl="1"/>
            <a:r>
              <a:rPr lang="en-US" sz="2400" dirty="0">
                <a:latin typeface="ML-TTKarthika" panose="04000000000000000000" pitchFamily="82" charset="0"/>
              </a:rPr>
              <a:t>]m]s¯ hnt«mSoSphn³</a:t>
            </a:r>
          </a:p>
        </p:txBody>
      </p:sp>
    </p:spTree>
    <p:extLst>
      <p:ext uri="{BB962C8B-B14F-4D97-AF65-F5344CB8AC3E}">
        <p14:creationId xmlns:p14="http://schemas.microsoft.com/office/powerpoint/2010/main" val="40220683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8B628-4153-56F0-BB1B-BE39784CD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9D2A-D9A3-539B-D953-52C4029A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181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9D86811-F91C-3DA8-C2B9-2A26662B092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783E7-6FEF-25DB-1280-45ECE7A81E62}"/>
              </a:ext>
            </a:extLst>
          </p:cNvPr>
          <p:cNvSpPr txBox="1"/>
          <p:nvPr/>
        </p:nvSpPr>
        <p:spPr>
          <a:xfrm>
            <a:off x="1795882" y="632758"/>
            <a:ext cx="55522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ithaa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vegam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varunnuvenn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raajan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arulhiyallo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vegam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meghaththil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raajyaththil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cherhkka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njangalhe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vanneeduvin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paadam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cherhnniduvin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vittodeeduvin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B2B459-7FA4-3273-4359-406A584554E5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5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CDC3D-9E0F-F6D1-8C71-B0BC3F1F554C}"/>
              </a:ext>
            </a:extLst>
          </p:cNvPr>
          <p:cNvSpPr txBox="1"/>
          <p:nvPr/>
        </p:nvSpPr>
        <p:spPr>
          <a:xfrm>
            <a:off x="1869419" y="2571750"/>
            <a:ext cx="5396788" cy="228524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latin typeface="ML-TTKarthika" panose="04000000000000000000" pitchFamily="82" charset="0"/>
              </a:rPr>
              <a:t>CXm</a:t>
            </a:r>
            <a:r>
              <a:rPr lang="en-US" sz="2400" dirty="0">
                <a:latin typeface="ML-TTKarthika" panose="04000000000000000000" pitchFamily="82" charset="0"/>
              </a:rPr>
              <a:t> Rm³ </a:t>
            </a:r>
            <a:r>
              <a:rPr lang="en-US" sz="2400" dirty="0" err="1">
                <a:latin typeface="ML-TTKarthika" panose="04000000000000000000" pitchFamily="82" charset="0"/>
              </a:rPr>
              <a:t>thKw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hcp¶psh¶v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>
                <a:latin typeface="ML-TTKarthika" panose="04000000000000000000" pitchFamily="82" charset="0"/>
              </a:rPr>
              <a:t>tbipcmP³ </a:t>
            </a:r>
            <a:r>
              <a:rPr lang="en-US" sz="2400" dirty="0" err="1">
                <a:latin typeface="ML-TTKarthika" panose="04000000000000000000" pitchFamily="82" charset="0"/>
              </a:rPr>
              <a:t>AcpfnbtÃm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latin typeface="ML-TTKarthika" panose="04000000000000000000" pitchFamily="82" charset="0"/>
              </a:rPr>
              <a:t>tbipth</a:t>
            </a:r>
            <a:r>
              <a:rPr lang="en-US" sz="2400" dirty="0">
                <a:latin typeface="ML-TTKarthika" panose="04000000000000000000" pitchFamily="82" charset="0"/>
              </a:rPr>
              <a:t>! </a:t>
            </a:r>
            <a:r>
              <a:rPr lang="en-US" sz="2400" dirty="0" err="1">
                <a:latin typeface="ML-TTKarthika" panose="04000000000000000000" pitchFamily="82" charset="0"/>
              </a:rPr>
              <a:t>thKw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taL¯nÂh¶p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>
                <a:latin typeface="ML-TTKarthika" panose="04000000000000000000" pitchFamily="82" charset="0"/>
              </a:rPr>
              <a:t>\</a:t>
            </a:r>
            <a:r>
              <a:rPr lang="en-US" sz="2400" dirty="0" err="1">
                <a:latin typeface="ML-TTKarthika" panose="04000000000000000000" pitchFamily="82" charset="0"/>
              </a:rPr>
              <a:t>nXycmPy¯nÂ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tNÀ</a:t>
            </a:r>
            <a:r>
              <a:rPr lang="en-US" sz="2400" dirty="0">
                <a:latin typeface="ML-TTKarthika" panose="04000000000000000000" pitchFamily="82" charset="0"/>
              </a:rPr>
              <a:t>¡ </a:t>
            </a:r>
            <a:r>
              <a:rPr lang="en-US" sz="2400" dirty="0" err="1">
                <a:latin typeface="ML-TTKarthika" panose="04000000000000000000" pitchFamily="82" charset="0"/>
              </a:rPr>
              <a:t>R§sfþ</a:t>
            </a:r>
            <a:endParaRPr lang="en-US" sz="2400" dirty="0">
              <a:latin typeface="ML-TTKarthika" panose="04000000000000000000" pitchFamily="82" charset="0"/>
            </a:endParaRPr>
          </a:p>
          <a:p>
            <a:pPr lvl="1"/>
            <a:r>
              <a:rPr lang="en-US" sz="2400" dirty="0">
                <a:latin typeface="ML-TTKarthika" panose="04000000000000000000" pitchFamily="82" charset="0"/>
              </a:rPr>
              <a:t>h¶oSphn³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]</a:t>
            </a:r>
            <a:r>
              <a:rPr lang="en-US" sz="2400" dirty="0" err="1">
                <a:latin typeface="ML-TTKarthika" panose="04000000000000000000" pitchFamily="82" charset="0"/>
              </a:rPr>
              <a:t>mZw</a:t>
            </a:r>
            <a:r>
              <a:rPr lang="en-US" sz="2400" dirty="0">
                <a:latin typeface="ML-TTKarthika" panose="04000000000000000000" pitchFamily="82" charset="0"/>
              </a:rPr>
              <a:t> tNÀ¶nSphn³</a:t>
            </a:r>
          </a:p>
          <a:p>
            <a:pPr lvl="1"/>
            <a:r>
              <a:rPr lang="en-US" sz="2400" dirty="0">
                <a:latin typeface="ML-TTKarthika" panose="04000000000000000000" pitchFamily="82" charset="0"/>
              </a:rPr>
              <a:t>]m]s¯ hnt«mSoSphn³</a:t>
            </a:r>
          </a:p>
        </p:txBody>
      </p:sp>
    </p:spTree>
    <p:extLst>
      <p:ext uri="{BB962C8B-B14F-4D97-AF65-F5344CB8AC3E}">
        <p14:creationId xmlns:p14="http://schemas.microsoft.com/office/powerpoint/2010/main" val="40160582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Hymn No. 179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03632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1 of 8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250469" y="676499"/>
            <a:ext cx="664306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lokashoka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saagare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mungumpolh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aakula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pathravaanaay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theerumpolh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karthan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varhshippikkum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anugrahangalh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ethrha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chinthichettam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modika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629005" y="2817667"/>
            <a:ext cx="58707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temItimI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kmKsc</a:t>
            </a:r>
            <a:r>
              <a:rPr lang="en-US" sz="2800" dirty="0">
                <a:latin typeface="ML-TTKarthika" panose="04000000000000000000" pitchFamily="82" charset="0"/>
              </a:rPr>
              <a:t> \o ap§pt¼mÄ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BIpe</a:t>
            </a:r>
            <a:r>
              <a:rPr lang="en-US" sz="2800" dirty="0">
                <a:latin typeface="ML-TTKarthika" panose="04000000000000000000" pitchFamily="82" charset="0"/>
              </a:rPr>
              <a:t>]m{</a:t>
            </a:r>
            <a:r>
              <a:rPr lang="en-US" sz="2800" dirty="0" err="1">
                <a:latin typeface="ML-TTKarthika" panose="04000000000000000000" pitchFamily="82" charset="0"/>
              </a:rPr>
              <a:t>Xhm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\o Xocpt¼mÄ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IÀ¯³ </a:t>
            </a:r>
            <a:r>
              <a:rPr lang="en-US" sz="2800" dirty="0" err="1">
                <a:latin typeface="ML-TTKarthika" panose="04000000000000000000" pitchFamily="82" charset="0"/>
              </a:rPr>
              <a:t>hÀjn¸n¡pw</a:t>
            </a:r>
            <a:r>
              <a:rPr lang="en-US" sz="2800" dirty="0">
                <a:latin typeface="ML-TTKarthika" panose="04000000000000000000" pitchFamily="82" charset="0"/>
              </a:rPr>
              <a:t> A\p{</a:t>
            </a:r>
            <a:r>
              <a:rPr lang="en-US" sz="2800" dirty="0" err="1">
                <a:latin typeface="ML-TTKarthika" panose="04000000000000000000" pitchFamily="82" charset="0"/>
              </a:rPr>
              <a:t>Kl§Ä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F{X </a:t>
            </a:r>
            <a:r>
              <a:rPr lang="en-US" sz="2800" dirty="0" err="1">
                <a:latin typeface="ML-TTKarthika" panose="04000000000000000000" pitchFamily="82" charset="0"/>
              </a:rPr>
              <a:t>F¶p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Nn´nt¨äw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tamZn</a:t>
            </a:r>
            <a:r>
              <a:rPr lang="en-US" sz="2800" dirty="0">
                <a:latin typeface="ML-TTKarthika" panose="04000000000000000000" pitchFamily="82" charset="0"/>
              </a:rPr>
              <a:t>¡ </a:t>
            </a:r>
          </a:p>
        </p:txBody>
      </p:sp>
    </p:spTree>
    <p:extLst>
      <p:ext uri="{BB962C8B-B14F-4D97-AF65-F5344CB8AC3E}">
        <p14:creationId xmlns:p14="http://schemas.microsoft.com/office/powerpoint/2010/main" val="29016385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67C6-AA1E-6439-2E49-C9F3A132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C755-1B18-6C25-1825-BE8C3E35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E9659BA-5C3D-5645-828C-0FB47D326E7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C1480-73E4-F7FF-D9A6-6AD19A1959EB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2 of 8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8CBA64-1720-F46B-1EE3-2A1DE392A14B}"/>
              </a:ext>
            </a:extLst>
          </p:cNvPr>
          <p:cNvSpPr/>
          <p:nvPr/>
        </p:nvSpPr>
        <p:spPr>
          <a:xfrm>
            <a:off x="1568896" y="676499"/>
            <a:ext cx="600620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undinneraththil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daivaththin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karunha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orhkkumpolh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ullasikka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bhaaravaahiye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eeshan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ettam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karuthunnu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ninakkaay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E2FB9-D73F-6FB1-DC11-20B5F6479A7C}"/>
              </a:ext>
            </a:extLst>
          </p:cNvPr>
          <p:cNvSpPr/>
          <p:nvPr/>
        </p:nvSpPr>
        <p:spPr>
          <a:xfrm>
            <a:off x="1878864" y="2817667"/>
            <a:ext cx="538627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F{X </a:t>
            </a:r>
            <a:r>
              <a:rPr lang="en-US" sz="2800" dirty="0" err="1">
                <a:latin typeface="ML-TTKarthika" panose="04000000000000000000" pitchFamily="82" charset="0"/>
              </a:rPr>
              <a:t>tamZap¬Snt¶c¯nÂ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ssZh¯n³ IcpWtbmÀ¡pt¼mÄ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DÃkn</a:t>
            </a:r>
            <a:r>
              <a:rPr lang="en-US" sz="2800" dirty="0">
                <a:latin typeface="ML-TTKarthika" panose="04000000000000000000" pitchFamily="82" charset="0"/>
              </a:rPr>
              <a:t>¡ `</a:t>
            </a:r>
            <a:r>
              <a:rPr lang="en-US" sz="2800" dirty="0" err="1">
                <a:latin typeface="ML-TTKarthika" panose="04000000000000000000" pitchFamily="82" charset="0"/>
              </a:rPr>
              <a:t>mchmlnsb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Cui³ </a:t>
            </a:r>
            <a:r>
              <a:rPr lang="en-US" sz="2800" dirty="0" err="1">
                <a:latin typeface="ML-TTKarthika" panose="04000000000000000000" pitchFamily="82" charset="0"/>
              </a:rPr>
              <a:t>Gäw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IcpXp¶p</a:t>
            </a:r>
            <a:r>
              <a:rPr lang="en-US" sz="2800" dirty="0">
                <a:latin typeface="ML-TTKarthika" panose="04000000000000000000" pitchFamily="82" charset="0"/>
              </a:rPr>
              <a:t> \n\¡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8767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4987-7454-18ED-4FA2-03E2CF04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0DD9-6D51-BDBB-C270-92562947F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6F081A-BB4A-084E-F076-ED233C87BA8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6BF7B-9AED-4A56-0627-E425DD88C990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3 of 8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92481B-444F-9B6E-6E1D-3F7F93A34F0D}"/>
              </a:ext>
            </a:extLst>
          </p:cNvPr>
          <p:cNvSpPr/>
          <p:nvPr/>
        </p:nvSpPr>
        <p:spPr>
          <a:xfrm>
            <a:off x="908806" y="676499"/>
            <a:ext cx="73263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praapanchika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chinthayaal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valayunno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vahippaanettam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prayaasamo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sandeham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venhda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aashvaasam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inneram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paadam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cherhnneedil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929B5-8FD2-B389-A23D-8BE9D4D76CFB}"/>
              </a:ext>
            </a:extLst>
          </p:cNvPr>
          <p:cNvSpPr/>
          <p:nvPr/>
        </p:nvSpPr>
        <p:spPr>
          <a:xfrm>
            <a:off x="1425893" y="2817667"/>
            <a:ext cx="62922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{]m]©</a:t>
            </a:r>
            <a:r>
              <a:rPr lang="en-US" sz="2800" dirty="0" err="1">
                <a:latin typeface="ML-TTKarthika" panose="04000000000000000000" pitchFamily="82" charset="0"/>
              </a:rPr>
              <a:t>nI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Nn´bmÂ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hebpt¶m</a:t>
            </a:r>
            <a:r>
              <a:rPr lang="en-US" sz="2800" dirty="0">
                <a:latin typeface="ML-TTKarthika" panose="04000000000000000000" pitchFamily="82" charset="0"/>
              </a:rPr>
              <a:t>?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{</a:t>
            </a:r>
            <a:r>
              <a:rPr lang="en-US" sz="2800" dirty="0" err="1">
                <a:latin typeface="ML-TTKarthika" panose="04000000000000000000" pitchFamily="82" charset="0"/>
              </a:rPr>
              <a:t>Iqip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hln¸mt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äw</a:t>
            </a:r>
            <a:r>
              <a:rPr lang="en-US" sz="2800" dirty="0">
                <a:latin typeface="ML-TTKarthika" panose="04000000000000000000" pitchFamily="82" charset="0"/>
              </a:rPr>
              <a:t> {]</a:t>
            </a:r>
            <a:r>
              <a:rPr lang="en-US" sz="2800" dirty="0" err="1">
                <a:latin typeface="ML-TTKarthika" panose="04000000000000000000" pitchFamily="82" charset="0"/>
              </a:rPr>
              <a:t>bmktam</a:t>
            </a:r>
            <a:r>
              <a:rPr lang="en-US" sz="2800" dirty="0">
                <a:latin typeface="ML-TTKarthika" panose="04000000000000000000" pitchFamily="82" charset="0"/>
              </a:rPr>
              <a:t>?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k\</a:t>
            </a:r>
            <a:r>
              <a:rPr lang="en-US" sz="2800" dirty="0" err="1">
                <a:latin typeface="ML-TTKarthika" panose="04000000000000000000" pitchFamily="82" charset="0"/>
              </a:rPr>
              <a:t>vtZlw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th¬Sm</a:t>
            </a:r>
            <a:r>
              <a:rPr lang="en-US" sz="2800" dirty="0">
                <a:latin typeface="ML-TTKarthika" panose="04000000000000000000" pitchFamily="82" charset="0"/>
              </a:rPr>
              <a:t> \o </a:t>
            </a:r>
            <a:r>
              <a:rPr lang="en-US" sz="2800" dirty="0" err="1">
                <a:latin typeface="ML-TTKarthika" panose="04000000000000000000" pitchFamily="82" charset="0"/>
              </a:rPr>
              <a:t>ImWpw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Bizmkw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Ct¶cw</a:t>
            </a:r>
            <a:r>
              <a:rPr lang="en-US" sz="2800" dirty="0">
                <a:latin typeface="ML-TTKarthika" panose="04000000000000000000" pitchFamily="82" charset="0"/>
              </a:rPr>
              <a:t> c£I³ ]</a:t>
            </a:r>
            <a:r>
              <a:rPr lang="en-US" sz="2800" dirty="0" err="1">
                <a:latin typeface="ML-TTKarthika" panose="04000000000000000000" pitchFamily="82" charset="0"/>
              </a:rPr>
              <a:t>mZw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tNÀ¶oSnÂ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637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EDF3-EF43-50A9-D87F-3BC3E257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A236-4FF5-5EB5-A186-69A5E20E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B477584-D5F8-45A9-85DF-BBB626624F1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C152E-E7FC-AD1E-DBB2-04807A4F9AC2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4 of 8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6EE84B-6FE5-ECD3-EABE-3F7A365FD6D1}"/>
              </a:ext>
            </a:extLst>
          </p:cNvPr>
          <p:cNvSpPr/>
          <p:nvPr/>
        </p:nvSpPr>
        <p:spPr>
          <a:xfrm>
            <a:off x="1568896" y="676499"/>
            <a:ext cx="600620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undinneraththil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daivaththin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karunha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orhkkumpolh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ullasikka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bhaaravaahiye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eeshan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ettam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karuthunnu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ninakkaay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DC55C8-6A4D-32FB-FE50-D22FCE2375C1}"/>
              </a:ext>
            </a:extLst>
          </p:cNvPr>
          <p:cNvSpPr/>
          <p:nvPr/>
        </p:nvSpPr>
        <p:spPr>
          <a:xfrm>
            <a:off x="1878864" y="2817667"/>
            <a:ext cx="538627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F{X </a:t>
            </a:r>
            <a:r>
              <a:rPr lang="en-US" sz="2800" dirty="0" err="1">
                <a:latin typeface="ML-TTKarthika" panose="04000000000000000000" pitchFamily="82" charset="0"/>
              </a:rPr>
              <a:t>tamZap¬Snt¶c¯nÂ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ssZh¯n³ IcpWtbmÀ¡pt¼mÄ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DÃkn</a:t>
            </a:r>
            <a:r>
              <a:rPr lang="en-US" sz="2800" dirty="0">
                <a:latin typeface="ML-TTKarthika" panose="04000000000000000000" pitchFamily="82" charset="0"/>
              </a:rPr>
              <a:t>¡ `</a:t>
            </a:r>
            <a:r>
              <a:rPr lang="en-US" sz="2800" dirty="0" err="1">
                <a:latin typeface="ML-TTKarthika" panose="04000000000000000000" pitchFamily="82" charset="0"/>
              </a:rPr>
              <a:t>mchmlnsb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Cui³ </a:t>
            </a:r>
            <a:r>
              <a:rPr lang="en-US" sz="2800" dirty="0" err="1">
                <a:latin typeface="ML-TTKarthika" panose="04000000000000000000" pitchFamily="82" charset="0"/>
              </a:rPr>
              <a:t>Gäw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IcpXp¶p</a:t>
            </a:r>
            <a:r>
              <a:rPr lang="en-US" sz="2800" dirty="0">
                <a:latin typeface="ML-TTKarthika" panose="04000000000000000000" pitchFamily="82" charset="0"/>
              </a:rPr>
              <a:t> \n\¡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4127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97CE9-8552-D82C-6196-3DBE9ECD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7181-81B0-D631-9630-EE076D32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64BF93F-B796-495B-B4E1-0D10B1AEAC2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15041-BFD2-C597-5E6F-2F8012E4828A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5 of 8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E2036A-4E30-AE7F-11A1-4A0B773B10C1}"/>
              </a:ext>
            </a:extLst>
          </p:cNvPr>
          <p:cNvSpPr/>
          <p:nvPr/>
        </p:nvSpPr>
        <p:spPr>
          <a:xfrm>
            <a:off x="908806" y="676499"/>
            <a:ext cx="73263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nashvaramaam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dhanaththe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kaanumpolh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lesham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vishaadam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asooyayum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venhda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shaashvatham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swarggaththile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nikshepam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vaagdaththam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cheythallo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ninakkaay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0BE02-F13A-79E9-8ECB-E3E0938DB57F}"/>
              </a:ext>
            </a:extLst>
          </p:cNvPr>
          <p:cNvSpPr/>
          <p:nvPr/>
        </p:nvSpPr>
        <p:spPr>
          <a:xfrm>
            <a:off x="1425893" y="2817667"/>
            <a:ext cx="62922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izcamw</a:t>
            </a:r>
            <a:r>
              <a:rPr lang="en-US" sz="2800" dirty="0">
                <a:latin typeface="ML-TTKarthika" panose="04000000000000000000" pitchFamily="82" charset="0"/>
              </a:rPr>
              <a:t> [\s¯ \o ImWpt¼mÄ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teiw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hnjmZw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Akqbbpw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th¬Sm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imizXw</a:t>
            </a:r>
            <a:r>
              <a:rPr lang="en-US" sz="2800" dirty="0"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latin typeface="ML-TTKarthika" panose="04000000000000000000" pitchFamily="82" charset="0"/>
              </a:rPr>
              <a:t>kzÀ</a:t>
            </a:r>
            <a:r>
              <a:rPr lang="en-US" sz="2800" dirty="0">
                <a:latin typeface="ML-TTKarthika" panose="04000000000000000000" pitchFamily="82" charset="0"/>
              </a:rPr>
              <a:t>¤¯</a:t>
            </a:r>
            <a:r>
              <a:rPr lang="en-US" sz="2800" dirty="0" err="1">
                <a:latin typeface="ML-TTKarthika" panose="04000000000000000000" pitchFamily="82" charset="0"/>
              </a:rPr>
              <a:t>nse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nt</a:t>
            </a:r>
            <a:r>
              <a:rPr lang="en-US" sz="2800" dirty="0">
                <a:latin typeface="ML-TTKarthika" panose="04000000000000000000" pitchFamily="82" charset="0"/>
              </a:rPr>
              <a:t>£]w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hmKvZ¯w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sNbvXtÃm</a:t>
            </a:r>
            <a:r>
              <a:rPr lang="en-US" sz="2800" dirty="0">
                <a:latin typeface="ML-TTKarthika" panose="04000000000000000000" pitchFamily="82" charset="0"/>
              </a:rPr>
              <a:t> \n\¡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21224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F419C-97CF-09EB-E7C4-1F6FF5E5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B67D-73DC-32D7-06D7-CDE5DEF8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3144D09-CEEC-D47E-748F-77E999AAF3E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39B33-0630-26D9-5448-0274DBDED68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6 of 8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63327-77E4-7736-AF2F-2B8692D6A8AF}"/>
              </a:ext>
            </a:extLst>
          </p:cNvPr>
          <p:cNvSpPr/>
          <p:nvPr/>
        </p:nvSpPr>
        <p:spPr>
          <a:xfrm>
            <a:off x="1568896" y="676499"/>
            <a:ext cx="600620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undinneraththil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daivaththin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karunha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orhkkumpolh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ullasikka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bhaaravaahiye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eeshan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ettam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karuthunnu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ninakkaay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7DD58-B98C-9CCF-56EB-80CBB94ED741}"/>
              </a:ext>
            </a:extLst>
          </p:cNvPr>
          <p:cNvSpPr/>
          <p:nvPr/>
        </p:nvSpPr>
        <p:spPr>
          <a:xfrm>
            <a:off x="1878864" y="2817667"/>
            <a:ext cx="538627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F{X </a:t>
            </a:r>
            <a:r>
              <a:rPr lang="en-US" sz="2800" dirty="0" err="1">
                <a:latin typeface="ML-TTKarthika" panose="04000000000000000000" pitchFamily="82" charset="0"/>
              </a:rPr>
              <a:t>tamZap¬Snt¶c¯nÂ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ssZh¯n³ IcpWtbmÀ¡pt¼mÄ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DÃkn</a:t>
            </a:r>
            <a:r>
              <a:rPr lang="en-US" sz="2800" dirty="0">
                <a:latin typeface="ML-TTKarthika" panose="04000000000000000000" pitchFamily="82" charset="0"/>
              </a:rPr>
              <a:t>¡ `</a:t>
            </a:r>
            <a:r>
              <a:rPr lang="en-US" sz="2800" dirty="0" err="1">
                <a:latin typeface="ML-TTKarthika" panose="04000000000000000000" pitchFamily="82" charset="0"/>
              </a:rPr>
              <a:t>mchmlnsb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Cui³ </a:t>
            </a:r>
            <a:r>
              <a:rPr lang="en-US" sz="2800" dirty="0" err="1">
                <a:latin typeface="ML-TTKarthika" panose="04000000000000000000" pitchFamily="82" charset="0"/>
              </a:rPr>
              <a:t>Gäw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IcpXp¶p</a:t>
            </a:r>
            <a:r>
              <a:rPr lang="en-US" sz="2800" dirty="0">
                <a:latin typeface="ML-TTKarthika" panose="04000000000000000000" pitchFamily="82" charset="0"/>
              </a:rPr>
              <a:t> \n\¡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1173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5FD9-A397-CCA6-EFE0-8ED318DA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47F0-AD7C-AB73-30AA-2173AA0D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AF0D8B7-D2CF-76FB-F85A-1884CAC2F55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A54A2-7942-1555-3357-E0661A038BB3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7 of 8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E0439-A8D8-0EC6-4A57-3B8CF716B933}"/>
              </a:ext>
            </a:extLst>
          </p:cNvPr>
          <p:cNvSpPr/>
          <p:nvPr/>
        </p:nvSpPr>
        <p:spPr>
          <a:xfrm>
            <a:off x="908806" y="676499"/>
            <a:ext cx="73263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kallola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thulyamaam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allal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vaneedil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thellum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bheethi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venhdallo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manathaaril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karththan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aashissukalh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orththevam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swarggam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cherum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neram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modikka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380B1-3895-5803-30CA-6DDE186B1212}"/>
              </a:ext>
            </a:extLst>
          </p:cNvPr>
          <p:cNvSpPr/>
          <p:nvPr/>
        </p:nvSpPr>
        <p:spPr>
          <a:xfrm>
            <a:off x="1298163" y="2817667"/>
            <a:ext cx="654767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ItÃme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Xpeyamw</a:t>
            </a:r>
            <a:r>
              <a:rPr lang="en-US" sz="2800" dirty="0">
                <a:latin typeface="ML-TTKarthika" panose="04000000000000000000" pitchFamily="82" charset="0"/>
              </a:rPr>
              <a:t> AÃÂ </a:t>
            </a:r>
            <a:r>
              <a:rPr lang="en-US" sz="2800" dirty="0" err="1">
                <a:latin typeface="ML-TTKarthika" panose="04000000000000000000" pitchFamily="82" charset="0"/>
              </a:rPr>
              <a:t>h¶oSnÂ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sXÃpw</a:t>
            </a:r>
            <a:r>
              <a:rPr lang="en-US" sz="2800" dirty="0">
                <a:latin typeface="ML-TTKarthika" panose="04000000000000000000" pitchFamily="82" charset="0"/>
              </a:rPr>
              <a:t> `</a:t>
            </a:r>
            <a:r>
              <a:rPr lang="en-US" sz="2800" dirty="0" err="1">
                <a:latin typeface="ML-TTKarthika" panose="04000000000000000000" pitchFamily="82" charset="0"/>
              </a:rPr>
              <a:t>oXnth¬SsÃm</a:t>
            </a:r>
            <a:r>
              <a:rPr lang="en-US" sz="2800" dirty="0">
                <a:latin typeface="ML-TTKarthika" panose="04000000000000000000" pitchFamily="82" charset="0"/>
              </a:rPr>
              <a:t> a\</a:t>
            </a:r>
            <a:r>
              <a:rPr lang="en-US" sz="2800" dirty="0" err="1">
                <a:latin typeface="ML-TTKarthika" panose="04000000000000000000" pitchFamily="82" charset="0"/>
              </a:rPr>
              <a:t>XmcnÂ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IÀ¯³ \</a:t>
            </a:r>
            <a:r>
              <a:rPr lang="en-US" sz="2800" dirty="0" err="1">
                <a:latin typeface="ML-TTKarthika" panose="04000000000000000000" pitchFamily="82" charset="0"/>
              </a:rPr>
              <a:t>ÂIpw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BinÊpIÄ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HmÀt¯hw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kzÀ¤w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tNcpw</a:t>
            </a:r>
            <a:r>
              <a:rPr lang="en-US" sz="2800" dirty="0">
                <a:latin typeface="ML-TTKarthika" panose="04000000000000000000" pitchFamily="82" charset="0"/>
              </a:rPr>
              <a:t> t\</a:t>
            </a:r>
            <a:r>
              <a:rPr lang="en-US" sz="2800" dirty="0" err="1">
                <a:latin typeface="ML-TTKarthika" panose="04000000000000000000" pitchFamily="82" charset="0"/>
              </a:rPr>
              <a:t>cw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hsc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tamZn</a:t>
            </a:r>
            <a:r>
              <a:rPr lang="en-US" sz="2800" dirty="0">
                <a:latin typeface="ML-TTKarthika" panose="04000000000000000000" pitchFamily="82" charset="0"/>
              </a:rPr>
              <a:t>¡ </a:t>
            </a:r>
          </a:p>
        </p:txBody>
      </p:sp>
    </p:spTree>
    <p:extLst>
      <p:ext uri="{BB962C8B-B14F-4D97-AF65-F5344CB8AC3E}">
        <p14:creationId xmlns:p14="http://schemas.microsoft.com/office/powerpoint/2010/main" val="42614125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75724-D567-881B-6E0D-C7FA02E7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5BF2-DD58-F64E-3D55-D3B0962B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179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EC58141-3416-0F48-FE92-1B199AB3415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80DAE-3DBE-D760-B959-7FDE9993E9AC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8 of 8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BDCF68-AF0A-FCAB-41E4-7411BA6F91CE}"/>
              </a:ext>
            </a:extLst>
          </p:cNvPr>
          <p:cNvSpPr/>
          <p:nvPr/>
        </p:nvSpPr>
        <p:spPr>
          <a:xfrm>
            <a:off x="1568896" y="676499"/>
            <a:ext cx="600620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undinneraththil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daivaththin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karunha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orhkkumpolh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ullasikka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bhaaravaahiye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eeshan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ettam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karuthunnu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ninakkaay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17691-B2C1-4174-63F6-C1A6CD2A1AB5}"/>
              </a:ext>
            </a:extLst>
          </p:cNvPr>
          <p:cNvSpPr/>
          <p:nvPr/>
        </p:nvSpPr>
        <p:spPr>
          <a:xfrm>
            <a:off x="1878864" y="2817667"/>
            <a:ext cx="538627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F{X </a:t>
            </a:r>
            <a:r>
              <a:rPr lang="en-US" sz="2800" dirty="0" err="1">
                <a:latin typeface="ML-TTKarthika" panose="04000000000000000000" pitchFamily="82" charset="0"/>
              </a:rPr>
              <a:t>tamZap¬Snt¶c¯nÂ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ssZh¯n³ IcpWtbmÀ¡pt¼mÄ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DÃkn</a:t>
            </a:r>
            <a:r>
              <a:rPr lang="en-US" sz="2800" dirty="0">
                <a:latin typeface="ML-TTKarthika" panose="04000000000000000000" pitchFamily="82" charset="0"/>
              </a:rPr>
              <a:t>¡ `</a:t>
            </a:r>
            <a:r>
              <a:rPr lang="en-US" sz="2800" dirty="0" err="1">
                <a:latin typeface="ML-TTKarthika" panose="04000000000000000000" pitchFamily="82" charset="0"/>
              </a:rPr>
              <a:t>mchmlnsb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Cui³ </a:t>
            </a:r>
            <a:r>
              <a:rPr lang="en-US" sz="2800" dirty="0" err="1">
                <a:latin typeface="ML-TTKarthika" panose="04000000000000000000" pitchFamily="82" charset="0"/>
              </a:rPr>
              <a:t>Gäw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IcpXp¶p</a:t>
            </a:r>
            <a:r>
              <a:rPr lang="en-US" sz="2800" dirty="0">
                <a:latin typeface="ML-TTKarthika" panose="04000000000000000000" pitchFamily="82" charset="0"/>
              </a:rPr>
              <a:t> \n\¡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0711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31454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1740769" y="1615256"/>
            <a:ext cx="5662462" cy="1912987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Closing Hymn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Yeshuve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naathhane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Closing Hymn 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1EFBD-D8DB-04ED-7503-169422F63279}"/>
              </a:ext>
            </a:extLst>
          </p:cNvPr>
          <p:cNvSpPr/>
          <p:nvPr/>
        </p:nvSpPr>
        <p:spPr>
          <a:xfrm>
            <a:off x="182879" y="2495647"/>
            <a:ext cx="8866022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യേശുവേ എൻ നാഥനേ, യേശുവേ എൻ കർത്തനെ </a:t>
            </a:r>
            <a:endParaRPr lang="en-US" sz="24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ml-IN" sz="2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നീയല്ലാതാശ്രയിപ്പാൻ ഭൂവിലാരുള്ളു </a:t>
            </a:r>
            <a:endParaRPr lang="en-US" sz="24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ml-IN" sz="2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യേശുവേ എൻ നാഥനേ, യേശുവേ എൻ കർത്തനെ നിന്നെപ്പോൽ സ്നേഹിതനായ് വേറെയാരുള്ളു</a:t>
            </a:r>
            <a:endParaRPr lang="en-US" sz="2200" dirty="0">
              <a:solidFill>
                <a:prstClr val="black"/>
              </a:solidFill>
              <a:latin typeface="ML-TTKarthika" panose="04000000000000000000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76EF0-1CD8-4E41-5D94-FD2ACFE75985}"/>
              </a:ext>
            </a:extLst>
          </p:cNvPr>
          <p:cNvSpPr/>
          <p:nvPr/>
        </p:nvSpPr>
        <p:spPr>
          <a:xfrm>
            <a:off x="873000" y="582882"/>
            <a:ext cx="748578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karththane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neeyallaathaashrayippaan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bhoovilaarullhu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karththane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ninneppol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snehithanaay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vereyaarullhu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383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CD0AA-A0AE-5315-C5E4-DA111D36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5A2F4-E573-BBB6-2B8C-030E8F206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Closing Hymn 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75C9C05-DEEE-A95A-8CA4-B4BF54C9BE47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1CE6C-4D88-A585-E2D7-D62C3FA23F2C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2 of 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8F89F-611D-0443-AA17-A6C8E467F25C}"/>
              </a:ext>
            </a:extLst>
          </p:cNvPr>
          <p:cNvSpPr/>
          <p:nvPr/>
        </p:nvSpPr>
        <p:spPr>
          <a:xfrm>
            <a:off x="1586868" y="2674754"/>
            <a:ext cx="5961889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ഇനി എന്റെ ജീവിതം നിനക്കായ്</a:t>
            </a:r>
          </a:p>
          <a:p>
            <a:pPr>
              <a:lnSpc>
                <a:spcPct val="150000"/>
              </a:lnSpc>
            </a:pPr>
            <a:r>
              <a:rPr lang="ml-IN" sz="2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ഇനിയുള്ളനാളുകൾ നിനക്കായ്</a:t>
            </a:r>
          </a:p>
          <a:p>
            <a:pPr>
              <a:lnSpc>
                <a:spcPct val="150000"/>
              </a:lnSpc>
            </a:pPr>
            <a:r>
              <a:rPr lang="ml-IN" sz="2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യേശുവേ... എൻ നാഥനെ...</a:t>
            </a:r>
            <a:r>
              <a:rPr lang="en-US" sz="24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 (2)</a:t>
            </a:r>
            <a:endParaRPr lang="en-US" sz="2200" dirty="0">
              <a:solidFill>
                <a:prstClr val="black"/>
              </a:solidFill>
              <a:latin typeface="ML-TTKarthika" panose="04000000000000000000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18146-CAFF-A5CE-2A40-880415CE933A}"/>
              </a:ext>
            </a:extLst>
          </p:cNvPr>
          <p:cNvSpPr/>
          <p:nvPr/>
        </p:nvSpPr>
        <p:spPr>
          <a:xfrm>
            <a:off x="2133627" y="798325"/>
            <a:ext cx="487674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jeevitham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ninakkaay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iniyulla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naalhukal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ninakkaay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...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... (2)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56C6DBD7-0F68-F6E4-152B-F7F06E9C3268}"/>
              </a:ext>
            </a:extLst>
          </p:cNvPr>
          <p:cNvSpPr/>
          <p:nvPr/>
        </p:nvSpPr>
        <p:spPr>
          <a:xfrm>
            <a:off x="7490318" y="978764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4936E-7C9E-2AFF-1B93-CD666A84C04D}"/>
              </a:ext>
            </a:extLst>
          </p:cNvPr>
          <p:cNvSpPr txBox="1"/>
          <p:nvPr/>
        </p:nvSpPr>
        <p:spPr>
          <a:xfrm>
            <a:off x="7607196" y="1114301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3B59FE3-08FC-F6DB-34BE-8C382FC901FB}"/>
              </a:ext>
            </a:extLst>
          </p:cNvPr>
          <p:cNvSpPr/>
          <p:nvPr/>
        </p:nvSpPr>
        <p:spPr>
          <a:xfrm>
            <a:off x="7490318" y="2935213"/>
            <a:ext cx="116878" cy="639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9C9C3-EA35-EBDA-C360-D26013D2B25E}"/>
              </a:ext>
            </a:extLst>
          </p:cNvPr>
          <p:cNvSpPr txBox="1"/>
          <p:nvPr/>
        </p:nvSpPr>
        <p:spPr>
          <a:xfrm>
            <a:off x="7607196" y="3070750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94509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852</TotalTime>
  <Words>3448</Words>
  <Application>Microsoft Office PowerPoint</Application>
  <PresentationFormat>On-screen Show (16:9)</PresentationFormat>
  <Paragraphs>572</Paragraphs>
  <Slides>66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1_Office Theme</vt:lpstr>
      <vt:lpstr>6_Office Theme</vt:lpstr>
      <vt:lpstr>Office 2013 - 2022 Theme</vt:lpstr>
      <vt:lpstr>PowerPoint Presentation</vt:lpstr>
      <vt:lpstr>Opening Song – Hymn 40</vt:lpstr>
      <vt:lpstr>Opening Song – Hymn 40</vt:lpstr>
      <vt:lpstr>Opening Song – Hymn 40</vt:lpstr>
      <vt:lpstr>Opening Song – Hymn 40</vt:lpstr>
      <vt:lpstr>Opening Song – Hymn 40</vt:lpstr>
      <vt:lpstr>Opening Song – Hymn 40</vt:lpstr>
      <vt:lpstr>Opening Song – Hymn 40</vt:lpstr>
      <vt:lpstr>PowerPoint Presentation</vt:lpstr>
      <vt:lpstr>Thanksgiving Prayers – Hymn 92 </vt:lpstr>
      <vt:lpstr>PowerPoint Presentation</vt:lpstr>
      <vt:lpstr>Offertory Hymn – She only touched</vt:lpstr>
      <vt:lpstr>Offertory Hymn – She only touched</vt:lpstr>
      <vt:lpstr>Offertory Hymn – She only touched</vt:lpstr>
      <vt:lpstr>PowerPoint Presentation</vt:lpstr>
      <vt:lpstr>PowerPoint Presentation</vt:lpstr>
      <vt:lpstr>Confession – 181</vt:lpstr>
      <vt:lpstr>PowerPoint Presentation</vt:lpstr>
      <vt:lpstr>Holy Communion – 358</vt:lpstr>
      <vt:lpstr>Holy Communion – 358</vt:lpstr>
      <vt:lpstr>Holy Communion – 358</vt:lpstr>
      <vt:lpstr>Holy Communion – 358</vt:lpstr>
      <vt:lpstr>Holy Communion – 358</vt:lpstr>
      <vt:lpstr>Holy Communion – 358</vt:lpstr>
      <vt:lpstr>Holy Communion – En daivame nin meshamel</vt:lpstr>
      <vt:lpstr>Holy Communion – En daivame nin meshamel</vt:lpstr>
      <vt:lpstr>Holy Communion – En daivame nin meshamel</vt:lpstr>
      <vt:lpstr>Holy Communion – En daivame nin meshamel</vt:lpstr>
      <vt:lpstr>Holy Communion – En daivame nin meshamel </vt:lpstr>
      <vt:lpstr>Holy Communion Hymn No. 248</vt:lpstr>
      <vt:lpstr>Holy Communion – 248</vt:lpstr>
      <vt:lpstr>Holy Communion – 248</vt:lpstr>
      <vt:lpstr>Holy Communion – 248</vt:lpstr>
      <vt:lpstr>Holy Communion – 248</vt:lpstr>
      <vt:lpstr>Holy Communion – 248</vt:lpstr>
      <vt:lpstr>Holy Communion – 248</vt:lpstr>
      <vt:lpstr>Holy Communion – 248</vt:lpstr>
      <vt:lpstr>Holy Communion – 248</vt:lpstr>
      <vt:lpstr>Holy Communion – 248</vt:lpstr>
      <vt:lpstr>Holy Communion Hymn No. 242</vt:lpstr>
      <vt:lpstr>Communion: Hymn No. 242</vt:lpstr>
      <vt:lpstr>Communion: Hymn No. 242</vt:lpstr>
      <vt:lpstr>Communion: Hymn No. 242</vt:lpstr>
      <vt:lpstr>Communion: Hymn No. 242</vt:lpstr>
      <vt:lpstr>Communion: Hymn No. 242</vt:lpstr>
      <vt:lpstr>Communion: Hymn No. 242</vt:lpstr>
      <vt:lpstr>Communion: Hymn No. 242</vt:lpstr>
      <vt:lpstr>Holy Communion – Hymn No. 181</vt:lpstr>
      <vt:lpstr>Communion: Hymn No. 181</vt:lpstr>
      <vt:lpstr>Communion: Hymn No. 181</vt:lpstr>
      <vt:lpstr>Communion: Hymn No. 181</vt:lpstr>
      <vt:lpstr>Communion: Hymn No. 181</vt:lpstr>
      <vt:lpstr>Communion: Hymn No. 181</vt:lpstr>
      <vt:lpstr>Holy Communion Hymn No. 179</vt:lpstr>
      <vt:lpstr>Communion: Hymn No. 179</vt:lpstr>
      <vt:lpstr>Communion: Hymn No. 179</vt:lpstr>
      <vt:lpstr>Communion: Hymn No. 179</vt:lpstr>
      <vt:lpstr>Communion: Hymn No. 179</vt:lpstr>
      <vt:lpstr>Communion: Hymn No. 179</vt:lpstr>
      <vt:lpstr>Communion: Hymn No. 179</vt:lpstr>
      <vt:lpstr>Communion: Hymn No. 179</vt:lpstr>
      <vt:lpstr>Communion: Hymn No. 179</vt:lpstr>
      <vt:lpstr>Holy Communion</vt:lpstr>
      <vt:lpstr>PowerPoint Presentation</vt:lpstr>
      <vt:lpstr>Closing Hymn </vt:lpstr>
      <vt:lpstr>Closing Hymn 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Biju, Anju</cp:lastModifiedBy>
  <cp:revision>1616</cp:revision>
  <dcterms:created xsi:type="dcterms:W3CDTF">2020-09-02T02:55:07Z</dcterms:created>
  <dcterms:modified xsi:type="dcterms:W3CDTF">2026-01-25T09:53:39Z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