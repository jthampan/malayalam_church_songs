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83" r:id="rId3"/>
  </p:sldMasterIdLst>
  <p:notesMasterIdLst>
    <p:notesMasterId r:id="rId50"/>
  </p:notesMasterIdLst>
  <p:sldIdLst>
    <p:sldId id="511" r:id="rId4"/>
    <p:sldId id="2569" r:id="rId5"/>
    <p:sldId id="2529" r:id="rId6"/>
    <p:sldId id="2683" r:id="rId7"/>
    <p:sldId id="2684" r:id="rId8"/>
    <p:sldId id="2691" r:id="rId9"/>
    <p:sldId id="2692" r:id="rId10"/>
    <p:sldId id="952" r:id="rId11"/>
    <p:sldId id="2228" r:id="rId12"/>
    <p:sldId id="2531" r:id="rId13"/>
    <p:sldId id="1545" r:id="rId14"/>
    <p:sldId id="2685" r:id="rId15"/>
    <p:sldId id="2686" r:id="rId16"/>
    <p:sldId id="2450" r:id="rId17"/>
    <p:sldId id="2530" r:id="rId18"/>
    <p:sldId id="1888" r:id="rId19"/>
    <p:sldId id="1539" r:id="rId20"/>
    <p:sldId id="2628" r:id="rId21"/>
    <p:sldId id="2621" r:id="rId22"/>
    <p:sldId id="2693" r:id="rId23"/>
    <p:sldId id="2694" r:id="rId24"/>
    <p:sldId id="2576" r:id="rId25"/>
    <p:sldId id="2606" r:id="rId26"/>
    <p:sldId id="2597" r:id="rId27"/>
    <p:sldId id="2577" r:id="rId28"/>
    <p:sldId id="2695" r:id="rId29"/>
    <p:sldId id="2696" r:id="rId30"/>
    <p:sldId id="2697" r:id="rId31"/>
    <p:sldId id="2698" r:id="rId32"/>
    <p:sldId id="2699" r:id="rId33"/>
    <p:sldId id="2636" r:id="rId34"/>
    <p:sldId id="2637" r:id="rId35"/>
    <p:sldId id="2634" r:id="rId36"/>
    <p:sldId id="2615" r:id="rId37"/>
    <p:sldId id="2700" r:id="rId38"/>
    <p:sldId id="2701" r:id="rId39"/>
    <p:sldId id="2702" r:id="rId40"/>
    <p:sldId id="2635" r:id="rId41"/>
    <p:sldId id="1689" r:id="rId42"/>
    <p:sldId id="2703" r:id="rId43"/>
    <p:sldId id="2704" r:id="rId44"/>
    <p:sldId id="2705" r:id="rId45"/>
    <p:sldId id="2706" r:id="rId46"/>
    <p:sldId id="2707" r:id="rId47"/>
    <p:sldId id="1444" r:id="rId48"/>
    <p:sldId id="2231" r:id="rId4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0A4AB-F1F4-4847-A62A-B70E044F04A5}" v="34" dt="2025-12-01T05:54:57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2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microsoft.com/office/2016/11/relationships/changesInfo" Target="changesInfos/changesInfo1.xml"/><Relationship Id="rId8" Type="http://schemas.openxmlformats.org/officeDocument/2006/relationships/slide" Target="slides/slide5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microsoft.com/office/2015/10/relationships/revisionInfo" Target="revisionInfo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1228244-6B25-4D01-85AC-4B8EA41E8750}"/>
    <pc:docChg chg="undo custSel addSld delSld modSld sldOrd">
      <pc:chgData name="Sini Mathew" userId="3875fe58a975fc01" providerId="LiveId" clId="{01228244-6B25-4D01-85AC-4B8EA41E8750}" dt="2025-12-01T05:55:00.814" v="369" actId="1076"/>
      <pc:docMkLst>
        <pc:docMk/>
      </pc:docMkLst>
      <pc:sldChg chg="addSp delSp modSp mod">
        <pc:chgData name="Sini Mathew" userId="3875fe58a975fc01" providerId="LiveId" clId="{01228244-6B25-4D01-85AC-4B8EA41E8750}" dt="2025-12-01T05:36:25.147" v="22" actId="20577"/>
        <pc:sldMkLst>
          <pc:docMk/>
          <pc:sldMk cId="0" sldId="1545"/>
        </pc:sldMkLst>
        <pc:spChg chg="mod">
          <ac:chgData name="Sini Mathew" userId="3875fe58a975fc01" providerId="LiveId" clId="{01228244-6B25-4D01-85AC-4B8EA41E8750}" dt="2025-12-01T05:34:52.545" v="5" actId="20577"/>
          <ac:spMkLst>
            <pc:docMk/>
            <pc:sldMk cId="0" sldId="1545"/>
            <ac:spMk id="2" creationId="{00000000-0000-0000-0000-000000000000}"/>
          </ac:spMkLst>
        </pc:spChg>
        <pc:spChg chg="del">
          <ac:chgData name="Sini Mathew" userId="3875fe58a975fc01" providerId="LiveId" clId="{01228244-6B25-4D01-85AC-4B8EA41E8750}" dt="2025-12-01T05:34:56.912" v="6" actId="478"/>
          <ac:spMkLst>
            <pc:docMk/>
            <pc:sldMk cId="0" sldId="1545"/>
            <ac:spMk id="3" creationId="{00000000-0000-0000-0000-000000000000}"/>
          </ac:spMkLst>
        </pc:spChg>
        <pc:spChg chg="add mod">
          <ac:chgData name="Sini Mathew" userId="3875fe58a975fc01" providerId="LiveId" clId="{01228244-6B25-4D01-85AC-4B8EA41E8750}" dt="2025-12-01T05:35:45.473" v="17" actId="14100"/>
          <ac:spMkLst>
            <pc:docMk/>
            <pc:sldMk cId="0" sldId="1545"/>
            <ac:spMk id="4" creationId="{E788F937-957D-149C-3ECC-255A2AA13985}"/>
          </ac:spMkLst>
        </pc:spChg>
        <pc:spChg chg="mod">
          <ac:chgData name="Sini Mathew" userId="3875fe58a975fc01" providerId="LiveId" clId="{01228244-6B25-4D01-85AC-4B8EA41E8750}" dt="2025-12-01T05:36:25.147" v="22" actId="20577"/>
          <ac:spMkLst>
            <pc:docMk/>
            <pc:sldMk cId="0" sldId="1545"/>
            <ac:spMk id="5" creationId="{00000000-0000-0000-0000-000000000000}"/>
          </ac:spMkLst>
        </pc:spChg>
        <pc:spChg chg="add mod">
          <ac:chgData name="Sini Mathew" userId="3875fe58a975fc01" providerId="LiveId" clId="{01228244-6B25-4D01-85AC-4B8EA41E8750}" dt="2025-12-01T05:36:09.026" v="20" actId="255"/>
          <ac:spMkLst>
            <pc:docMk/>
            <pc:sldMk cId="0" sldId="1545"/>
            <ac:spMk id="8" creationId="{6E10A47E-B7E0-1666-D535-5A07C36A57BB}"/>
          </ac:spMkLst>
        </pc:spChg>
        <pc:spChg chg="del">
          <ac:chgData name="Sini Mathew" userId="3875fe58a975fc01" providerId="LiveId" clId="{01228244-6B25-4D01-85AC-4B8EA41E8750}" dt="2025-12-01T05:35:17.426" v="11" actId="478"/>
          <ac:spMkLst>
            <pc:docMk/>
            <pc:sldMk cId="0" sldId="1545"/>
            <ac:spMk id="12" creationId="{00000000-0000-0000-0000-000000000000}"/>
          </ac:spMkLst>
        </pc:spChg>
      </pc:sldChg>
      <pc:sldChg chg="addSp delSp modSp mod">
        <pc:chgData name="Sini Mathew" userId="3875fe58a975fc01" providerId="LiveId" clId="{01228244-6B25-4D01-85AC-4B8EA41E8750}" dt="2025-12-01T05:52:04.871" v="324" actId="207"/>
        <pc:sldMkLst>
          <pc:docMk/>
          <pc:sldMk cId="0" sldId="1689"/>
        </pc:sldMkLst>
        <pc:spChg chg="mod">
          <ac:chgData name="Sini Mathew" userId="3875fe58a975fc01" providerId="LiveId" clId="{01228244-6B25-4D01-85AC-4B8EA41E8750}" dt="2025-12-01T05:51:31.408" v="310" actId="20577"/>
          <ac:spMkLst>
            <pc:docMk/>
            <pc:sldMk cId="0" sldId="1689"/>
            <ac:spMk id="2" creationId="{00000000-0000-0000-0000-000000000000}"/>
          </ac:spMkLst>
        </pc:spChg>
        <pc:spChg chg="del">
          <ac:chgData name="Sini Mathew" userId="3875fe58a975fc01" providerId="LiveId" clId="{01228244-6B25-4D01-85AC-4B8EA41E8750}" dt="2025-12-01T05:51:38.555" v="313" actId="478"/>
          <ac:spMkLst>
            <pc:docMk/>
            <pc:sldMk cId="0" sldId="1689"/>
            <ac:spMk id="3" creationId="{00000000-0000-0000-0000-000000000000}"/>
          </ac:spMkLst>
        </pc:spChg>
        <pc:spChg chg="del">
          <ac:chgData name="Sini Mathew" userId="3875fe58a975fc01" providerId="LiveId" clId="{01228244-6B25-4D01-85AC-4B8EA41E8750}" dt="2025-12-01T05:51:39.818" v="314" actId="478"/>
          <ac:spMkLst>
            <pc:docMk/>
            <pc:sldMk cId="0" sldId="1689"/>
            <ac:spMk id="4" creationId="{00000000-0000-0000-0000-000000000000}"/>
          </ac:spMkLst>
        </pc:spChg>
        <pc:spChg chg="add mod">
          <ac:chgData name="Sini Mathew" userId="3875fe58a975fc01" providerId="LiveId" clId="{01228244-6B25-4D01-85AC-4B8EA41E8750}" dt="2025-12-01T05:52:04.871" v="324" actId="207"/>
          <ac:spMkLst>
            <pc:docMk/>
            <pc:sldMk cId="0" sldId="1689"/>
            <ac:spMk id="6" creationId="{D66F7AE3-D256-E4F1-9E60-9CD54F93E055}"/>
          </ac:spMkLst>
        </pc:spChg>
        <pc:spChg chg="add mod">
          <ac:chgData name="Sini Mathew" userId="3875fe58a975fc01" providerId="LiveId" clId="{01228244-6B25-4D01-85AC-4B8EA41E8750}" dt="2025-12-01T05:51:59.705" v="323"/>
          <ac:spMkLst>
            <pc:docMk/>
            <pc:sldMk cId="0" sldId="1689"/>
            <ac:spMk id="7" creationId="{7793DC66-FC8F-8615-5F12-D14245AC1F2D}"/>
          </ac:spMkLst>
        </pc:spChg>
        <pc:spChg chg="mod">
          <ac:chgData name="Sini Mathew" userId="3875fe58a975fc01" providerId="LiveId" clId="{01228244-6B25-4D01-85AC-4B8EA41E8750}" dt="2025-12-01T05:51:34.981" v="312" actId="20577"/>
          <ac:spMkLst>
            <pc:docMk/>
            <pc:sldMk cId="0" sldId="1689"/>
            <ac:spMk id="13" creationId="{00000000-0000-0000-0000-000000000000}"/>
          </ac:spMkLst>
        </pc:spChg>
      </pc:sldChg>
      <pc:sldChg chg="del">
        <pc:chgData name="Sini Mathew" userId="3875fe58a975fc01" providerId="LiveId" clId="{01228244-6B25-4D01-85AC-4B8EA41E8750}" dt="2025-12-01T05:51:42.395" v="315" actId="47"/>
        <pc:sldMkLst>
          <pc:docMk/>
          <pc:sldMk cId="0" sldId="1758"/>
        </pc:sldMkLst>
      </pc:sldChg>
      <pc:sldChg chg="del">
        <pc:chgData name="Sini Mathew" userId="3875fe58a975fc01" providerId="LiveId" clId="{01228244-6B25-4D01-85AC-4B8EA41E8750}" dt="2025-12-01T05:51:43.201" v="317" actId="47"/>
        <pc:sldMkLst>
          <pc:docMk/>
          <pc:sldMk cId="0" sldId="1759"/>
        </pc:sldMkLst>
      </pc:sldChg>
      <pc:sldChg chg="del">
        <pc:chgData name="Sini Mathew" userId="3875fe58a975fc01" providerId="LiveId" clId="{01228244-6B25-4D01-85AC-4B8EA41E8750}" dt="2025-12-01T05:51:44.535" v="319" actId="47"/>
        <pc:sldMkLst>
          <pc:docMk/>
          <pc:sldMk cId="0" sldId="1760"/>
        </pc:sldMkLst>
      </pc:sldChg>
      <pc:sldChg chg="delSp modSp mod">
        <pc:chgData name="Sini Mathew" userId="3875fe58a975fc01" providerId="LiveId" clId="{01228244-6B25-4D01-85AC-4B8EA41E8750}" dt="2025-12-01T05:39:59.908" v="114" actId="478"/>
        <pc:sldMkLst>
          <pc:docMk/>
          <pc:sldMk cId="0" sldId="1888"/>
        </pc:sldMkLst>
        <pc:spChg chg="mod">
          <ac:chgData name="Sini Mathew" userId="3875fe58a975fc01" providerId="LiveId" clId="{01228244-6B25-4D01-85AC-4B8EA41E8750}" dt="2025-12-01T05:39:54.049" v="112" actId="20577"/>
          <ac:spMkLst>
            <pc:docMk/>
            <pc:sldMk cId="0" sldId="1888"/>
            <ac:spMk id="2" creationId="{00000000-0000-0000-0000-000000000000}"/>
          </ac:spMkLst>
        </pc:spChg>
        <pc:spChg chg="del">
          <ac:chgData name="Sini Mathew" userId="3875fe58a975fc01" providerId="LiveId" clId="{01228244-6B25-4D01-85AC-4B8EA41E8750}" dt="2025-12-01T05:39:58.046" v="113" actId="478"/>
          <ac:spMkLst>
            <pc:docMk/>
            <pc:sldMk cId="0" sldId="1888"/>
            <ac:spMk id="7" creationId="{F7053185-E574-67FB-A274-BAB84F08E920}"/>
          </ac:spMkLst>
        </pc:spChg>
        <pc:spChg chg="del">
          <ac:chgData name="Sini Mathew" userId="3875fe58a975fc01" providerId="LiveId" clId="{01228244-6B25-4D01-85AC-4B8EA41E8750}" dt="2025-12-01T05:39:59.908" v="114" actId="478"/>
          <ac:spMkLst>
            <pc:docMk/>
            <pc:sldMk cId="0" sldId="1888"/>
            <ac:spMk id="8" creationId="{E7B4B30F-F08B-7203-0DA6-14E6A833221C}"/>
          </ac:spMkLst>
        </pc:spChg>
      </pc:sldChg>
      <pc:sldChg chg="modSp mod">
        <pc:chgData name="Sini Mathew" userId="3875fe58a975fc01" providerId="LiveId" clId="{01228244-6B25-4D01-85AC-4B8EA41E8750}" dt="2025-12-01T05:39:47.014" v="109" actId="20577"/>
        <pc:sldMkLst>
          <pc:docMk/>
          <pc:sldMk cId="0" sldId="2530"/>
        </pc:sldMkLst>
        <pc:spChg chg="mod">
          <ac:chgData name="Sini Mathew" userId="3875fe58a975fc01" providerId="LiveId" clId="{01228244-6B25-4D01-85AC-4B8EA41E8750}" dt="2025-12-01T05:39:47.014" v="109" actId="20577"/>
          <ac:spMkLst>
            <pc:docMk/>
            <pc:sldMk cId="0" sldId="2530"/>
            <ac:spMk id="3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01T05:34:40.609" v="2" actId="20577"/>
        <pc:sldMkLst>
          <pc:docMk/>
          <pc:sldMk cId="0" sldId="2531"/>
        </pc:sldMkLst>
        <pc:spChg chg="mod">
          <ac:chgData name="Sini Mathew" userId="3875fe58a975fc01" providerId="LiveId" clId="{01228244-6B25-4D01-85AC-4B8EA41E8750}" dt="2025-12-01T05:34:40.609" v="2" actId="20577"/>
          <ac:spMkLst>
            <pc:docMk/>
            <pc:sldMk cId="0" sldId="2531"/>
            <ac:spMk id="3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01T05:40:39.217" v="129" actId="20577"/>
        <pc:sldMkLst>
          <pc:docMk/>
          <pc:sldMk cId="0" sldId="2576"/>
        </pc:sldMkLst>
        <pc:spChg chg="mod">
          <ac:chgData name="Sini Mathew" userId="3875fe58a975fc01" providerId="LiveId" clId="{01228244-6B25-4D01-85AC-4B8EA41E8750}" dt="2025-12-01T05:40:39.217" v="129" actId="20577"/>
          <ac:spMkLst>
            <pc:docMk/>
            <pc:sldMk cId="0" sldId="2576"/>
            <ac:spMk id="6" creationId="{00000000-0000-0000-0000-000000000000}"/>
          </ac:spMkLst>
        </pc:spChg>
      </pc:sldChg>
      <pc:sldChg chg="addSp delSp modSp mod">
        <pc:chgData name="Sini Mathew" userId="3875fe58a975fc01" providerId="LiveId" clId="{01228244-6B25-4D01-85AC-4B8EA41E8750}" dt="2025-12-01T05:42:13.482" v="165" actId="20577"/>
        <pc:sldMkLst>
          <pc:docMk/>
          <pc:sldMk cId="0" sldId="2577"/>
        </pc:sldMkLst>
        <pc:spChg chg="del">
          <ac:chgData name="Sini Mathew" userId="3875fe58a975fc01" providerId="LiveId" clId="{01228244-6B25-4D01-85AC-4B8EA41E8750}" dt="2025-12-01T05:41:18.615" v="150" actId="478"/>
          <ac:spMkLst>
            <pc:docMk/>
            <pc:sldMk cId="0" sldId="2577"/>
            <ac:spMk id="2" creationId="{7C797579-44E7-E776-39AF-DEA7EA234726}"/>
          </ac:spMkLst>
        </pc:spChg>
        <pc:spChg chg="del">
          <ac:chgData name="Sini Mathew" userId="3875fe58a975fc01" providerId="LiveId" clId="{01228244-6B25-4D01-85AC-4B8EA41E8750}" dt="2025-12-01T05:41:20.183" v="151" actId="478"/>
          <ac:spMkLst>
            <pc:docMk/>
            <pc:sldMk cId="0" sldId="2577"/>
            <ac:spMk id="3" creationId="{826E7A19-B07B-2EBE-CB5B-56D979EC89FF}"/>
          </ac:spMkLst>
        </pc:spChg>
        <pc:spChg chg="add mod">
          <ac:chgData name="Sini Mathew" userId="3875fe58a975fc01" providerId="LiveId" clId="{01228244-6B25-4D01-85AC-4B8EA41E8750}" dt="2025-12-01T05:41:31.267" v="153" actId="1076"/>
          <ac:spMkLst>
            <pc:docMk/>
            <pc:sldMk cId="0" sldId="2577"/>
            <ac:spMk id="4" creationId="{3D723804-07B1-8AD4-6797-CC0063E044DC}"/>
          </ac:spMkLst>
        </pc:spChg>
        <pc:spChg chg="add mod">
          <ac:chgData name="Sini Mathew" userId="3875fe58a975fc01" providerId="LiveId" clId="{01228244-6B25-4D01-85AC-4B8EA41E8750}" dt="2025-12-01T05:42:10.675" v="163" actId="1076"/>
          <ac:spMkLst>
            <pc:docMk/>
            <pc:sldMk cId="0" sldId="2577"/>
            <ac:spMk id="5" creationId="{23DCF033-BE39-F719-8187-72D7B3F1CA9F}"/>
          </ac:spMkLst>
        </pc:spChg>
        <pc:spChg chg="mod">
          <ac:chgData name="Sini Mathew" userId="3875fe58a975fc01" providerId="LiveId" clId="{01228244-6B25-4D01-85AC-4B8EA41E8750}" dt="2025-12-01T05:41:14.842" v="149" actId="20577"/>
          <ac:spMkLst>
            <pc:docMk/>
            <pc:sldMk cId="0" sldId="2577"/>
            <ac:spMk id="6" creationId="{00000000-0000-0000-0000-000000000000}"/>
          </ac:spMkLst>
        </pc:spChg>
        <pc:spChg chg="mod">
          <ac:chgData name="Sini Mathew" userId="3875fe58a975fc01" providerId="LiveId" clId="{01228244-6B25-4D01-85AC-4B8EA41E8750}" dt="2025-12-01T05:42:13.482" v="165" actId="20577"/>
          <ac:spMkLst>
            <pc:docMk/>
            <pc:sldMk cId="0" sldId="2577"/>
            <ac:spMk id="11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01T05:41:09.431" v="146" actId="20577"/>
        <pc:sldMkLst>
          <pc:docMk/>
          <pc:sldMk cId="0" sldId="2597"/>
        </pc:sldMkLst>
        <pc:spChg chg="mod">
          <ac:chgData name="Sini Mathew" userId="3875fe58a975fc01" providerId="LiveId" clId="{01228244-6B25-4D01-85AC-4B8EA41E8750}" dt="2025-12-01T05:41:09.431" v="146" actId="20577"/>
          <ac:spMkLst>
            <pc:docMk/>
            <pc:sldMk cId="0" sldId="2597"/>
            <ac:spMk id="6" creationId="{00000000-0000-0000-0000-000000000000}"/>
          </ac:spMkLst>
        </pc:spChg>
      </pc:sldChg>
      <pc:sldChg chg="delSp modSp mod">
        <pc:chgData name="Sini Mathew" userId="3875fe58a975fc01" providerId="LiveId" clId="{01228244-6B25-4D01-85AC-4B8EA41E8750}" dt="2025-12-01T05:40:49.913" v="134" actId="478"/>
        <pc:sldMkLst>
          <pc:docMk/>
          <pc:sldMk cId="0" sldId="2606"/>
        </pc:sldMkLst>
        <pc:spChg chg="mod">
          <ac:chgData name="Sini Mathew" userId="3875fe58a975fc01" providerId="LiveId" clId="{01228244-6B25-4D01-85AC-4B8EA41E8750}" dt="2025-12-01T05:40:45.102" v="132" actId="20577"/>
          <ac:spMkLst>
            <pc:docMk/>
            <pc:sldMk cId="0" sldId="2606"/>
            <ac:spMk id="2" creationId="{00000000-0000-0000-0000-000000000000}"/>
          </ac:spMkLst>
        </pc:spChg>
        <pc:spChg chg="del">
          <ac:chgData name="Sini Mathew" userId="3875fe58a975fc01" providerId="LiveId" clId="{01228244-6B25-4D01-85AC-4B8EA41E8750}" dt="2025-12-01T05:40:48.227" v="133" actId="478"/>
          <ac:spMkLst>
            <pc:docMk/>
            <pc:sldMk cId="0" sldId="2606"/>
            <ac:spMk id="4" creationId="{CF9DE3BD-A56F-219A-8389-33942A955F8D}"/>
          </ac:spMkLst>
        </pc:spChg>
        <pc:spChg chg="del">
          <ac:chgData name="Sini Mathew" userId="3875fe58a975fc01" providerId="LiveId" clId="{01228244-6B25-4D01-85AC-4B8EA41E8750}" dt="2025-12-01T05:40:49.913" v="134" actId="478"/>
          <ac:spMkLst>
            <pc:docMk/>
            <pc:sldMk cId="0" sldId="2606"/>
            <ac:spMk id="5" creationId="{97B96DF6-0492-17F4-DA35-6161896E8E60}"/>
          </ac:spMkLst>
        </pc:spChg>
      </pc:sldChg>
      <pc:sldChg chg="addSp delSp modSp mod">
        <pc:chgData name="Sini Mathew" userId="3875fe58a975fc01" providerId="LiveId" clId="{01228244-6B25-4D01-85AC-4B8EA41E8750}" dt="2025-12-01T05:48:32.629" v="281" actId="207"/>
        <pc:sldMkLst>
          <pc:docMk/>
          <pc:sldMk cId="0" sldId="2615"/>
        </pc:sldMkLst>
        <pc:spChg chg="del">
          <ac:chgData name="Sini Mathew" userId="3875fe58a975fc01" providerId="LiveId" clId="{01228244-6B25-4D01-85AC-4B8EA41E8750}" dt="2025-12-01T05:47:07.898" v="254" actId="478"/>
          <ac:spMkLst>
            <pc:docMk/>
            <pc:sldMk cId="0" sldId="2615"/>
            <ac:spMk id="2" creationId="{FA7BAA75-79F1-F3DE-D9C2-E2E35C09DFB9}"/>
          </ac:spMkLst>
        </pc:spChg>
        <pc:spChg chg="del">
          <ac:chgData name="Sini Mathew" userId="3875fe58a975fc01" providerId="LiveId" clId="{01228244-6B25-4D01-85AC-4B8EA41E8750}" dt="2025-12-01T05:47:09.531" v="255" actId="478"/>
          <ac:spMkLst>
            <pc:docMk/>
            <pc:sldMk cId="0" sldId="2615"/>
            <ac:spMk id="3" creationId="{0189FF43-F6D1-D49E-6336-80EEA12DAFAB}"/>
          </ac:spMkLst>
        </pc:spChg>
        <pc:spChg chg="add mod">
          <ac:chgData name="Sini Mathew" userId="3875fe58a975fc01" providerId="LiveId" clId="{01228244-6B25-4D01-85AC-4B8EA41E8750}" dt="2025-12-01T05:48:25.503" v="279" actId="207"/>
          <ac:spMkLst>
            <pc:docMk/>
            <pc:sldMk cId="0" sldId="2615"/>
            <ac:spMk id="4" creationId="{4DDD432E-DF5F-31B8-3D04-5E3DEEB75FF2}"/>
          </ac:spMkLst>
        </pc:spChg>
        <pc:spChg chg="mod">
          <ac:chgData name="Sini Mathew" userId="3875fe58a975fc01" providerId="LiveId" clId="{01228244-6B25-4D01-85AC-4B8EA41E8750}" dt="2025-12-01T05:47:16.274" v="256" actId="20577"/>
          <ac:spMkLst>
            <pc:docMk/>
            <pc:sldMk cId="0" sldId="2615"/>
            <ac:spMk id="5" creationId="{00000000-0000-0000-0000-000000000000}"/>
          </ac:spMkLst>
        </pc:spChg>
        <pc:spChg chg="add mod">
          <ac:chgData name="Sini Mathew" userId="3875fe58a975fc01" providerId="LiveId" clId="{01228244-6B25-4D01-85AC-4B8EA41E8750}" dt="2025-12-01T05:48:32.629" v="281" actId="207"/>
          <ac:spMkLst>
            <pc:docMk/>
            <pc:sldMk cId="0" sldId="2615"/>
            <ac:spMk id="8" creationId="{2183E626-08DF-2FCB-BDA9-4202CF766948}"/>
          </ac:spMkLst>
        </pc:spChg>
        <pc:spChg chg="mod">
          <ac:chgData name="Sini Mathew" userId="3875fe58a975fc01" providerId="LiveId" clId="{01228244-6B25-4D01-85AC-4B8EA41E8750}" dt="2025-12-01T05:46:59.652" v="253" actId="20577"/>
          <ac:spMkLst>
            <pc:docMk/>
            <pc:sldMk cId="0" sldId="2615"/>
            <ac:spMk id="17" creationId="{00000000-0000-0000-0000-000000000000}"/>
          </ac:spMkLst>
        </pc:spChg>
      </pc:sldChg>
      <pc:sldChg chg="delSp modSp mod">
        <pc:chgData name="Sini Mathew" userId="3875fe58a975fc01" providerId="LiveId" clId="{01228244-6B25-4D01-85AC-4B8EA41E8750}" dt="2025-12-01T05:40:11.459" v="118" actId="478"/>
        <pc:sldMkLst>
          <pc:docMk/>
          <pc:sldMk cId="0" sldId="2621"/>
        </pc:sldMkLst>
        <pc:spChg chg="mod">
          <ac:chgData name="Sini Mathew" userId="3875fe58a975fc01" providerId="LiveId" clId="{01228244-6B25-4D01-85AC-4B8EA41E8750}" dt="2025-12-01T05:40:07.283" v="116" actId="20577"/>
          <ac:spMkLst>
            <pc:docMk/>
            <pc:sldMk cId="0" sldId="2621"/>
            <ac:spMk id="2" creationId="{00000000-0000-0000-0000-000000000000}"/>
          </ac:spMkLst>
        </pc:spChg>
        <pc:spChg chg="del">
          <ac:chgData name="Sini Mathew" userId="3875fe58a975fc01" providerId="LiveId" clId="{01228244-6B25-4D01-85AC-4B8EA41E8750}" dt="2025-12-01T05:40:09.731" v="117" actId="478"/>
          <ac:spMkLst>
            <pc:docMk/>
            <pc:sldMk cId="0" sldId="2621"/>
            <ac:spMk id="5" creationId="{00000000-0000-0000-0000-000000000000}"/>
          </ac:spMkLst>
        </pc:spChg>
        <pc:spChg chg="del">
          <ac:chgData name="Sini Mathew" userId="3875fe58a975fc01" providerId="LiveId" clId="{01228244-6B25-4D01-85AC-4B8EA41E8750}" dt="2025-12-01T05:40:11.459" v="118" actId="478"/>
          <ac:spMkLst>
            <pc:docMk/>
            <pc:sldMk cId="0" sldId="2621"/>
            <ac:spMk id="6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01T05:46:54.548" v="249" actId="20577"/>
        <pc:sldMkLst>
          <pc:docMk/>
          <pc:sldMk cId="0" sldId="2634"/>
        </pc:sldMkLst>
        <pc:spChg chg="mod">
          <ac:chgData name="Sini Mathew" userId="3875fe58a975fc01" providerId="LiveId" clId="{01228244-6B25-4D01-85AC-4B8EA41E8750}" dt="2025-12-01T05:46:54.548" v="249" actId="20577"/>
          <ac:spMkLst>
            <pc:docMk/>
            <pc:sldMk cId="0" sldId="2634"/>
            <ac:spMk id="6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01T05:50:31.737" v="307" actId="20577"/>
        <pc:sldMkLst>
          <pc:docMk/>
          <pc:sldMk cId="0" sldId="2635"/>
        </pc:sldMkLst>
        <pc:spChg chg="mod">
          <ac:chgData name="Sini Mathew" userId="3875fe58a975fc01" providerId="LiveId" clId="{01228244-6B25-4D01-85AC-4B8EA41E8750}" dt="2025-12-01T05:50:31.737" v="307" actId="20577"/>
          <ac:spMkLst>
            <pc:docMk/>
            <pc:sldMk cId="0" sldId="2635"/>
            <ac:spMk id="6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01T05:46:23.031" v="220" actId="20577"/>
        <pc:sldMkLst>
          <pc:docMk/>
          <pc:sldMk cId="0" sldId="2636"/>
        </pc:sldMkLst>
        <pc:spChg chg="mod">
          <ac:chgData name="Sini Mathew" userId="3875fe58a975fc01" providerId="LiveId" clId="{01228244-6B25-4D01-85AC-4B8EA41E8750}" dt="2025-12-01T05:46:23.031" v="220" actId="20577"/>
          <ac:spMkLst>
            <pc:docMk/>
            <pc:sldMk cId="0" sldId="2636"/>
            <ac:spMk id="6" creationId="{00000000-0000-0000-0000-000000000000}"/>
          </ac:spMkLst>
        </pc:spChg>
      </pc:sldChg>
      <pc:sldChg chg="delSp modSp mod">
        <pc:chgData name="Sini Mathew" userId="3875fe58a975fc01" providerId="LiveId" clId="{01228244-6B25-4D01-85AC-4B8EA41E8750}" dt="2025-12-01T05:46:39.219" v="241" actId="478"/>
        <pc:sldMkLst>
          <pc:docMk/>
          <pc:sldMk cId="0" sldId="2637"/>
        </pc:sldMkLst>
        <pc:spChg chg="del">
          <ac:chgData name="Sini Mathew" userId="3875fe58a975fc01" providerId="LiveId" clId="{01228244-6B25-4D01-85AC-4B8EA41E8750}" dt="2025-12-01T05:46:39.219" v="241" actId="478"/>
          <ac:spMkLst>
            <pc:docMk/>
            <pc:sldMk cId="0" sldId="2637"/>
            <ac:spMk id="2" creationId="{DE6FB642-9DF7-A9A4-2474-C242975A77DC}"/>
          </ac:spMkLst>
        </pc:spChg>
        <pc:spChg chg="del">
          <ac:chgData name="Sini Mathew" userId="3875fe58a975fc01" providerId="LiveId" clId="{01228244-6B25-4D01-85AC-4B8EA41E8750}" dt="2025-12-01T05:46:37.276" v="240" actId="478"/>
          <ac:spMkLst>
            <pc:docMk/>
            <pc:sldMk cId="0" sldId="2637"/>
            <ac:spMk id="3" creationId="{D9092391-1A3F-0182-2EBC-1CA3F67453F9}"/>
          </ac:spMkLst>
        </pc:spChg>
        <pc:spChg chg="mod">
          <ac:chgData name="Sini Mathew" userId="3875fe58a975fc01" providerId="LiveId" clId="{01228244-6B25-4D01-85AC-4B8EA41E8750}" dt="2025-12-01T05:46:31.996" v="239" actId="20577"/>
          <ac:spMkLst>
            <pc:docMk/>
            <pc:sldMk cId="0" sldId="2637"/>
            <ac:spMk id="4" creationId="{00000000-0000-0000-0000-000000000000}"/>
          </ac:spMkLst>
        </pc:spChg>
      </pc:sldChg>
      <pc:sldChg chg="del">
        <pc:chgData name="Sini Mathew" userId="3875fe58a975fc01" providerId="LiveId" clId="{01228244-6B25-4D01-85AC-4B8EA41E8750}" dt="2025-12-01T05:51:42.788" v="316" actId="47"/>
        <pc:sldMkLst>
          <pc:docMk/>
          <pc:sldMk cId="1375591913" sldId="2646"/>
        </pc:sldMkLst>
      </pc:sldChg>
      <pc:sldChg chg="del">
        <pc:chgData name="Sini Mathew" userId="3875fe58a975fc01" providerId="LiveId" clId="{01228244-6B25-4D01-85AC-4B8EA41E8750}" dt="2025-12-01T05:51:43.982" v="318" actId="47"/>
        <pc:sldMkLst>
          <pc:docMk/>
          <pc:sldMk cId="3150855328" sldId="2647"/>
        </pc:sldMkLst>
      </pc:sldChg>
      <pc:sldChg chg="del">
        <pc:chgData name="Sini Mathew" userId="3875fe58a975fc01" providerId="LiveId" clId="{01228244-6B25-4D01-85AC-4B8EA41E8750}" dt="2025-12-01T05:51:44.999" v="320" actId="47"/>
        <pc:sldMkLst>
          <pc:docMk/>
          <pc:sldMk cId="1084057257" sldId="2648"/>
        </pc:sldMkLst>
      </pc:sldChg>
      <pc:sldChg chg="del">
        <pc:chgData name="Sini Mathew" userId="3875fe58a975fc01" providerId="LiveId" clId="{01228244-6B25-4D01-85AC-4B8EA41E8750}" dt="2025-12-01T05:40:52.242" v="135" actId="47"/>
        <pc:sldMkLst>
          <pc:docMk/>
          <pc:sldMk cId="3272115878" sldId="2654"/>
        </pc:sldMkLst>
      </pc:sldChg>
      <pc:sldChg chg="del">
        <pc:chgData name="Sini Mathew" userId="3875fe58a975fc01" providerId="LiveId" clId="{01228244-6B25-4D01-85AC-4B8EA41E8750}" dt="2025-12-01T05:40:53.636" v="136" actId="47"/>
        <pc:sldMkLst>
          <pc:docMk/>
          <pc:sldMk cId="3860086575" sldId="2655"/>
        </pc:sldMkLst>
      </pc:sldChg>
      <pc:sldChg chg="del">
        <pc:chgData name="Sini Mathew" userId="3875fe58a975fc01" providerId="LiveId" clId="{01228244-6B25-4D01-85AC-4B8EA41E8750}" dt="2025-12-01T05:40:54.367" v="137" actId="47"/>
        <pc:sldMkLst>
          <pc:docMk/>
          <pc:sldMk cId="2642916336" sldId="2656"/>
        </pc:sldMkLst>
      </pc:sldChg>
      <pc:sldChg chg="del">
        <pc:chgData name="Sini Mathew" userId="3875fe58a975fc01" providerId="LiveId" clId="{01228244-6B25-4D01-85AC-4B8EA41E8750}" dt="2025-12-01T05:40:55.578" v="138" actId="47"/>
        <pc:sldMkLst>
          <pc:docMk/>
          <pc:sldMk cId="1120879360" sldId="2657"/>
        </pc:sldMkLst>
      </pc:sldChg>
      <pc:sldChg chg="del">
        <pc:chgData name="Sini Mathew" userId="3875fe58a975fc01" providerId="LiveId" clId="{01228244-6B25-4D01-85AC-4B8EA41E8750}" dt="2025-12-01T05:40:56.526" v="139" actId="47"/>
        <pc:sldMkLst>
          <pc:docMk/>
          <pc:sldMk cId="2239782555" sldId="2658"/>
        </pc:sldMkLst>
      </pc:sldChg>
      <pc:sldChg chg="del">
        <pc:chgData name="Sini Mathew" userId="3875fe58a975fc01" providerId="LiveId" clId="{01228244-6B25-4D01-85AC-4B8EA41E8750}" dt="2025-12-01T05:40:57.706" v="140" actId="47"/>
        <pc:sldMkLst>
          <pc:docMk/>
          <pc:sldMk cId="2752833676" sldId="2659"/>
        </pc:sldMkLst>
      </pc:sldChg>
      <pc:sldChg chg="del">
        <pc:chgData name="Sini Mathew" userId="3875fe58a975fc01" providerId="LiveId" clId="{01228244-6B25-4D01-85AC-4B8EA41E8750}" dt="2025-12-01T05:40:58.610" v="141" actId="47"/>
        <pc:sldMkLst>
          <pc:docMk/>
          <pc:sldMk cId="807111320" sldId="2660"/>
        </pc:sldMkLst>
      </pc:sldChg>
      <pc:sldChg chg="del">
        <pc:chgData name="Sini Mathew" userId="3875fe58a975fc01" providerId="LiveId" clId="{01228244-6B25-4D01-85AC-4B8EA41E8750}" dt="2025-12-01T05:40:59.544" v="142" actId="47"/>
        <pc:sldMkLst>
          <pc:docMk/>
          <pc:sldMk cId="1220533326" sldId="2661"/>
        </pc:sldMkLst>
      </pc:sldChg>
      <pc:sldChg chg="del">
        <pc:chgData name="Sini Mathew" userId="3875fe58a975fc01" providerId="LiveId" clId="{01228244-6B25-4D01-85AC-4B8EA41E8750}" dt="2025-12-01T05:41:00.430" v="143" actId="47"/>
        <pc:sldMkLst>
          <pc:docMk/>
          <pc:sldMk cId="3385712964" sldId="2662"/>
        </pc:sldMkLst>
      </pc:sldChg>
      <pc:sldChg chg="del">
        <pc:chgData name="Sini Mathew" userId="3875fe58a975fc01" providerId="LiveId" clId="{01228244-6B25-4D01-85AC-4B8EA41E8750}" dt="2025-12-01T05:41:54.238" v="154" actId="47"/>
        <pc:sldMkLst>
          <pc:docMk/>
          <pc:sldMk cId="3898918064" sldId="2663"/>
        </pc:sldMkLst>
      </pc:sldChg>
      <pc:sldChg chg="del">
        <pc:chgData name="Sini Mathew" userId="3875fe58a975fc01" providerId="LiveId" clId="{01228244-6B25-4D01-85AC-4B8EA41E8750}" dt="2025-12-01T05:41:55.133" v="155" actId="47"/>
        <pc:sldMkLst>
          <pc:docMk/>
          <pc:sldMk cId="1054506515" sldId="2664"/>
        </pc:sldMkLst>
      </pc:sldChg>
      <pc:sldChg chg="del">
        <pc:chgData name="Sini Mathew" userId="3875fe58a975fc01" providerId="LiveId" clId="{01228244-6B25-4D01-85AC-4B8EA41E8750}" dt="2025-12-01T05:41:55.883" v="156" actId="47"/>
        <pc:sldMkLst>
          <pc:docMk/>
          <pc:sldMk cId="1522926222" sldId="2665"/>
        </pc:sldMkLst>
      </pc:sldChg>
      <pc:sldChg chg="del">
        <pc:chgData name="Sini Mathew" userId="3875fe58a975fc01" providerId="LiveId" clId="{01228244-6B25-4D01-85AC-4B8EA41E8750}" dt="2025-12-01T05:41:56.673" v="157" actId="47"/>
        <pc:sldMkLst>
          <pc:docMk/>
          <pc:sldMk cId="661713416" sldId="2667"/>
        </pc:sldMkLst>
      </pc:sldChg>
      <pc:sldChg chg="del">
        <pc:chgData name="Sini Mathew" userId="3875fe58a975fc01" providerId="LiveId" clId="{01228244-6B25-4D01-85AC-4B8EA41E8750}" dt="2025-12-01T05:41:57.466" v="158" actId="47"/>
        <pc:sldMkLst>
          <pc:docMk/>
          <pc:sldMk cId="3858774253" sldId="2668"/>
        </pc:sldMkLst>
      </pc:sldChg>
      <pc:sldChg chg="del">
        <pc:chgData name="Sini Mathew" userId="3875fe58a975fc01" providerId="LiveId" clId="{01228244-6B25-4D01-85AC-4B8EA41E8750}" dt="2025-12-01T05:41:58.165" v="159" actId="47"/>
        <pc:sldMkLst>
          <pc:docMk/>
          <pc:sldMk cId="3830791402" sldId="2669"/>
        </pc:sldMkLst>
      </pc:sldChg>
      <pc:sldChg chg="del">
        <pc:chgData name="Sini Mathew" userId="3875fe58a975fc01" providerId="LiveId" clId="{01228244-6B25-4D01-85AC-4B8EA41E8750}" dt="2025-12-01T05:41:58.929" v="160" actId="47"/>
        <pc:sldMkLst>
          <pc:docMk/>
          <pc:sldMk cId="1452545450" sldId="2670"/>
        </pc:sldMkLst>
      </pc:sldChg>
      <pc:sldChg chg="del">
        <pc:chgData name="Sini Mathew" userId="3875fe58a975fc01" providerId="LiveId" clId="{01228244-6B25-4D01-85AC-4B8EA41E8750}" dt="2025-12-01T05:46:42.945" v="242" actId="47"/>
        <pc:sldMkLst>
          <pc:docMk/>
          <pc:sldMk cId="3746727256" sldId="2671"/>
        </pc:sldMkLst>
      </pc:sldChg>
      <pc:sldChg chg="del">
        <pc:chgData name="Sini Mathew" userId="3875fe58a975fc01" providerId="LiveId" clId="{01228244-6B25-4D01-85AC-4B8EA41E8750}" dt="2025-12-01T05:46:43.496" v="243" actId="47"/>
        <pc:sldMkLst>
          <pc:docMk/>
          <pc:sldMk cId="2874677843" sldId="2672"/>
        </pc:sldMkLst>
      </pc:sldChg>
      <pc:sldChg chg="del">
        <pc:chgData name="Sini Mathew" userId="3875fe58a975fc01" providerId="LiveId" clId="{01228244-6B25-4D01-85AC-4B8EA41E8750}" dt="2025-12-01T05:46:44.409" v="244" actId="47"/>
        <pc:sldMkLst>
          <pc:docMk/>
          <pc:sldMk cId="165910619" sldId="2673"/>
        </pc:sldMkLst>
      </pc:sldChg>
      <pc:sldChg chg="del">
        <pc:chgData name="Sini Mathew" userId="3875fe58a975fc01" providerId="LiveId" clId="{01228244-6B25-4D01-85AC-4B8EA41E8750}" dt="2025-12-01T05:46:45.134" v="245" actId="47"/>
        <pc:sldMkLst>
          <pc:docMk/>
          <pc:sldMk cId="2525506980" sldId="2674"/>
        </pc:sldMkLst>
      </pc:sldChg>
      <pc:sldChg chg="del">
        <pc:chgData name="Sini Mathew" userId="3875fe58a975fc01" providerId="LiveId" clId="{01228244-6B25-4D01-85AC-4B8EA41E8750}" dt="2025-12-01T05:46:46.009" v="246" actId="47"/>
        <pc:sldMkLst>
          <pc:docMk/>
          <pc:sldMk cId="447204207" sldId="2675"/>
        </pc:sldMkLst>
      </pc:sldChg>
      <pc:sldChg chg="del">
        <pc:chgData name="Sini Mathew" userId="3875fe58a975fc01" providerId="LiveId" clId="{01228244-6B25-4D01-85AC-4B8EA41E8750}" dt="2025-12-01T05:47:19.527" v="257" actId="47"/>
        <pc:sldMkLst>
          <pc:docMk/>
          <pc:sldMk cId="146924142" sldId="2676"/>
        </pc:sldMkLst>
      </pc:sldChg>
      <pc:sldChg chg="del">
        <pc:chgData name="Sini Mathew" userId="3875fe58a975fc01" providerId="LiveId" clId="{01228244-6B25-4D01-85AC-4B8EA41E8750}" dt="2025-12-01T05:47:20.864" v="259" actId="47"/>
        <pc:sldMkLst>
          <pc:docMk/>
          <pc:sldMk cId="2542742688" sldId="2677"/>
        </pc:sldMkLst>
      </pc:sldChg>
      <pc:sldChg chg="del">
        <pc:chgData name="Sini Mathew" userId="3875fe58a975fc01" providerId="LiveId" clId="{01228244-6B25-4D01-85AC-4B8EA41E8750}" dt="2025-12-01T05:47:20.070" v="258" actId="47"/>
        <pc:sldMkLst>
          <pc:docMk/>
          <pc:sldMk cId="2650953958" sldId="2678"/>
        </pc:sldMkLst>
      </pc:sldChg>
      <pc:sldChg chg="del">
        <pc:chgData name="Sini Mathew" userId="3875fe58a975fc01" providerId="LiveId" clId="{01228244-6B25-4D01-85AC-4B8EA41E8750}" dt="2025-12-01T05:47:21.561" v="260" actId="47"/>
        <pc:sldMkLst>
          <pc:docMk/>
          <pc:sldMk cId="274575489" sldId="2679"/>
        </pc:sldMkLst>
      </pc:sldChg>
      <pc:sldChg chg="del">
        <pc:chgData name="Sini Mathew" userId="3875fe58a975fc01" providerId="LiveId" clId="{01228244-6B25-4D01-85AC-4B8EA41E8750}" dt="2025-12-01T05:47:22.291" v="261" actId="47"/>
        <pc:sldMkLst>
          <pc:docMk/>
          <pc:sldMk cId="721479379" sldId="2680"/>
        </pc:sldMkLst>
      </pc:sldChg>
      <pc:sldChg chg="del">
        <pc:chgData name="Sini Mathew" userId="3875fe58a975fc01" providerId="LiveId" clId="{01228244-6B25-4D01-85AC-4B8EA41E8750}" dt="2025-12-01T05:47:23.141" v="262" actId="47"/>
        <pc:sldMkLst>
          <pc:docMk/>
          <pc:sldMk cId="3743825865" sldId="2681"/>
        </pc:sldMkLst>
      </pc:sldChg>
      <pc:sldChg chg="del">
        <pc:chgData name="Sini Mathew" userId="3875fe58a975fc01" providerId="LiveId" clId="{01228244-6B25-4D01-85AC-4B8EA41E8750}" dt="2025-12-01T05:47:23.756" v="263" actId="47"/>
        <pc:sldMkLst>
          <pc:docMk/>
          <pc:sldMk cId="1794135407" sldId="2682"/>
        </pc:sldMkLst>
      </pc:sldChg>
      <pc:sldChg chg="addSp delSp modSp mod">
        <pc:chgData name="Sini Mathew" userId="3875fe58a975fc01" providerId="LiveId" clId="{01228244-6B25-4D01-85AC-4B8EA41E8750}" dt="2025-12-01T05:37:47.473" v="40" actId="20577"/>
        <pc:sldMkLst>
          <pc:docMk/>
          <pc:sldMk cId="2014860187" sldId="2685"/>
        </pc:sldMkLst>
        <pc:spChg chg="mod">
          <ac:chgData name="Sini Mathew" userId="3875fe58a975fc01" providerId="LiveId" clId="{01228244-6B25-4D01-85AC-4B8EA41E8750}" dt="2025-12-01T05:37:47.473" v="40" actId="20577"/>
          <ac:spMkLst>
            <pc:docMk/>
            <pc:sldMk cId="2014860187" sldId="2685"/>
            <ac:spMk id="2" creationId="{B5ED1394-F27B-C7A7-2C88-65E2B6608AE8}"/>
          </ac:spMkLst>
        </pc:spChg>
        <pc:spChg chg="del">
          <ac:chgData name="Sini Mathew" userId="3875fe58a975fc01" providerId="LiveId" clId="{01228244-6B25-4D01-85AC-4B8EA41E8750}" dt="2025-12-01T05:36:29.606" v="23" actId="478"/>
          <ac:spMkLst>
            <pc:docMk/>
            <pc:sldMk cId="2014860187" sldId="2685"/>
            <ac:spMk id="3" creationId="{1408079F-55E1-5E0C-2405-221C2D9464A6}"/>
          </ac:spMkLst>
        </pc:spChg>
        <pc:spChg chg="mod">
          <ac:chgData name="Sini Mathew" userId="3875fe58a975fc01" providerId="LiveId" clId="{01228244-6B25-4D01-85AC-4B8EA41E8750}" dt="2025-12-01T05:37:14.805" v="33" actId="20577"/>
          <ac:spMkLst>
            <pc:docMk/>
            <pc:sldMk cId="2014860187" sldId="2685"/>
            <ac:spMk id="5" creationId="{9D5C905C-2656-77C7-B226-DF32903F7C5B}"/>
          </ac:spMkLst>
        </pc:spChg>
        <pc:spChg chg="add mod">
          <ac:chgData name="Sini Mathew" userId="3875fe58a975fc01" providerId="LiveId" clId="{01228244-6B25-4D01-85AC-4B8EA41E8750}" dt="2025-12-01T05:36:44.511" v="27" actId="255"/>
          <ac:spMkLst>
            <pc:docMk/>
            <pc:sldMk cId="2014860187" sldId="2685"/>
            <ac:spMk id="6" creationId="{A7C1DD1F-B678-3F73-37A9-6963C11C7370}"/>
          </ac:spMkLst>
        </pc:spChg>
        <pc:spChg chg="add mod">
          <ac:chgData name="Sini Mathew" userId="3875fe58a975fc01" providerId="LiveId" clId="{01228244-6B25-4D01-85AC-4B8EA41E8750}" dt="2025-12-01T05:37:09.976" v="31" actId="255"/>
          <ac:spMkLst>
            <pc:docMk/>
            <pc:sldMk cId="2014860187" sldId="2685"/>
            <ac:spMk id="8" creationId="{6578E683-D44E-4B4E-4F4E-59BB78B99107}"/>
          </ac:spMkLst>
        </pc:spChg>
        <pc:spChg chg="del">
          <ac:chgData name="Sini Mathew" userId="3875fe58a975fc01" providerId="LiveId" clId="{01228244-6B25-4D01-85AC-4B8EA41E8750}" dt="2025-12-01T05:36:32.844" v="24" actId="478"/>
          <ac:spMkLst>
            <pc:docMk/>
            <pc:sldMk cId="2014860187" sldId="2685"/>
            <ac:spMk id="12" creationId="{4A9072A4-19FF-76D6-CD52-23B0F9172054}"/>
          </ac:spMkLst>
        </pc:spChg>
      </pc:sldChg>
      <pc:sldChg chg="addSp delSp modSp mod">
        <pc:chgData name="Sini Mathew" userId="3875fe58a975fc01" providerId="LiveId" clId="{01228244-6B25-4D01-85AC-4B8EA41E8750}" dt="2025-12-01T05:39:11.345" v="64" actId="1076"/>
        <pc:sldMkLst>
          <pc:docMk/>
          <pc:sldMk cId="1156122184" sldId="2686"/>
        </pc:sldMkLst>
        <pc:spChg chg="mod">
          <ac:chgData name="Sini Mathew" userId="3875fe58a975fc01" providerId="LiveId" clId="{01228244-6B25-4D01-85AC-4B8EA41E8750}" dt="2025-12-01T05:37:52.498" v="43" actId="20577"/>
          <ac:spMkLst>
            <pc:docMk/>
            <pc:sldMk cId="1156122184" sldId="2686"/>
            <ac:spMk id="2" creationId="{6E38AC26-1C7D-87A4-BF8A-AFF9CB43BA06}"/>
          </ac:spMkLst>
        </pc:spChg>
        <pc:spChg chg="del">
          <ac:chgData name="Sini Mathew" userId="3875fe58a975fc01" providerId="LiveId" clId="{01228244-6B25-4D01-85AC-4B8EA41E8750}" dt="2025-12-01T05:37:56.679" v="44" actId="478"/>
          <ac:spMkLst>
            <pc:docMk/>
            <pc:sldMk cId="1156122184" sldId="2686"/>
            <ac:spMk id="3" creationId="{FE7B8232-9899-C381-5896-CA711F0600AA}"/>
          </ac:spMkLst>
        </pc:spChg>
        <pc:spChg chg="add mod">
          <ac:chgData name="Sini Mathew" userId="3875fe58a975fc01" providerId="LiveId" clId="{01228244-6B25-4D01-85AC-4B8EA41E8750}" dt="2025-12-01T05:38:39.148" v="59" actId="6549"/>
          <ac:spMkLst>
            <pc:docMk/>
            <pc:sldMk cId="1156122184" sldId="2686"/>
            <ac:spMk id="4" creationId="{EC5935AC-3E6D-8D76-8250-98904B1E61D9}"/>
          </ac:spMkLst>
        </pc:spChg>
        <pc:spChg chg="mod">
          <ac:chgData name="Sini Mathew" userId="3875fe58a975fc01" providerId="LiveId" clId="{01228244-6B25-4D01-85AC-4B8EA41E8750}" dt="2025-12-01T05:37:41.877" v="37" actId="20577"/>
          <ac:spMkLst>
            <pc:docMk/>
            <pc:sldMk cId="1156122184" sldId="2686"/>
            <ac:spMk id="5" creationId="{D4D566AF-67F2-E621-3B97-CB59A987677C}"/>
          </ac:spMkLst>
        </pc:spChg>
        <pc:spChg chg="add mod">
          <ac:chgData name="Sini Mathew" userId="3875fe58a975fc01" providerId="LiveId" clId="{01228244-6B25-4D01-85AC-4B8EA41E8750}" dt="2025-12-01T05:39:11.345" v="64" actId="1076"/>
          <ac:spMkLst>
            <pc:docMk/>
            <pc:sldMk cId="1156122184" sldId="2686"/>
            <ac:spMk id="6" creationId="{EEEF7C9E-B312-8330-E0BB-558F47F57F07}"/>
          </ac:spMkLst>
        </pc:spChg>
        <pc:spChg chg="del">
          <ac:chgData name="Sini Mathew" userId="3875fe58a975fc01" providerId="LiveId" clId="{01228244-6B25-4D01-85AC-4B8EA41E8750}" dt="2025-12-01T05:37:58.239" v="45" actId="478"/>
          <ac:spMkLst>
            <pc:docMk/>
            <pc:sldMk cId="1156122184" sldId="2686"/>
            <ac:spMk id="12" creationId="{AA0207C4-D1A8-A80B-9055-7ADC80C2132E}"/>
          </ac:spMkLst>
        </pc:spChg>
      </pc:sldChg>
      <pc:sldChg chg="del">
        <pc:chgData name="Sini Mathew" userId="3875fe58a975fc01" providerId="LiveId" clId="{01228244-6B25-4D01-85AC-4B8EA41E8750}" dt="2025-12-01T05:38:01.207" v="46" actId="47"/>
        <pc:sldMkLst>
          <pc:docMk/>
          <pc:sldMk cId="3657768480" sldId="2687"/>
        </pc:sldMkLst>
      </pc:sldChg>
      <pc:sldChg chg="del">
        <pc:chgData name="Sini Mathew" userId="3875fe58a975fc01" providerId="LiveId" clId="{01228244-6B25-4D01-85AC-4B8EA41E8750}" dt="2025-12-01T05:38:02.108" v="47" actId="47"/>
        <pc:sldMkLst>
          <pc:docMk/>
          <pc:sldMk cId="2016035863" sldId="2688"/>
        </pc:sldMkLst>
      </pc:sldChg>
      <pc:sldChg chg="del">
        <pc:chgData name="Sini Mathew" userId="3875fe58a975fc01" providerId="LiveId" clId="{01228244-6B25-4D01-85AC-4B8EA41E8750}" dt="2025-12-01T05:38:02.953" v="48" actId="47"/>
        <pc:sldMkLst>
          <pc:docMk/>
          <pc:sldMk cId="2305795179" sldId="2689"/>
        </pc:sldMkLst>
      </pc:sldChg>
      <pc:sldChg chg="del">
        <pc:chgData name="Sini Mathew" userId="3875fe58a975fc01" providerId="LiveId" clId="{01228244-6B25-4D01-85AC-4B8EA41E8750}" dt="2025-12-01T05:38:03.733" v="49" actId="47"/>
        <pc:sldMkLst>
          <pc:docMk/>
          <pc:sldMk cId="518450923" sldId="2690"/>
        </pc:sldMkLst>
      </pc:sldChg>
      <pc:sldChg chg="delSp modSp mod">
        <pc:chgData name="Sini Mathew" userId="3875fe58a975fc01" providerId="LiveId" clId="{01228244-6B25-4D01-85AC-4B8EA41E8750}" dt="2025-12-01T05:40:20.437" v="122" actId="478"/>
        <pc:sldMkLst>
          <pc:docMk/>
          <pc:sldMk cId="537641910" sldId="2693"/>
        </pc:sldMkLst>
        <pc:spChg chg="mod">
          <ac:chgData name="Sini Mathew" userId="3875fe58a975fc01" providerId="LiveId" clId="{01228244-6B25-4D01-85AC-4B8EA41E8750}" dt="2025-12-01T05:40:15.646" v="120" actId="20577"/>
          <ac:spMkLst>
            <pc:docMk/>
            <pc:sldMk cId="537641910" sldId="2693"/>
            <ac:spMk id="2" creationId="{634BDE86-9D1E-B6AC-153C-DA4FF759670C}"/>
          </ac:spMkLst>
        </pc:spChg>
        <pc:spChg chg="del">
          <ac:chgData name="Sini Mathew" userId="3875fe58a975fc01" providerId="LiveId" clId="{01228244-6B25-4D01-85AC-4B8EA41E8750}" dt="2025-12-01T05:40:18.613" v="121" actId="478"/>
          <ac:spMkLst>
            <pc:docMk/>
            <pc:sldMk cId="537641910" sldId="2693"/>
            <ac:spMk id="5" creationId="{CE0BD882-9690-F8EC-BEC3-59D4D862DDE3}"/>
          </ac:spMkLst>
        </pc:spChg>
        <pc:spChg chg="del">
          <ac:chgData name="Sini Mathew" userId="3875fe58a975fc01" providerId="LiveId" clId="{01228244-6B25-4D01-85AC-4B8EA41E8750}" dt="2025-12-01T05:40:20.437" v="122" actId="478"/>
          <ac:spMkLst>
            <pc:docMk/>
            <pc:sldMk cId="537641910" sldId="2693"/>
            <ac:spMk id="6" creationId="{512783ED-6931-6325-C3E6-B0753A9CB38B}"/>
          </ac:spMkLst>
        </pc:spChg>
      </pc:sldChg>
      <pc:sldChg chg="delSp modSp mod">
        <pc:chgData name="Sini Mathew" userId="3875fe58a975fc01" providerId="LiveId" clId="{01228244-6B25-4D01-85AC-4B8EA41E8750}" dt="2025-12-01T05:40:30.503" v="126" actId="478"/>
        <pc:sldMkLst>
          <pc:docMk/>
          <pc:sldMk cId="1231320428" sldId="2694"/>
        </pc:sldMkLst>
        <pc:spChg chg="mod">
          <ac:chgData name="Sini Mathew" userId="3875fe58a975fc01" providerId="LiveId" clId="{01228244-6B25-4D01-85AC-4B8EA41E8750}" dt="2025-12-01T05:40:26.933" v="124" actId="20577"/>
          <ac:spMkLst>
            <pc:docMk/>
            <pc:sldMk cId="1231320428" sldId="2694"/>
            <ac:spMk id="2" creationId="{51AEB976-2534-7269-6C6F-7385F9354652}"/>
          </ac:spMkLst>
        </pc:spChg>
        <pc:spChg chg="del">
          <ac:chgData name="Sini Mathew" userId="3875fe58a975fc01" providerId="LiveId" clId="{01228244-6B25-4D01-85AC-4B8EA41E8750}" dt="2025-12-01T05:40:28.623" v="125" actId="478"/>
          <ac:spMkLst>
            <pc:docMk/>
            <pc:sldMk cId="1231320428" sldId="2694"/>
            <ac:spMk id="5" creationId="{891F7D5B-014F-DDE4-81D2-1C13D95B398F}"/>
          </ac:spMkLst>
        </pc:spChg>
        <pc:spChg chg="del">
          <ac:chgData name="Sini Mathew" userId="3875fe58a975fc01" providerId="LiveId" clId="{01228244-6B25-4D01-85AC-4B8EA41E8750}" dt="2025-12-01T05:40:30.503" v="126" actId="478"/>
          <ac:spMkLst>
            <pc:docMk/>
            <pc:sldMk cId="1231320428" sldId="2694"/>
            <ac:spMk id="6" creationId="{755D048D-595F-EAD1-1443-882B2B4A7FC6}"/>
          </ac:spMkLst>
        </pc:spChg>
      </pc:sldChg>
      <pc:sldChg chg="del">
        <pc:chgData name="Sini Mathew" userId="3875fe58a975fc01" providerId="LiveId" clId="{01228244-6B25-4D01-85AC-4B8EA41E8750}" dt="2025-12-01T05:41:59.737" v="161" actId="47"/>
        <pc:sldMkLst>
          <pc:docMk/>
          <pc:sldMk cId="454224422" sldId="2695"/>
        </pc:sldMkLst>
      </pc:sldChg>
      <pc:sldChg chg="addSp delSp modSp add mod">
        <pc:chgData name="Sini Mathew" userId="3875fe58a975fc01" providerId="LiveId" clId="{01228244-6B25-4D01-85AC-4B8EA41E8750}" dt="2025-12-01T05:44:05.789" v="189" actId="114"/>
        <pc:sldMkLst>
          <pc:docMk/>
          <pc:sldMk cId="2557284197" sldId="2695"/>
        </pc:sldMkLst>
        <pc:spChg chg="add mod">
          <ac:chgData name="Sini Mathew" userId="3875fe58a975fc01" providerId="LiveId" clId="{01228244-6B25-4D01-85AC-4B8EA41E8750}" dt="2025-12-01T05:44:02.032" v="188" actId="114"/>
          <ac:spMkLst>
            <pc:docMk/>
            <pc:sldMk cId="2557284197" sldId="2695"/>
            <ac:spMk id="2" creationId="{4B824409-C5F2-6A75-DFC5-BCA04202120F}"/>
          </ac:spMkLst>
        </pc:spChg>
        <pc:spChg chg="add mod">
          <ac:chgData name="Sini Mathew" userId="3875fe58a975fc01" providerId="LiveId" clId="{01228244-6B25-4D01-85AC-4B8EA41E8750}" dt="2025-12-01T05:44:05.789" v="189" actId="114"/>
          <ac:spMkLst>
            <pc:docMk/>
            <pc:sldMk cId="2557284197" sldId="2695"/>
            <ac:spMk id="3" creationId="{A74AB83B-5CD0-64F4-11F1-323BFF3D890A}"/>
          </ac:spMkLst>
        </pc:spChg>
        <pc:spChg chg="del">
          <ac:chgData name="Sini Mathew" userId="3875fe58a975fc01" providerId="LiveId" clId="{01228244-6B25-4D01-85AC-4B8EA41E8750}" dt="2025-12-01T05:42:33.474" v="167" actId="478"/>
          <ac:spMkLst>
            <pc:docMk/>
            <pc:sldMk cId="2557284197" sldId="2695"/>
            <ac:spMk id="4" creationId="{C4C73C10-120E-62D4-A796-788181D573C5}"/>
          </ac:spMkLst>
        </pc:spChg>
        <pc:spChg chg="del">
          <ac:chgData name="Sini Mathew" userId="3875fe58a975fc01" providerId="LiveId" clId="{01228244-6B25-4D01-85AC-4B8EA41E8750}" dt="2025-12-01T05:42:47.076" v="170" actId="478"/>
          <ac:spMkLst>
            <pc:docMk/>
            <pc:sldMk cId="2557284197" sldId="2695"/>
            <ac:spMk id="5" creationId="{2B156088-CA28-BC1E-23B4-9005465BD811}"/>
          </ac:spMkLst>
        </pc:spChg>
        <pc:spChg chg="mod">
          <ac:chgData name="Sini Mathew" userId="3875fe58a975fc01" providerId="LiveId" clId="{01228244-6B25-4D01-85AC-4B8EA41E8750}" dt="2025-12-01T05:43:32.638" v="180" actId="20577"/>
          <ac:spMkLst>
            <pc:docMk/>
            <pc:sldMk cId="2557284197" sldId="2695"/>
            <ac:spMk id="11" creationId="{11C94925-52A2-D9F2-9710-C53DF884F98D}"/>
          </ac:spMkLst>
        </pc:spChg>
      </pc:sldChg>
      <pc:sldChg chg="addSp delSp modSp add mod ord">
        <pc:chgData name="Sini Mathew" userId="3875fe58a975fc01" providerId="LiveId" clId="{01228244-6B25-4D01-85AC-4B8EA41E8750}" dt="2025-12-01T05:43:45.703" v="183"/>
        <pc:sldMkLst>
          <pc:docMk/>
          <pc:sldMk cId="4024881809" sldId="2696"/>
        </pc:sldMkLst>
        <pc:spChg chg="del">
          <ac:chgData name="Sini Mathew" userId="3875fe58a975fc01" providerId="LiveId" clId="{01228244-6B25-4D01-85AC-4B8EA41E8750}" dt="2025-12-01T05:43:08.119" v="173" actId="478"/>
          <ac:spMkLst>
            <pc:docMk/>
            <pc:sldMk cId="4024881809" sldId="2696"/>
            <ac:spMk id="2" creationId="{03E847EB-09AF-6468-EE94-E2A272B520B8}"/>
          </ac:spMkLst>
        </pc:spChg>
        <pc:spChg chg="del">
          <ac:chgData name="Sini Mathew" userId="3875fe58a975fc01" providerId="LiveId" clId="{01228244-6B25-4D01-85AC-4B8EA41E8750}" dt="2025-12-01T05:43:10.641" v="174" actId="478"/>
          <ac:spMkLst>
            <pc:docMk/>
            <pc:sldMk cId="4024881809" sldId="2696"/>
            <ac:spMk id="3" creationId="{ED77CA14-C9E6-725C-58F9-3A1993E03ECE}"/>
          </ac:spMkLst>
        </pc:spChg>
        <pc:spChg chg="add mod">
          <ac:chgData name="Sini Mathew" userId="3875fe58a975fc01" providerId="LiveId" clId="{01228244-6B25-4D01-85AC-4B8EA41E8750}" dt="2025-12-01T05:43:19.693" v="177"/>
          <ac:spMkLst>
            <pc:docMk/>
            <pc:sldMk cId="4024881809" sldId="2696"/>
            <ac:spMk id="4" creationId="{D859E57F-A27C-5E0D-E7D8-F81342F05E1D}"/>
          </ac:spMkLst>
        </pc:spChg>
        <pc:spChg chg="add mod">
          <ac:chgData name="Sini Mathew" userId="3875fe58a975fc01" providerId="LiveId" clId="{01228244-6B25-4D01-85AC-4B8EA41E8750}" dt="2025-12-01T05:43:25.846" v="178"/>
          <ac:spMkLst>
            <pc:docMk/>
            <pc:sldMk cId="4024881809" sldId="2696"/>
            <ac:spMk id="5" creationId="{16DAEC10-DE8D-BC19-AA40-F96CEBCE1317}"/>
          </ac:spMkLst>
        </pc:spChg>
        <pc:spChg chg="mod">
          <ac:chgData name="Sini Mathew" userId="3875fe58a975fc01" providerId="LiveId" clId="{01228244-6B25-4D01-85AC-4B8EA41E8750}" dt="2025-12-01T05:43:13.353" v="176" actId="20577"/>
          <ac:spMkLst>
            <pc:docMk/>
            <pc:sldMk cId="4024881809" sldId="2696"/>
            <ac:spMk id="11" creationId="{AC6DF40C-B657-ACE5-C283-EFD04CEE1190}"/>
          </ac:spMkLst>
        </pc:spChg>
      </pc:sldChg>
      <pc:sldChg chg="modSp add mod">
        <pc:chgData name="Sini Mathew" userId="3875fe58a975fc01" providerId="LiveId" clId="{01228244-6B25-4D01-85AC-4B8EA41E8750}" dt="2025-12-01T05:43:57.044" v="187" actId="114"/>
        <pc:sldMkLst>
          <pc:docMk/>
          <pc:sldMk cId="214959513" sldId="2697"/>
        </pc:sldMkLst>
        <pc:spChg chg="mod">
          <ac:chgData name="Sini Mathew" userId="3875fe58a975fc01" providerId="LiveId" clId="{01228244-6B25-4D01-85AC-4B8EA41E8750}" dt="2025-12-01T05:43:53.603" v="186" actId="114"/>
          <ac:spMkLst>
            <pc:docMk/>
            <pc:sldMk cId="214959513" sldId="2697"/>
            <ac:spMk id="2" creationId="{3D3F5B3A-3E29-F404-FE13-C649FF496021}"/>
          </ac:spMkLst>
        </pc:spChg>
        <pc:spChg chg="mod">
          <ac:chgData name="Sini Mathew" userId="3875fe58a975fc01" providerId="LiveId" clId="{01228244-6B25-4D01-85AC-4B8EA41E8750}" dt="2025-12-01T05:43:57.044" v="187" actId="114"/>
          <ac:spMkLst>
            <pc:docMk/>
            <pc:sldMk cId="214959513" sldId="2697"/>
            <ac:spMk id="3" creationId="{76BBE295-BF22-DC9D-70AE-B8B0BDD625D8}"/>
          </ac:spMkLst>
        </pc:spChg>
        <pc:spChg chg="mod">
          <ac:chgData name="Sini Mathew" userId="3875fe58a975fc01" providerId="LiveId" clId="{01228244-6B25-4D01-85AC-4B8EA41E8750}" dt="2025-12-01T05:43:49.762" v="185" actId="20577"/>
          <ac:spMkLst>
            <pc:docMk/>
            <pc:sldMk cId="214959513" sldId="2697"/>
            <ac:spMk id="11" creationId="{A677F066-07AA-49B8-89EF-1D847CB097B8}"/>
          </ac:spMkLst>
        </pc:spChg>
      </pc:sldChg>
      <pc:sldChg chg="addSp delSp modSp add mod ord">
        <pc:chgData name="Sini Mathew" userId="3875fe58a975fc01" providerId="LiveId" clId="{01228244-6B25-4D01-85AC-4B8EA41E8750}" dt="2025-12-01T05:44:43.035" v="199"/>
        <pc:sldMkLst>
          <pc:docMk/>
          <pc:sldMk cId="2679456220" sldId="2698"/>
        </pc:sldMkLst>
        <pc:spChg chg="del">
          <ac:chgData name="Sini Mathew" userId="3875fe58a975fc01" providerId="LiveId" clId="{01228244-6B25-4D01-85AC-4B8EA41E8750}" dt="2025-12-01T05:44:19.945" v="191" actId="478"/>
          <ac:spMkLst>
            <pc:docMk/>
            <pc:sldMk cId="2679456220" sldId="2698"/>
            <ac:spMk id="2" creationId="{AE42B49D-18E6-FEED-5B17-750FF1B1E54E}"/>
          </ac:spMkLst>
        </pc:spChg>
        <pc:spChg chg="del">
          <ac:chgData name="Sini Mathew" userId="3875fe58a975fc01" providerId="LiveId" clId="{01228244-6B25-4D01-85AC-4B8EA41E8750}" dt="2025-12-01T05:44:21.449" v="192" actId="478"/>
          <ac:spMkLst>
            <pc:docMk/>
            <pc:sldMk cId="2679456220" sldId="2698"/>
            <ac:spMk id="3" creationId="{B36305B8-C263-2426-345A-1D665F8D9D0A}"/>
          </ac:spMkLst>
        </pc:spChg>
        <pc:spChg chg="add mod">
          <ac:chgData name="Sini Mathew" userId="3875fe58a975fc01" providerId="LiveId" clId="{01228244-6B25-4D01-85AC-4B8EA41E8750}" dt="2025-12-01T05:44:31.481" v="195"/>
          <ac:spMkLst>
            <pc:docMk/>
            <pc:sldMk cId="2679456220" sldId="2698"/>
            <ac:spMk id="4" creationId="{2E4BE89F-D0DA-64EC-2E2D-9CF272926268}"/>
          </ac:spMkLst>
        </pc:spChg>
        <pc:spChg chg="add mod">
          <ac:chgData name="Sini Mathew" userId="3875fe58a975fc01" providerId="LiveId" clId="{01228244-6B25-4D01-85AC-4B8EA41E8750}" dt="2025-12-01T05:44:37.035" v="196"/>
          <ac:spMkLst>
            <pc:docMk/>
            <pc:sldMk cId="2679456220" sldId="2698"/>
            <ac:spMk id="5" creationId="{1F2053AE-FC8B-47BC-EF62-A788162A7493}"/>
          </ac:spMkLst>
        </pc:spChg>
        <pc:spChg chg="mod">
          <ac:chgData name="Sini Mathew" userId="3875fe58a975fc01" providerId="LiveId" clId="{01228244-6B25-4D01-85AC-4B8EA41E8750}" dt="2025-12-01T05:44:24.770" v="194" actId="20577"/>
          <ac:spMkLst>
            <pc:docMk/>
            <pc:sldMk cId="2679456220" sldId="2698"/>
            <ac:spMk id="11" creationId="{89ECBEEF-F100-6DC0-6588-7DB46455C8D3}"/>
          </ac:spMkLst>
        </pc:spChg>
      </pc:sldChg>
      <pc:sldChg chg="modSp add mod">
        <pc:chgData name="Sini Mathew" userId="3875fe58a975fc01" providerId="LiveId" clId="{01228244-6B25-4D01-85AC-4B8EA41E8750}" dt="2025-12-01T05:44:51.212" v="201" actId="20577"/>
        <pc:sldMkLst>
          <pc:docMk/>
          <pc:sldMk cId="1574075688" sldId="2699"/>
        </pc:sldMkLst>
        <pc:spChg chg="mod">
          <ac:chgData name="Sini Mathew" userId="3875fe58a975fc01" providerId="LiveId" clId="{01228244-6B25-4D01-85AC-4B8EA41E8750}" dt="2025-12-01T05:44:51.212" v="201" actId="20577"/>
          <ac:spMkLst>
            <pc:docMk/>
            <pc:sldMk cId="1574075688" sldId="2699"/>
            <ac:spMk id="11" creationId="{48FAC558-4EB5-7BC3-8267-915767E49A22}"/>
          </ac:spMkLst>
        </pc:spChg>
      </pc:sldChg>
      <pc:sldChg chg="addSp delSp modSp add mod">
        <pc:chgData name="Sini Mathew" userId="3875fe58a975fc01" providerId="LiveId" clId="{01228244-6B25-4D01-85AC-4B8EA41E8750}" dt="2025-12-01T05:48:19.743" v="277" actId="207"/>
        <pc:sldMkLst>
          <pc:docMk/>
          <pc:sldMk cId="3143973321" sldId="2700"/>
        </pc:sldMkLst>
        <pc:spChg chg="add mod">
          <ac:chgData name="Sini Mathew" userId="3875fe58a975fc01" providerId="LiveId" clId="{01228244-6B25-4D01-85AC-4B8EA41E8750}" dt="2025-12-01T05:48:12.951" v="275" actId="207"/>
          <ac:spMkLst>
            <pc:docMk/>
            <pc:sldMk cId="3143973321" sldId="2700"/>
            <ac:spMk id="2" creationId="{96B99098-3851-5679-5093-1505B5D9BFEA}"/>
          </ac:spMkLst>
        </pc:spChg>
        <pc:spChg chg="add mod">
          <ac:chgData name="Sini Mathew" userId="3875fe58a975fc01" providerId="LiveId" clId="{01228244-6B25-4D01-85AC-4B8EA41E8750}" dt="2025-12-01T05:48:19.743" v="277" actId="207"/>
          <ac:spMkLst>
            <pc:docMk/>
            <pc:sldMk cId="3143973321" sldId="2700"/>
            <ac:spMk id="3" creationId="{9075156E-49DA-15CC-1F3E-DE226490ABD8}"/>
          </ac:spMkLst>
        </pc:spChg>
        <pc:spChg chg="del mod">
          <ac:chgData name="Sini Mathew" userId="3875fe58a975fc01" providerId="LiveId" clId="{01228244-6B25-4D01-85AC-4B8EA41E8750}" dt="2025-12-01T05:47:49.009" v="269" actId="478"/>
          <ac:spMkLst>
            <pc:docMk/>
            <pc:sldMk cId="3143973321" sldId="2700"/>
            <ac:spMk id="4" creationId="{405B4203-0B3E-BEF2-3004-4712D8F49410}"/>
          </ac:spMkLst>
        </pc:spChg>
        <pc:spChg chg="mod">
          <ac:chgData name="Sini Mathew" userId="3875fe58a975fc01" providerId="LiveId" clId="{01228244-6B25-4D01-85AC-4B8EA41E8750}" dt="2025-12-01T05:47:51.800" v="271" actId="20577"/>
          <ac:spMkLst>
            <pc:docMk/>
            <pc:sldMk cId="3143973321" sldId="2700"/>
            <ac:spMk id="5" creationId="{6785ACC2-F428-681F-ABD6-369E8174D699}"/>
          </ac:spMkLst>
        </pc:spChg>
        <pc:spChg chg="del">
          <ac:chgData name="Sini Mathew" userId="3875fe58a975fc01" providerId="LiveId" clId="{01228244-6B25-4D01-85AC-4B8EA41E8750}" dt="2025-12-01T05:47:46.913" v="267" actId="478"/>
          <ac:spMkLst>
            <pc:docMk/>
            <pc:sldMk cId="3143973321" sldId="2700"/>
            <ac:spMk id="8" creationId="{30A05EF0-811D-A426-774A-D41BA9850690}"/>
          </ac:spMkLst>
        </pc:spChg>
      </pc:sldChg>
      <pc:sldChg chg="addSp delSp modSp add mod">
        <pc:chgData name="Sini Mathew" userId="3875fe58a975fc01" providerId="LiveId" clId="{01228244-6B25-4D01-85AC-4B8EA41E8750}" dt="2025-12-01T05:49:21.750" v="292" actId="207"/>
        <pc:sldMkLst>
          <pc:docMk/>
          <pc:sldMk cId="1541606803" sldId="2701"/>
        </pc:sldMkLst>
        <pc:spChg chg="del">
          <ac:chgData name="Sini Mathew" userId="3875fe58a975fc01" providerId="LiveId" clId="{01228244-6B25-4D01-85AC-4B8EA41E8750}" dt="2025-12-01T05:48:42.763" v="284" actId="478"/>
          <ac:spMkLst>
            <pc:docMk/>
            <pc:sldMk cId="1541606803" sldId="2701"/>
            <ac:spMk id="2" creationId="{B5414612-BBA3-E1B9-0C8E-173A5CDC4CA8}"/>
          </ac:spMkLst>
        </pc:spChg>
        <pc:spChg chg="del">
          <ac:chgData name="Sini Mathew" userId="3875fe58a975fc01" providerId="LiveId" clId="{01228244-6B25-4D01-85AC-4B8EA41E8750}" dt="2025-12-01T05:48:40.842" v="283" actId="478"/>
          <ac:spMkLst>
            <pc:docMk/>
            <pc:sldMk cId="1541606803" sldId="2701"/>
            <ac:spMk id="3" creationId="{244EB074-1B09-2781-4BB6-6F40314FA152}"/>
          </ac:spMkLst>
        </pc:spChg>
        <pc:spChg chg="add mod">
          <ac:chgData name="Sini Mathew" userId="3875fe58a975fc01" providerId="LiveId" clId="{01228244-6B25-4D01-85AC-4B8EA41E8750}" dt="2025-12-01T05:49:08.749" v="289" actId="207"/>
          <ac:spMkLst>
            <pc:docMk/>
            <pc:sldMk cId="1541606803" sldId="2701"/>
            <ac:spMk id="4" creationId="{E33EAC07-6D04-E072-2F1E-DA4D1F0CA677}"/>
          </ac:spMkLst>
        </pc:spChg>
        <pc:spChg chg="mod">
          <ac:chgData name="Sini Mathew" userId="3875fe58a975fc01" providerId="LiveId" clId="{01228244-6B25-4D01-85AC-4B8EA41E8750}" dt="2025-12-01T05:48:45.637" v="286" actId="20577"/>
          <ac:spMkLst>
            <pc:docMk/>
            <pc:sldMk cId="1541606803" sldId="2701"/>
            <ac:spMk id="5" creationId="{1D9187B7-B1D9-D47F-5466-DCF78AEDB8E0}"/>
          </ac:spMkLst>
        </pc:spChg>
        <pc:spChg chg="add mod">
          <ac:chgData name="Sini Mathew" userId="3875fe58a975fc01" providerId="LiveId" clId="{01228244-6B25-4D01-85AC-4B8EA41E8750}" dt="2025-12-01T05:49:21.750" v="292" actId="207"/>
          <ac:spMkLst>
            <pc:docMk/>
            <pc:sldMk cId="1541606803" sldId="2701"/>
            <ac:spMk id="8" creationId="{804CA5A9-3676-E0E0-AC2E-C841148C6DF9}"/>
          </ac:spMkLst>
        </pc:spChg>
      </pc:sldChg>
      <pc:sldChg chg="addSp delSp modSp add mod">
        <pc:chgData name="Sini Mathew" userId="3875fe58a975fc01" providerId="LiveId" clId="{01228244-6B25-4D01-85AC-4B8EA41E8750}" dt="2025-12-01T05:50:19.954" v="304" actId="20577"/>
        <pc:sldMkLst>
          <pc:docMk/>
          <pc:sldMk cId="4209564333" sldId="2702"/>
        </pc:sldMkLst>
        <pc:spChg chg="add mod">
          <ac:chgData name="Sini Mathew" userId="3875fe58a975fc01" providerId="LiveId" clId="{01228244-6B25-4D01-85AC-4B8EA41E8750}" dt="2025-12-01T05:49:52.879" v="299" actId="207"/>
          <ac:spMkLst>
            <pc:docMk/>
            <pc:sldMk cId="4209564333" sldId="2702"/>
            <ac:spMk id="2" creationId="{DD061BE5-DCCC-B5B8-581A-3D7D8A5618E5}"/>
          </ac:spMkLst>
        </pc:spChg>
        <pc:spChg chg="add mod">
          <ac:chgData name="Sini Mathew" userId="3875fe58a975fc01" providerId="LiveId" clId="{01228244-6B25-4D01-85AC-4B8EA41E8750}" dt="2025-12-01T05:50:08.785" v="302" actId="207"/>
          <ac:spMkLst>
            <pc:docMk/>
            <pc:sldMk cId="4209564333" sldId="2702"/>
            <ac:spMk id="3" creationId="{6EF73635-F5BF-EC64-4E71-9F53E293A013}"/>
          </ac:spMkLst>
        </pc:spChg>
        <pc:spChg chg="del">
          <ac:chgData name="Sini Mathew" userId="3875fe58a975fc01" providerId="LiveId" clId="{01228244-6B25-4D01-85AC-4B8EA41E8750}" dt="2025-12-01T05:49:34.238" v="294" actId="478"/>
          <ac:spMkLst>
            <pc:docMk/>
            <pc:sldMk cId="4209564333" sldId="2702"/>
            <ac:spMk id="4" creationId="{516D245D-5ECC-16F7-07B6-BDA5D48C8098}"/>
          </ac:spMkLst>
        </pc:spChg>
        <pc:spChg chg="mod">
          <ac:chgData name="Sini Mathew" userId="3875fe58a975fc01" providerId="LiveId" clId="{01228244-6B25-4D01-85AC-4B8EA41E8750}" dt="2025-12-01T05:50:19.954" v="304" actId="20577"/>
          <ac:spMkLst>
            <pc:docMk/>
            <pc:sldMk cId="4209564333" sldId="2702"/>
            <ac:spMk id="5" creationId="{B4A8BCF2-90D4-09C6-A79B-CFDD48CE119B}"/>
          </ac:spMkLst>
        </pc:spChg>
        <pc:spChg chg="del mod">
          <ac:chgData name="Sini Mathew" userId="3875fe58a975fc01" providerId="LiveId" clId="{01228244-6B25-4D01-85AC-4B8EA41E8750}" dt="2025-12-01T05:49:36.765" v="296" actId="478"/>
          <ac:spMkLst>
            <pc:docMk/>
            <pc:sldMk cId="4209564333" sldId="2702"/>
            <ac:spMk id="8" creationId="{65C35A6F-C856-5153-0921-FAC2683674F8}"/>
          </ac:spMkLst>
        </pc:spChg>
      </pc:sldChg>
      <pc:sldChg chg="addSp delSp modSp add mod">
        <pc:chgData name="Sini Mathew" userId="3875fe58a975fc01" providerId="LiveId" clId="{01228244-6B25-4D01-85AC-4B8EA41E8750}" dt="2025-12-01T05:52:41.492" v="333"/>
        <pc:sldMkLst>
          <pc:docMk/>
          <pc:sldMk cId="564529259" sldId="2703"/>
        </pc:sldMkLst>
        <pc:spChg chg="add mod">
          <ac:chgData name="Sini Mathew" userId="3875fe58a975fc01" providerId="LiveId" clId="{01228244-6B25-4D01-85AC-4B8EA41E8750}" dt="2025-12-01T05:52:32.181" v="331" actId="207"/>
          <ac:spMkLst>
            <pc:docMk/>
            <pc:sldMk cId="564529259" sldId="2703"/>
            <ac:spMk id="3" creationId="{4B48A691-5755-D9D8-76B7-65D43ADB8B5F}"/>
          </ac:spMkLst>
        </pc:spChg>
        <pc:spChg chg="add mod">
          <ac:chgData name="Sini Mathew" userId="3875fe58a975fc01" providerId="LiveId" clId="{01228244-6B25-4D01-85AC-4B8EA41E8750}" dt="2025-12-01T05:52:41.492" v="333"/>
          <ac:spMkLst>
            <pc:docMk/>
            <pc:sldMk cId="564529259" sldId="2703"/>
            <ac:spMk id="4" creationId="{7CB90A12-B0BC-759C-74F8-27E01F0C87AA}"/>
          </ac:spMkLst>
        </pc:spChg>
        <pc:spChg chg="del">
          <ac:chgData name="Sini Mathew" userId="3875fe58a975fc01" providerId="LiveId" clId="{01228244-6B25-4D01-85AC-4B8EA41E8750}" dt="2025-12-01T05:52:28.266" v="328" actId="478"/>
          <ac:spMkLst>
            <pc:docMk/>
            <pc:sldMk cId="564529259" sldId="2703"/>
            <ac:spMk id="6" creationId="{BFD20B39-A8BB-61E4-EEDF-95316B1C220B}"/>
          </ac:spMkLst>
        </pc:spChg>
        <pc:spChg chg="del">
          <ac:chgData name="Sini Mathew" userId="3875fe58a975fc01" providerId="LiveId" clId="{01228244-6B25-4D01-85AC-4B8EA41E8750}" dt="2025-12-01T05:52:34.697" v="332" actId="478"/>
          <ac:spMkLst>
            <pc:docMk/>
            <pc:sldMk cId="564529259" sldId="2703"/>
            <ac:spMk id="7" creationId="{9F63B46D-5A8F-E9BF-913C-DD13717C4805}"/>
          </ac:spMkLst>
        </pc:spChg>
        <pc:spChg chg="mod">
          <ac:chgData name="Sini Mathew" userId="3875fe58a975fc01" providerId="LiveId" clId="{01228244-6B25-4D01-85AC-4B8EA41E8750}" dt="2025-12-01T05:52:24.733" v="327" actId="20577"/>
          <ac:spMkLst>
            <pc:docMk/>
            <pc:sldMk cId="564529259" sldId="2703"/>
            <ac:spMk id="13" creationId="{CA45574C-BAE2-AF76-4D86-1E2205C076F1}"/>
          </ac:spMkLst>
        </pc:spChg>
      </pc:sldChg>
      <pc:sldChg chg="addSp delSp modSp add mod">
        <pc:chgData name="Sini Mathew" userId="3875fe58a975fc01" providerId="LiveId" clId="{01228244-6B25-4D01-85AC-4B8EA41E8750}" dt="2025-12-01T05:53:20.760" v="341"/>
        <pc:sldMkLst>
          <pc:docMk/>
          <pc:sldMk cId="3144836519" sldId="2704"/>
        </pc:sldMkLst>
        <pc:spChg chg="del">
          <ac:chgData name="Sini Mathew" userId="3875fe58a975fc01" providerId="LiveId" clId="{01228244-6B25-4D01-85AC-4B8EA41E8750}" dt="2025-12-01T05:52:49.410" v="335" actId="478"/>
          <ac:spMkLst>
            <pc:docMk/>
            <pc:sldMk cId="3144836519" sldId="2704"/>
            <ac:spMk id="3" creationId="{D5AFBF1B-8C2E-6B89-1461-CA73BAD952FD}"/>
          </ac:spMkLst>
        </pc:spChg>
        <pc:spChg chg="del">
          <ac:chgData name="Sini Mathew" userId="3875fe58a975fc01" providerId="LiveId" clId="{01228244-6B25-4D01-85AC-4B8EA41E8750}" dt="2025-12-01T05:52:50.882" v="336" actId="478"/>
          <ac:spMkLst>
            <pc:docMk/>
            <pc:sldMk cId="3144836519" sldId="2704"/>
            <ac:spMk id="4" creationId="{DBA2428C-B30F-21F8-BB6A-F44DEA2B686A}"/>
          </ac:spMkLst>
        </pc:spChg>
        <pc:spChg chg="add mod">
          <ac:chgData name="Sini Mathew" userId="3875fe58a975fc01" providerId="LiveId" clId="{01228244-6B25-4D01-85AC-4B8EA41E8750}" dt="2025-12-01T05:53:14.696" v="340" actId="207"/>
          <ac:spMkLst>
            <pc:docMk/>
            <pc:sldMk cId="3144836519" sldId="2704"/>
            <ac:spMk id="6" creationId="{8EC4C975-73CE-A9DD-9CFB-0185E098290F}"/>
          </ac:spMkLst>
        </pc:spChg>
        <pc:spChg chg="add mod">
          <ac:chgData name="Sini Mathew" userId="3875fe58a975fc01" providerId="LiveId" clId="{01228244-6B25-4D01-85AC-4B8EA41E8750}" dt="2025-12-01T05:53:20.760" v="341"/>
          <ac:spMkLst>
            <pc:docMk/>
            <pc:sldMk cId="3144836519" sldId="2704"/>
            <ac:spMk id="7" creationId="{473DADA5-E888-3AAC-29AF-FBCB2B9261A1}"/>
          </ac:spMkLst>
        </pc:spChg>
        <pc:spChg chg="mod">
          <ac:chgData name="Sini Mathew" userId="3875fe58a975fc01" providerId="LiveId" clId="{01228244-6B25-4D01-85AC-4B8EA41E8750}" dt="2025-12-01T05:52:55.143" v="338" actId="20577"/>
          <ac:spMkLst>
            <pc:docMk/>
            <pc:sldMk cId="3144836519" sldId="2704"/>
            <ac:spMk id="13" creationId="{2DEEE956-5DFA-E094-BE34-07B4DC2D8081}"/>
          </ac:spMkLst>
        </pc:spChg>
      </pc:sldChg>
      <pc:sldChg chg="addSp delSp modSp add mod">
        <pc:chgData name="Sini Mathew" userId="3875fe58a975fc01" providerId="LiveId" clId="{01228244-6B25-4D01-85AC-4B8EA41E8750}" dt="2025-12-01T05:53:53.797" v="350"/>
        <pc:sldMkLst>
          <pc:docMk/>
          <pc:sldMk cId="3640681939" sldId="2705"/>
        </pc:sldMkLst>
        <pc:spChg chg="add mod">
          <ac:chgData name="Sini Mathew" userId="3875fe58a975fc01" providerId="LiveId" clId="{01228244-6B25-4D01-85AC-4B8EA41E8750}" dt="2025-12-01T05:53:45.977" v="348" actId="207"/>
          <ac:spMkLst>
            <pc:docMk/>
            <pc:sldMk cId="3640681939" sldId="2705"/>
            <ac:spMk id="3" creationId="{5A624E93-2826-BFF9-EFCD-FAD3E1E89912}"/>
          </ac:spMkLst>
        </pc:spChg>
        <pc:spChg chg="add mod">
          <ac:chgData name="Sini Mathew" userId="3875fe58a975fc01" providerId="LiveId" clId="{01228244-6B25-4D01-85AC-4B8EA41E8750}" dt="2025-12-01T05:53:53.797" v="350"/>
          <ac:spMkLst>
            <pc:docMk/>
            <pc:sldMk cId="3640681939" sldId="2705"/>
            <ac:spMk id="4" creationId="{466200EA-32B8-664B-6686-37EAE35C0F2D}"/>
          </ac:spMkLst>
        </pc:spChg>
        <pc:spChg chg="del">
          <ac:chgData name="Sini Mathew" userId="3875fe58a975fc01" providerId="LiveId" clId="{01228244-6B25-4D01-85AC-4B8EA41E8750}" dt="2025-12-01T05:53:40.992" v="345" actId="478"/>
          <ac:spMkLst>
            <pc:docMk/>
            <pc:sldMk cId="3640681939" sldId="2705"/>
            <ac:spMk id="6" creationId="{C0432C1D-1337-2AA4-F61D-C198FC617E05}"/>
          </ac:spMkLst>
        </pc:spChg>
        <pc:spChg chg="del">
          <ac:chgData name="Sini Mathew" userId="3875fe58a975fc01" providerId="LiveId" clId="{01228244-6B25-4D01-85AC-4B8EA41E8750}" dt="2025-12-01T05:53:48.541" v="349" actId="478"/>
          <ac:spMkLst>
            <pc:docMk/>
            <pc:sldMk cId="3640681939" sldId="2705"/>
            <ac:spMk id="7" creationId="{4AA6145C-F056-8714-19E1-1E1E2D6EA2BD}"/>
          </ac:spMkLst>
        </pc:spChg>
        <pc:spChg chg="mod">
          <ac:chgData name="Sini Mathew" userId="3875fe58a975fc01" providerId="LiveId" clId="{01228244-6B25-4D01-85AC-4B8EA41E8750}" dt="2025-12-01T05:53:29.821" v="344" actId="20577"/>
          <ac:spMkLst>
            <pc:docMk/>
            <pc:sldMk cId="3640681939" sldId="2705"/>
            <ac:spMk id="13" creationId="{A9EAA5A5-F526-1A09-CAFC-3153E5FEA8D5}"/>
          </ac:spMkLst>
        </pc:spChg>
      </pc:sldChg>
      <pc:sldChg chg="addSp delSp modSp add mod">
        <pc:chgData name="Sini Mathew" userId="3875fe58a975fc01" providerId="LiveId" clId="{01228244-6B25-4D01-85AC-4B8EA41E8750}" dt="2025-12-01T05:54:26.745" v="359"/>
        <pc:sldMkLst>
          <pc:docMk/>
          <pc:sldMk cId="734665622" sldId="2706"/>
        </pc:sldMkLst>
        <pc:spChg chg="del">
          <ac:chgData name="Sini Mathew" userId="3875fe58a975fc01" providerId="LiveId" clId="{01228244-6B25-4D01-85AC-4B8EA41E8750}" dt="2025-12-01T05:54:00.831" v="352" actId="478"/>
          <ac:spMkLst>
            <pc:docMk/>
            <pc:sldMk cId="734665622" sldId="2706"/>
            <ac:spMk id="3" creationId="{1D403AF6-75DE-09A0-07AD-A5F1AB76E6C8}"/>
          </ac:spMkLst>
        </pc:spChg>
        <pc:spChg chg="del">
          <ac:chgData name="Sini Mathew" userId="3875fe58a975fc01" providerId="LiveId" clId="{01228244-6B25-4D01-85AC-4B8EA41E8750}" dt="2025-12-01T05:54:02.240" v="353" actId="478"/>
          <ac:spMkLst>
            <pc:docMk/>
            <pc:sldMk cId="734665622" sldId="2706"/>
            <ac:spMk id="4" creationId="{0B9AC240-D9FC-1281-D677-B0E7CC1CEDAD}"/>
          </ac:spMkLst>
        </pc:spChg>
        <pc:spChg chg="add mod">
          <ac:chgData name="Sini Mathew" userId="3875fe58a975fc01" providerId="LiveId" clId="{01228244-6B25-4D01-85AC-4B8EA41E8750}" dt="2025-12-01T05:54:20.549" v="358" actId="207"/>
          <ac:spMkLst>
            <pc:docMk/>
            <pc:sldMk cId="734665622" sldId="2706"/>
            <ac:spMk id="6" creationId="{1951D537-1C1A-6CD8-4938-668F62ED27B2}"/>
          </ac:spMkLst>
        </pc:spChg>
        <pc:spChg chg="add mod">
          <ac:chgData name="Sini Mathew" userId="3875fe58a975fc01" providerId="LiveId" clId="{01228244-6B25-4D01-85AC-4B8EA41E8750}" dt="2025-12-01T05:54:26.745" v="359"/>
          <ac:spMkLst>
            <pc:docMk/>
            <pc:sldMk cId="734665622" sldId="2706"/>
            <ac:spMk id="7" creationId="{2A27E3BB-5603-A70E-706C-AF17975B0FB4}"/>
          </ac:spMkLst>
        </pc:spChg>
        <pc:spChg chg="mod">
          <ac:chgData name="Sini Mathew" userId="3875fe58a975fc01" providerId="LiveId" clId="{01228244-6B25-4D01-85AC-4B8EA41E8750}" dt="2025-12-01T05:54:06.086" v="355" actId="20577"/>
          <ac:spMkLst>
            <pc:docMk/>
            <pc:sldMk cId="734665622" sldId="2706"/>
            <ac:spMk id="13" creationId="{2CF8CDE7-7A26-0504-66CC-B100A19495E0}"/>
          </ac:spMkLst>
        </pc:spChg>
      </pc:sldChg>
      <pc:sldChg chg="addSp delSp modSp add mod">
        <pc:chgData name="Sini Mathew" userId="3875fe58a975fc01" providerId="LiveId" clId="{01228244-6B25-4D01-85AC-4B8EA41E8750}" dt="2025-12-01T05:55:00.814" v="369" actId="1076"/>
        <pc:sldMkLst>
          <pc:docMk/>
          <pc:sldMk cId="4114081268" sldId="2707"/>
        </pc:sldMkLst>
        <pc:spChg chg="add mod">
          <ac:chgData name="Sini Mathew" userId="3875fe58a975fc01" providerId="LiveId" clId="{01228244-6B25-4D01-85AC-4B8EA41E8750}" dt="2025-12-01T05:54:47.781" v="367" actId="207"/>
          <ac:spMkLst>
            <pc:docMk/>
            <pc:sldMk cId="4114081268" sldId="2707"/>
            <ac:spMk id="3" creationId="{DABF2027-CFF5-F483-4242-BA4E1000A734}"/>
          </ac:spMkLst>
        </pc:spChg>
        <pc:spChg chg="add mod">
          <ac:chgData name="Sini Mathew" userId="3875fe58a975fc01" providerId="LiveId" clId="{01228244-6B25-4D01-85AC-4B8EA41E8750}" dt="2025-12-01T05:55:00.814" v="369" actId="1076"/>
          <ac:spMkLst>
            <pc:docMk/>
            <pc:sldMk cId="4114081268" sldId="2707"/>
            <ac:spMk id="4" creationId="{D6CB229E-D9FE-DEA0-A872-BFE9938F4FDE}"/>
          </ac:spMkLst>
        </pc:spChg>
        <pc:spChg chg="del">
          <ac:chgData name="Sini Mathew" userId="3875fe58a975fc01" providerId="LiveId" clId="{01228244-6B25-4D01-85AC-4B8EA41E8750}" dt="2025-12-01T05:54:35.992" v="363" actId="478"/>
          <ac:spMkLst>
            <pc:docMk/>
            <pc:sldMk cId="4114081268" sldId="2707"/>
            <ac:spMk id="6" creationId="{ECFFAB1E-D174-E024-65C4-0AC473A227AC}"/>
          </ac:spMkLst>
        </pc:spChg>
        <pc:spChg chg="del">
          <ac:chgData name="Sini Mathew" userId="3875fe58a975fc01" providerId="LiveId" clId="{01228244-6B25-4D01-85AC-4B8EA41E8750}" dt="2025-12-01T05:54:37.515" v="364" actId="478"/>
          <ac:spMkLst>
            <pc:docMk/>
            <pc:sldMk cId="4114081268" sldId="2707"/>
            <ac:spMk id="7" creationId="{366CD12B-A407-42B7-576C-1893C33A4543}"/>
          </ac:spMkLst>
        </pc:spChg>
        <pc:spChg chg="mod">
          <ac:chgData name="Sini Mathew" userId="3875fe58a975fc01" providerId="LiveId" clId="{01228244-6B25-4D01-85AC-4B8EA41E8750}" dt="2025-12-01T05:54:33.629" v="362" actId="20577"/>
          <ac:spMkLst>
            <pc:docMk/>
            <pc:sldMk cId="4114081268" sldId="2707"/>
            <ac:spMk id="13" creationId="{ADCD0D29-36D4-E3D8-708F-BA90BCA4D6BB}"/>
          </ac:spMkLst>
        </pc:spChg>
      </pc:sldChg>
    </pc:docChg>
  </pc:docChgLst>
  <pc:docChgLst>
    <pc:chgData name="Guest User" providerId="Windows Live" clId="Web-{1B5099D7-37B1-ED7F-0504-8ACA8C84E255}"/>
    <pc:docChg chg="modSld">
      <pc:chgData name="Guest User" userId="" providerId="Windows Live" clId="Web-{1B5099D7-37B1-ED7F-0504-8ACA8C84E255}" dt="2025-11-01T13:10:44.847" v="0" actId="14100"/>
      <pc:docMkLst>
        <pc:docMk/>
      </pc:docMkLst>
      <pc:sldChg chg="modSp">
        <pc:chgData name="Guest User" userId="" providerId="Windows Live" clId="Web-{1B5099D7-37B1-ED7F-0504-8ACA8C84E255}" dt="2025-11-01T13:10:44.847" v="0" actId="14100"/>
        <pc:sldMkLst>
          <pc:docMk/>
          <pc:sldMk cId="0" sldId="2529"/>
        </pc:sldMkLst>
        <pc:spChg chg="mod">
          <ac:chgData name="Guest User" userId="" providerId="Windows Live" clId="Web-{1B5099D7-37B1-ED7F-0504-8ACA8C84E255}" dt="2025-11-01T13:10:44.847" v="0" actId="14100"/>
          <ac:spMkLst>
            <pc:docMk/>
            <pc:sldMk cId="0" sldId="2529"/>
            <ac:spMk id="3" creationId="{5C3D539E-279A-DFE9-C643-E71894DB1C28}"/>
          </ac:spMkLst>
        </pc:spChg>
      </pc:sldChg>
    </pc:docChg>
  </pc:docChgLst>
  <pc:docChgLst>
    <pc:chgData name="Prince Chandapillai" userId="4fad049182ddc57b" providerId="LiveId" clId="{9C33DE6C-621F-4C32-B4BF-640DF3A90F2F}"/>
    <pc:docChg chg="undo custSel modSld">
      <pc:chgData name="Prince Chandapillai" userId="4fad049182ddc57b" providerId="LiveId" clId="{9C33DE6C-621F-4C32-B4BF-640DF3A90F2F}" dt="2025-11-01T09:54:50.096" v="44" actId="2711"/>
      <pc:docMkLst>
        <pc:docMk/>
      </pc:docMkLst>
      <pc:sldChg chg="modSp mod">
        <pc:chgData name="Prince Chandapillai" userId="4fad049182ddc57b" providerId="LiveId" clId="{9C33DE6C-621F-4C32-B4BF-640DF3A90F2F}" dt="2025-11-01T09:54:50.096" v="44" actId="2711"/>
        <pc:sldMkLst>
          <pc:docMk/>
          <pc:sldMk cId="0" sldId="2231"/>
        </pc:sldMkLst>
        <pc:spChg chg="mod">
          <ac:chgData name="Prince Chandapillai" userId="4fad049182ddc57b" providerId="LiveId" clId="{9C33DE6C-621F-4C32-B4BF-640DF3A90F2F}" dt="2025-11-01T09:51:14.042" v="29" actId="121"/>
          <ac:spMkLst>
            <pc:docMk/>
            <pc:sldMk cId="0" sldId="2231"/>
            <ac:spMk id="5" creationId="{00000000-0000-0000-0000-000000000000}"/>
          </ac:spMkLst>
        </pc:spChg>
        <pc:spChg chg="mod">
          <ac:chgData name="Prince Chandapillai" userId="4fad049182ddc57b" providerId="LiveId" clId="{9C33DE6C-621F-4C32-B4BF-640DF3A90F2F}" dt="2025-11-01T09:54:50.096" v="44" actId="2711"/>
          <ac:spMkLst>
            <pc:docMk/>
            <pc:sldMk cId="0" sldId="2231"/>
            <ac:spMk id="8" creationId="{00000000-0000-0000-0000-000000000000}"/>
          </ac:spMkLst>
        </pc:spChg>
      </pc:sldChg>
    </pc:docChg>
  </pc:docChgLst>
  <pc:docChgLst>
    <pc:chgData name="Guest User" providerId="Windows Live" clId="Web-{9147DE09-B2C3-61C9-E289-601E4C9AEB44}"/>
    <pc:docChg chg="modSld">
      <pc:chgData name="Guest User" userId="" providerId="Windows Live" clId="Web-{9147DE09-B2C3-61C9-E289-601E4C9AEB44}" dt="2025-11-01T10:45:19.529" v="599" actId="20577"/>
      <pc:docMkLst>
        <pc:docMk/>
      </pc:docMkLst>
      <pc:sldChg chg="modSp">
        <pc:chgData name="Guest User" userId="" providerId="Windows Live" clId="Web-{9147DE09-B2C3-61C9-E289-601E4C9AEB44}" dt="2025-11-01T10:21:06.131" v="90" actId="20577"/>
        <pc:sldMkLst>
          <pc:docMk/>
          <pc:sldMk cId="0" sldId="1545"/>
        </pc:sldMkLst>
      </pc:sldChg>
      <pc:sldChg chg="modSp">
        <pc:chgData name="Guest User" userId="" providerId="Windows Live" clId="Web-{9147DE09-B2C3-61C9-E289-601E4C9AEB44}" dt="2025-11-01T10:42:23.695" v="526" actId="20577"/>
        <pc:sldMkLst>
          <pc:docMk/>
          <pc:sldMk cId="0" sldId="1689"/>
        </pc:sldMkLst>
      </pc:sldChg>
      <pc:sldChg chg="modSp">
        <pc:chgData name="Guest User" userId="" providerId="Windows Live" clId="Web-{9147DE09-B2C3-61C9-E289-601E4C9AEB44}" dt="2025-11-01T10:42:52.821" v="537" actId="20577"/>
        <pc:sldMkLst>
          <pc:docMk/>
          <pc:sldMk cId="0" sldId="1758"/>
        </pc:sldMkLst>
      </pc:sldChg>
      <pc:sldChg chg="modSp">
        <pc:chgData name="Guest User" userId="" providerId="Windows Live" clId="Web-{9147DE09-B2C3-61C9-E289-601E4C9AEB44}" dt="2025-11-01T10:43:40.072" v="556" actId="20577"/>
        <pc:sldMkLst>
          <pc:docMk/>
          <pc:sldMk cId="0" sldId="1759"/>
        </pc:sldMkLst>
      </pc:sldChg>
      <pc:sldChg chg="modSp">
        <pc:chgData name="Guest User" userId="" providerId="Windows Live" clId="Web-{9147DE09-B2C3-61C9-E289-601E4C9AEB44}" dt="2025-11-01T10:44:33.011" v="580" actId="20577"/>
        <pc:sldMkLst>
          <pc:docMk/>
          <pc:sldMk cId="0" sldId="1760"/>
        </pc:sldMkLst>
      </pc:sldChg>
      <pc:sldChg chg="modSp">
        <pc:chgData name="Guest User" userId="" providerId="Windows Live" clId="Web-{9147DE09-B2C3-61C9-E289-601E4C9AEB44}" dt="2025-11-01T10:28:39.275" v="211" actId="20577"/>
        <pc:sldMkLst>
          <pc:docMk/>
          <pc:sldMk cId="0" sldId="1888"/>
        </pc:sldMkLst>
      </pc:sldChg>
      <pc:sldChg chg="modSp">
        <pc:chgData name="Guest User" userId="" providerId="Windows Live" clId="Web-{9147DE09-B2C3-61C9-E289-601E4C9AEB44}" dt="2025-11-01T10:19:47.095" v="71" actId="20577"/>
        <pc:sldMkLst>
          <pc:docMk/>
          <pc:sldMk cId="0" sldId="2228"/>
        </pc:sldMkLst>
        <pc:spChg chg="mod">
          <ac:chgData name="Guest User" userId="" providerId="Windows Live" clId="Web-{9147DE09-B2C3-61C9-E289-601E4C9AEB44}" dt="2025-11-01T10:19:47.095" v="71" actId="20577"/>
          <ac:spMkLst>
            <pc:docMk/>
            <pc:sldMk cId="0" sldId="2228"/>
            <ac:spMk id="3" creationId="{65EB36AB-EAE5-7577-F4C2-016F98C99581}"/>
          </ac:spMkLst>
        </pc:spChg>
      </pc:sldChg>
      <pc:sldChg chg="modSp">
        <pc:chgData name="Guest User" userId="" providerId="Windows Live" clId="Web-{9147DE09-B2C3-61C9-E289-601E4C9AEB44}" dt="2025-11-01T10:45:19.529" v="599" actId="20577"/>
        <pc:sldMkLst>
          <pc:docMk/>
          <pc:sldMk cId="0" sldId="2231"/>
        </pc:sldMkLst>
        <pc:spChg chg="mod">
          <ac:chgData name="Guest User" userId="" providerId="Windows Live" clId="Web-{9147DE09-B2C3-61C9-E289-601E4C9AEB44}" dt="2025-11-01T10:45:19.529" v="599" actId="20577"/>
          <ac:spMkLst>
            <pc:docMk/>
            <pc:sldMk cId="0" sldId="2231"/>
            <ac:spMk id="5" creationId="{00000000-0000-0000-0000-000000000000}"/>
          </ac:spMkLst>
        </pc:spChg>
      </pc:sldChg>
      <pc:sldChg chg="modSp">
        <pc:chgData name="Guest User" userId="" providerId="Windows Live" clId="Web-{9147DE09-B2C3-61C9-E289-601E4C9AEB44}" dt="2025-11-01T10:14:58.617" v="9" actId="20577"/>
        <pc:sldMkLst>
          <pc:docMk/>
          <pc:sldMk cId="0" sldId="2529"/>
        </pc:sldMkLst>
        <pc:spChg chg="mod">
          <ac:chgData name="Guest User" userId="" providerId="Windows Live" clId="Web-{9147DE09-B2C3-61C9-E289-601E4C9AEB44}" dt="2025-11-01T10:14:58.617" v="9" actId="20577"/>
          <ac:spMkLst>
            <pc:docMk/>
            <pc:sldMk cId="0" sldId="2529"/>
            <ac:spMk id="12" creationId="{00000000-0000-0000-0000-000000000000}"/>
          </ac:spMkLst>
        </pc:spChg>
      </pc:sldChg>
      <pc:sldChg chg="modSp">
        <pc:chgData name="Guest User" userId="" providerId="Windows Live" clId="Web-{9147DE09-B2C3-61C9-E289-601E4C9AEB44}" dt="2025-11-01T10:34:23.632" v="331" actId="20577"/>
        <pc:sldMkLst>
          <pc:docMk/>
          <pc:sldMk cId="0" sldId="2577"/>
        </pc:sldMkLst>
      </pc:sldChg>
      <pc:sldChg chg="modSp">
        <pc:chgData name="Guest User" userId="" providerId="Windows Live" clId="Web-{9147DE09-B2C3-61C9-E289-601E4C9AEB44}" dt="2025-11-01T10:30:56.907" v="253" actId="20577"/>
        <pc:sldMkLst>
          <pc:docMk/>
          <pc:sldMk cId="0" sldId="2606"/>
        </pc:sldMkLst>
      </pc:sldChg>
      <pc:sldChg chg="modSp">
        <pc:chgData name="Guest User" userId="" providerId="Windows Live" clId="Web-{9147DE09-B2C3-61C9-E289-601E4C9AEB44}" dt="2025-11-01T10:38:34.049" v="450" actId="20577"/>
        <pc:sldMkLst>
          <pc:docMk/>
          <pc:sldMk cId="0" sldId="2615"/>
        </pc:sldMkLst>
      </pc:sldChg>
      <pc:sldChg chg="modSp">
        <pc:chgData name="Guest User" userId="" providerId="Windows Live" clId="Web-{9147DE09-B2C3-61C9-E289-601E4C9AEB44}" dt="2025-11-01T10:29:05.792" v="222" actId="20577"/>
        <pc:sldMkLst>
          <pc:docMk/>
          <pc:sldMk cId="0" sldId="2621"/>
        </pc:sldMkLst>
      </pc:sldChg>
      <pc:sldChg chg="modSp">
        <pc:chgData name="Guest User" userId="" providerId="Windows Live" clId="Web-{9147DE09-B2C3-61C9-E289-601E4C9AEB44}" dt="2025-11-01T10:36:38.434" v="400" actId="20577"/>
        <pc:sldMkLst>
          <pc:docMk/>
          <pc:sldMk cId="0" sldId="2637"/>
        </pc:sldMkLst>
      </pc:sldChg>
      <pc:sldChg chg="modSp">
        <pc:chgData name="Guest User" userId="" providerId="Windows Live" clId="Web-{9147DE09-B2C3-61C9-E289-601E4C9AEB44}" dt="2025-11-01T10:43:18.743" v="547" actId="20577"/>
        <pc:sldMkLst>
          <pc:docMk/>
          <pc:sldMk cId="1375591913" sldId="2646"/>
        </pc:sldMkLst>
      </pc:sldChg>
      <pc:sldChg chg="modSp">
        <pc:chgData name="Guest User" userId="" providerId="Windows Live" clId="Web-{9147DE09-B2C3-61C9-E289-601E4C9AEB44}" dt="2025-11-01T10:44:01.369" v="567" actId="20577"/>
        <pc:sldMkLst>
          <pc:docMk/>
          <pc:sldMk cId="3150855328" sldId="2647"/>
        </pc:sldMkLst>
      </pc:sldChg>
      <pc:sldChg chg="modSp">
        <pc:chgData name="Guest User" userId="" providerId="Windows Live" clId="Web-{9147DE09-B2C3-61C9-E289-601E4C9AEB44}" dt="2025-11-01T10:45:02.200" v="593" actId="20577"/>
        <pc:sldMkLst>
          <pc:docMk/>
          <pc:sldMk cId="1084057257" sldId="2648"/>
        </pc:sldMkLst>
      </pc:sldChg>
      <pc:sldChg chg="modSp">
        <pc:chgData name="Guest User" userId="" providerId="Windows Live" clId="Web-{9147DE09-B2C3-61C9-E289-601E4C9AEB44}" dt="2025-11-01T10:31:27.986" v="264" actId="20577"/>
        <pc:sldMkLst>
          <pc:docMk/>
          <pc:sldMk cId="3272115878" sldId="2654"/>
        </pc:sldMkLst>
      </pc:sldChg>
      <pc:sldChg chg="modSp">
        <pc:chgData name="Guest User" userId="" providerId="Windows Live" clId="Web-{9147DE09-B2C3-61C9-E289-601E4C9AEB44}" dt="2025-11-01T10:31:48.190" v="272" actId="20577"/>
        <pc:sldMkLst>
          <pc:docMk/>
          <pc:sldMk cId="3860086575" sldId="2655"/>
        </pc:sldMkLst>
      </pc:sldChg>
      <pc:sldChg chg="modSp">
        <pc:chgData name="Guest User" userId="" providerId="Windows Live" clId="Web-{9147DE09-B2C3-61C9-E289-601E4C9AEB44}" dt="2025-11-01T10:32:34.848" v="280" actId="20577"/>
        <pc:sldMkLst>
          <pc:docMk/>
          <pc:sldMk cId="2642916336" sldId="2656"/>
        </pc:sldMkLst>
      </pc:sldChg>
      <pc:sldChg chg="modSp">
        <pc:chgData name="Guest User" userId="" providerId="Windows Live" clId="Web-{9147DE09-B2C3-61C9-E289-601E4C9AEB44}" dt="2025-11-01T10:32:52.395" v="287" actId="20577"/>
        <pc:sldMkLst>
          <pc:docMk/>
          <pc:sldMk cId="1120879360" sldId="2657"/>
        </pc:sldMkLst>
      </pc:sldChg>
      <pc:sldChg chg="modSp">
        <pc:chgData name="Guest User" userId="" providerId="Windows Live" clId="Web-{9147DE09-B2C3-61C9-E289-601E4C9AEB44}" dt="2025-11-01T10:33:09.818" v="294" actId="20577"/>
        <pc:sldMkLst>
          <pc:docMk/>
          <pc:sldMk cId="2239782555" sldId="2658"/>
        </pc:sldMkLst>
      </pc:sldChg>
      <pc:sldChg chg="modSp">
        <pc:chgData name="Guest User" userId="" providerId="Windows Live" clId="Web-{9147DE09-B2C3-61C9-E289-601E4C9AEB44}" dt="2025-11-01T10:33:25.412" v="301" actId="20577"/>
        <pc:sldMkLst>
          <pc:docMk/>
          <pc:sldMk cId="2752833676" sldId="2659"/>
        </pc:sldMkLst>
      </pc:sldChg>
      <pc:sldChg chg="modSp">
        <pc:chgData name="Guest User" userId="" providerId="Windows Live" clId="Web-{9147DE09-B2C3-61C9-E289-601E4C9AEB44}" dt="2025-11-01T10:33:42.272" v="310" actId="20577"/>
        <pc:sldMkLst>
          <pc:docMk/>
          <pc:sldMk cId="807111320" sldId="2660"/>
        </pc:sldMkLst>
      </pc:sldChg>
      <pc:sldChg chg="modSp">
        <pc:chgData name="Guest User" userId="" providerId="Windows Live" clId="Web-{9147DE09-B2C3-61C9-E289-601E4C9AEB44}" dt="2025-11-01T10:33:56.491" v="318" actId="20577"/>
        <pc:sldMkLst>
          <pc:docMk/>
          <pc:sldMk cId="1220533326" sldId="2661"/>
        </pc:sldMkLst>
      </pc:sldChg>
      <pc:sldChg chg="modSp">
        <pc:chgData name="Guest User" userId="" providerId="Windows Live" clId="Web-{9147DE09-B2C3-61C9-E289-601E4C9AEB44}" dt="2025-11-01T10:34:14.257" v="327" actId="20577"/>
        <pc:sldMkLst>
          <pc:docMk/>
          <pc:sldMk cId="3385712964" sldId="2662"/>
        </pc:sldMkLst>
      </pc:sldChg>
      <pc:sldChg chg="modSp">
        <pc:chgData name="Guest User" userId="" providerId="Windows Live" clId="Web-{9147DE09-B2C3-61C9-E289-601E4C9AEB44}" dt="2025-11-01T10:34:39.289" v="339" actId="20577"/>
        <pc:sldMkLst>
          <pc:docMk/>
          <pc:sldMk cId="3898918064" sldId="2663"/>
        </pc:sldMkLst>
      </pc:sldChg>
      <pc:sldChg chg="modSp">
        <pc:chgData name="Guest User" userId="" providerId="Windows Live" clId="Web-{9147DE09-B2C3-61C9-E289-601E4C9AEB44}" dt="2025-11-01T10:34:53.101" v="347" actId="20577"/>
        <pc:sldMkLst>
          <pc:docMk/>
          <pc:sldMk cId="1054506515" sldId="2664"/>
        </pc:sldMkLst>
      </pc:sldChg>
      <pc:sldChg chg="modSp">
        <pc:chgData name="Guest User" userId="" providerId="Windows Live" clId="Web-{9147DE09-B2C3-61C9-E289-601E4C9AEB44}" dt="2025-11-01T10:35:07.602" v="354" actId="20577"/>
        <pc:sldMkLst>
          <pc:docMk/>
          <pc:sldMk cId="1522926222" sldId="2665"/>
        </pc:sldMkLst>
      </pc:sldChg>
      <pc:sldChg chg="modSp">
        <pc:chgData name="Guest User" userId="" providerId="Windows Live" clId="Web-{9147DE09-B2C3-61C9-E289-601E4C9AEB44}" dt="2025-11-01T10:35:21.008" v="362" actId="20577"/>
        <pc:sldMkLst>
          <pc:docMk/>
          <pc:sldMk cId="661713416" sldId="2667"/>
        </pc:sldMkLst>
      </pc:sldChg>
      <pc:sldChg chg="modSp">
        <pc:chgData name="Guest User" userId="" providerId="Windows Live" clId="Web-{9147DE09-B2C3-61C9-E289-601E4C9AEB44}" dt="2025-11-01T10:35:37.133" v="370" actId="20577"/>
        <pc:sldMkLst>
          <pc:docMk/>
          <pc:sldMk cId="3858774253" sldId="2668"/>
        </pc:sldMkLst>
      </pc:sldChg>
      <pc:sldChg chg="modSp">
        <pc:chgData name="Guest User" userId="" providerId="Windows Live" clId="Web-{9147DE09-B2C3-61C9-E289-601E4C9AEB44}" dt="2025-11-01T10:35:52.931" v="377" actId="20577"/>
        <pc:sldMkLst>
          <pc:docMk/>
          <pc:sldMk cId="3830791402" sldId="2669"/>
        </pc:sldMkLst>
      </pc:sldChg>
      <pc:sldChg chg="modSp">
        <pc:chgData name="Guest User" userId="" providerId="Windows Live" clId="Web-{9147DE09-B2C3-61C9-E289-601E4C9AEB44}" dt="2025-11-01T10:36:09.698" v="386" actId="20577"/>
        <pc:sldMkLst>
          <pc:docMk/>
          <pc:sldMk cId="1452545450" sldId="2670"/>
        </pc:sldMkLst>
      </pc:sldChg>
      <pc:sldChg chg="modSp">
        <pc:chgData name="Guest User" userId="" providerId="Windows Live" clId="Web-{9147DE09-B2C3-61C9-E289-601E4C9AEB44}" dt="2025-11-01T10:36:52.997" v="409" actId="20577"/>
        <pc:sldMkLst>
          <pc:docMk/>
          <pc:sldMk cId="3746727256" sldId="2671"/>
        </pc:sldMkLst>
      </pc:sldChg>
      <pc:sldChg chg="modSp">
        <pc:chgData name="Guest User" userId="" providerId="Windows Live" clId="Web-{9147DE09-B2C3-61C9-E289-601E4C9AEB44}" dt="2025-11-01T10:37:07.232" v="418" actId="20577"/>
        <pc:sldMkLst>
          <pc:docMk/>
          <pc:sldMk cId="2874677843" sldId="2672"/>
        </pc:sldMkLst>
      </pc:sldChg>
      <pc:sldChg chg="modSp">
        <pc:chgData name="Guest User" userId="" providerId="Windows Live" clId="Web-{9147DE09-B2C3-61C9-E289-601E4C9AEB44}" dt="2025-11-01T10:37:21.717" v="427" actId="20577"/>
        <pc:sldMkLst>
          <pc:docMk/>
          <pc:sldMk cId="165910619" sldId="2673"/>
        </pc:sldMkLst>
      </pc:sldChg>
      <pc:sldChg chg="modSp">
        <pc:chgData name="Guest User" userId="" providerId="Windows Live" clId="Web-{9147DE09-B2C3-61C9-E289-601E4C9AEB44}" dt="2025-11-01T10:37:56.125" v="434" actId="20577"/>
        <pc:sldMkLst>
          <pc:docMk/>
          <pc:sldMk cId="2525506980" sldId="2674"/>
        </pc:sldMkLst>
      </pc:sldChg>
      <pc:sldChg chg="modSp">
        <pc:chgData name="Guest User" userId="" providerId="Windows Live" clId="Web-{9147DE09-B2C3-61C9-E289-601E4C9AEB44}" dt="2025-11-01T10:38:14.157" v="443" actId="20577"/>
        <pc:sldMkLst>
          <pc:docMk/>
          <pc:sldMk cId="447204207" sldId="2675"/>
        </pc:sldMkLst>
      </pc:sldChg>
      <pc:sldChg chg="modSp">
        <pc:chgData name="Guest User" userId="" providerId="Windows Live" clId="Web-{9147DE09-B2C3-61C9-E289-601E4C9AEB44}" dt="2025-11-01T10:39:08.269" v="463" actId="20577"/>
        <pc:sldMkLst>
          <pc:docMk/>
          <pc:sldMk cId="146924142" sldId="2676"/>
        </pc:sldMkLst>
      </pc:sldChg>
      <pc:sldChg chg="modSp">
        <pc:chgData name="Guest User" userId="" providerId="Windows Live" clId="Web-{9147DE09-B2C3-61C9-E289-601E4C9AEB44}" dt="2025-11-01T10:40:01.005" v="482"/>
        <pc:sldMkLst>
          <pc:docMk/>
          <pc:sldMk cId="2542742688" sldId="2677"/>
        </pc:sldMkLst>
      </pc:sldChg>
      <pc:sldChg chg="modSp">
        <pc:chgData name="Guest User" userId="" providerId="Windows Live" clId="Web-{9147DE09-B2C3-61C9-E289-601E4C9AEB44}" dt="2025-11-01T10:39:37.473" v="474" actId="20577"/>
        <pc:sldMkLst>
          <pc:docMk/>
          <pc:sldMk cId="2650953958" sldId="2678"/>
        </pc:sldMkLst>
      </pc:sldChg>
      <pc:sldChg chg="modSp">
        <pc:chgData name="Guest User" userId="" providerId="Windows Live" clId="Web-{9147DE09-B2C3-61C9-E289-601E4C9AEB44}" dt="2025-11-01T10:40:19.630" v="490" actId="20577"/>
        <pc:sldMkLst>
          <pc:docMk/>
          <pc:sldMk cId="274575489" sldId="2679"/>
        </pc:sldMkLst>
      </pc:sldChg>
      <pc:sldChg chg="modSp">
        <pc:chgData name="Guest User" userId="" providerId="Windows Live" clId="Web-{9147DE09-B2C3-61C9-E289-601E4C9AEB44}" dt="2025-11-01T10:40:37.162" v="500"/>
        <pc:sldMkLst>
          <pc:docMk/>
          <pc:sldMk cId="721479379" sldId="2680"/>
        </pc:sldMkLst>
      </pc:sldChg>
      <pc:sldChg chg="modSp">
        <pc:chgData name="Guest User" userId="" providerId="Windows Live" clId="Web-{9147DE09-B2C3-61C9-E289-601E4C9AEB44}" dt="2025-11-01T10:41:02.116" v="511" actId="20577"/>
        <pc:sldMkLst>
          <pc:docMk/>
          <pc:sldMk cId="3743825865" sldId="2681"/>
        </pc:sldMkLst>
      </pc:sldChg>
      <pc:sldChg chg="modSp">
        <pc:chgData name="Guest User" userId="" providerId="Windows Live" clId="Web-{9147DE09-B2C3-61C9-E289-601E4C9AEB44}" dt="2025-11-01T10:41:28.398" v="519"/>
        <pc:sldMkLst>
          <pc:docMk/>
          <pc:sldMk cId="1794135407" sldId="2682"/>
        </pc:sldMkLst>
      </pc:sldChg>
      <pc:sldChg chg="modSp">
        <pc:chgData name="Guest User" userId="" providerId="Windows Live" clId="Web-{9147DE09-B2C3-61C9-E289-601E4C9AEB44}" dt="2025-11-01T10:15:56.383" v="20" actId="20577"/>
        <pc:sldMkLst>
          <pc:docMk/>
          <pc:sldMk cId="200117436" sldId="2683"/>
        </pc:sldMkLst>
        <pc:spChg chg="mod">
          <ac:chgData name="Guest User" userId="" providerId="Windows Live" clId="Web-{9147DE09-B2C3-61C9-E289-601E4C9AEB44}" dt="2025-11-01T10:15:56.383" v="20" actId="20577"/>
          <ac:spMkLst>
            <pc:docMk/>
            <pc:sldMk cId="200117436" sldId="2683"/>
            <ac:spMk id="12" creationId="{87FC7966-24F8-8D5D-4928-5A6CFA16533F}"/>
          </ac:spMkLst>
        </pc:spChg>
      </pc:sldChg>
      <pc:sldChg chg="modSp">
        <pc:chgData name="Guest User" userId="" providerId="Windows Live" clId="Web-{9147DE09-B2C3-61C9-E289-601E4C9AEB44}" dt="2025-11-01T10:16:50.368" v="33" actId="20577"/>
        <pc:sldMkLst>
          <pc:docMk/>
          <pc:sldMk cId="1410835499" sldId="2684"/>
        </pc:sldMkLst>
        <pc:spChg chg="mod">
          <ac:chgData name="Guest User" userId="" providerId="Windows Live" clId="Web-{9147DE09-B2C3-61C9-E289-601E4C9AEB44}" dt="2025-11-01T10:16:41.728" v="31" actId="20577"/>
          <ac:spMkLst>
            <pc:docMk/>
            <pc:sldMk cId="1410835499" sldId="2684"/>
            <ac:spMk id="3" creationId="{0D13EB40-79E0-375E-5165-F4B43260AEC3}"/>
          </ac:spMkLst>
        </pc:spChg>
        <pc:spChg chg="mod">
          <ac:chgData name="Guest User" userId="" providerId="Windows Live" clId="Web-{9147DE09-B2C3-61C9-E289-601E4C9AEB44}" dt="2025-11-01T10:16:50.368" v="33" actId="20577"/>
          <ac:spMkLst>
            <pc:docMk/>
            <pc:sldMk cId="1410835499" sldId="2684"/>
            <ac:spMk id="12" creationId="{17558C00-4F4B-DF3F-40E3-495F5190A311}"/>
          </ac:spMkLst>
        </pc:spChg>
      </pc:sldChg>
      <pc:sldChg chg="modSp">
        <pc:chgData name="Guest User" userId="" providerId="Windows Live" clId="Web-{9147DE09-B2C3-61C9-E289-601E4C9AEB44}" dt="2025-11-01T10:22:09.353" v="110" actId="20577"/>
        <pc:sldMkLst>
          <pc:docMk/>
          <pc:sldMk cId="2014860187" sldId="2685"/>
        </pc:sldMkLst>
      </pc:sldChg>
      <pc:sldChg chg="modSp">
        <pc:chgData name="Guest User" userId="" providerId="Windows Live" clId="Web-{9147DE09-B2C3-61C9-E289-601E4C9AEB44}" dt="2025-11-01T10:23:10.637" v="132" actId="20577"/>
        <pc:sldMkLst>
          <pc:docMk/>
          <pc:sldMk cId="1156122184" sldId="2686"/>
        </pc:sldMkLst>
      </pc:sldChg>
      <pc:sldChg chg="modSp">
        <pc:chgData name="Guest User" userId="" providerId="Windows Live" clId="Web-{9147DE09-B2C3-61C9-E289-601E4C9AEB44}" dt="2025-11-01T10:24:06.811" v="152" actId="20577"/>
        <pc:sldMkLst>
          <pc:docMk/>
          <pc:sldMk cId="3657768480" sldId="2687"/>
        </pc:sldMkLst>
      </pc:sldChg>
      <pc:sldChg chg="modSp">
        <pc:chgData name="Guest User" userId="" providerId="Windows Live" clId="Web-{9147DE09-B2C3-61C9-E289-601E4C9AEB44}" dt="2025-11-01T10:25:04" v="166" actId="20577"/>
        <pc:sldMkLst>
          <pc:docMk/>
          <pc:sldMk cId="2016035863" sldId="2688"/>
        </pc:sldMkLst>
      </pc:sldChg>
      <pc:sldChg chg="modSp">
        <pc:chgData name="Guest User" userId="" providerId="Windows Live" clId="Web-{9147DE09-B2C3-61C9-E289-601E4C9AEB44}" dt="2025-11-01T10:26:05.861" v="182" actId="20577"/>
        <pc:sldMkLst>
          <pc:docMk/>
          <pc:sldMk cId="2305795179" sldId="2689"/>
        </pc:sldMkLst>
      </pc:sldChg>
      <pc:sldChg chg="modSp">
        <pc:chgData name="Guest User" userId="" providerId="Windows Live" clId="Web-{9147DE09-B2C3-61C9-E289-601E4C9AEB44}" dt="2025-11-01T10:26:41.924" v="196" actId="20577"/>
        <pc:sldMkLst>
          <pc:docMk/>
          <pc:sldMk cId="518450923" sldId="2690"/>
        </pc:sldMkLst>
      </pc:sldChg>
      <pc:sldChg chg="modSp">
        <pc:chgData name="Guest User" userId="" providerId="Windows Live" clId="Web-{9147DE09-B2C3-61C9-E289-601E4C9AEB44}" dt="2025-11-01T10:17:45.150" v="47" actId="20577"/>
        <pc:sldMkLst>
          <pc:docMk/>
          <pc:sldMk cId="1591809167" sldId="2691"/>
        </pc:sldMkLst>
        <pc:spChg chg="mod">
          <ac:chgData name="Guest User" userId="" providerId="Windows Live" clId="Web-{9147DE09-B2C3-61C9-E289-601E4C9AEB44}" dt="2025-11-01T10:17:01.697" v="37" actId="20577"/>
          <ac:spMkLst>
            <pc:docMk/>
            <pc:sldMk cId="1591809167" sldId="2691"/>
            <ac:spMk id="5" creationId="{94A256C8-34DD-AAB7-BC91-C1F1F38710DD}"/>
          </ac:spMkLst>
        </pc:spChg>
        <pc:spChg chg="mod">
          <ac:chgData name="Guest User" userId="" providerId="Windows Live" clId="Web-{9147DE09-B2C3-61C9-E289-601E4C9AEB44}" dt="2025-11-01T10:17:45.150" v="47" actId="20577"/>
          <ac:spMkLst>
            <pc:docMk/>
            <pc:sldMk cId="1591809167" sldId="2691"/>
            <ac:spMk id="12" creationId="{745688BA-0280-C10E-01B8-219444603993}"/>
          </ac:spMkLst>
        </pc:spChg>
      </pc:sldChg>
      <pc:sldChg chg="modSp">
        <pc:chgData name="Guest User" userId="" providerId="Windows Live" clId="Web-{9147DE09-B2C3-61C9-E289-601E4C9AEB44}" dt="2025-11-01T10:18:34.807" v="60" actId="20577"/>
        <pc:sldMkLst>
          <pc:docMk/>
          <pc:sldMk cId="137218580" sldId="2692"/>
        </pc:sldMkLst>
        <pc:spChg chg="mod">
          <ac:chgData name="Guest User" userId="" providerId="Windows Live" clId="Web-{9147DE09-B2C3-61C9-E289-601E4C9AEB44}" dt="2025-11-01T10:18:13.166" v="55" actId="20577"/>
          <ac:spMkLst>
            <pc:docMk/>
            <pc:sldMk cId="137218580" sldId="2692"/>
            <ac:spMk id="3" creationId="{088D2E9E-E3A5-B1F6-1FB9-00236347DF91}"/>
          </ac:spMkLst>
        </pc:spChg>
        <pc:spChg chg="mod">
          <ac:chgData name="Guest User" userId="" providerId="Windows Live" clId="Web-{9147DE09-B2C3-61C9-E289-601E4C9AEB44}" dt="2025-11-01T10:18:34.807" v="60" actId="20577"/>
          <ac:spMkLst>
            <pc:docMk/>
            <pc:sldMk cId="137218580" sldId="2692"/>
            <ac:spMk id="12" creationId="{FA97EA08-21A1-A02D-9D98-F488F0E4C0DA}"/>
          </ac:spMkLst>
        </pc:spChg>
      </pc:sldChg>
      <pc:sldChg chg="modSp">
        <pc:chgData name="Guest User" userId="" providerId="Windows Live" clId="Web-{9147DE09-B2C3-61C9-E289-601E4C9AEB44}" dt="2025-11-01T10:29:25.293" v="233" actId="20577"/>
        <pc:sldMkLst>
          <pc:docMk/>
          <pc:sldMk cId="537641910" sldId="2693"/>
        </pc:sldMkLst>
      </pc:sldChg>
      <pc:sldChg chg="modSp">
        <pc:chgData name="Guest User" userId="" providerId="Windows Live" clId="Web-{9147DE09-B2C3-61C9-E289-601E4C9AEB44}" dt="2025-11-01T10:29:48.607" v="244" actId="20577"/>
        <pc:sldMkLst>
          <pc:docMk/>
          <pc:sldMk cId="1231320428" sldId="2694"/>
        </pc:sldMkLst>
      </pc:sldChg>
      <pc:sldChg chg="modSp">
        <pc:chgData name="Guest User" userId="" providerId="Windows Live" clId="Web-{9147DE09-B2C3-61C9-E289-601E4C9AEB44}" dt="2025-11-01T10:36:18.480" v="390" actId="20577"/>
        <pc:sldMkLst>
          <pc:docMk/>
          <pc:sldMk cId="454224422" sldId="2695"/>
        </pc:sldMkLst>
      </pc:sldChg>
    </pc:docChg>
  </pc:docChgLst>
  <pc:docChgLst>
    <pc:chgData name="Prince Chandapillai" userId="4fad049182ddc57b" providerId="Windows Live" clId="Web-{1421146A-6A85-40D5-9ADE-CDA71D4CEDF0}"/>
    <pc:docChg chg="modSld">
      <pc:chgData name="Prince Chandapillai" userId="4fad049182ddc57b" providerId="Windows Live" clId="Web-{1421146A-6A85-40D5-9ADE-CDA71D4CEDF0}" dt="2025-11-01T09:44:52.723" v="0" actId="14100"/>
      <pc:docMkLst>
        <pc:docMk/>
      </pc:docMkLst>
      <pc:sldChg chg="modSp">
        <pc:chgData name="Prince Chandapillai" userId="4fad049182ddc57b" providerId="Windows Live" clId="Web-{1421146A-6A85-40D5-9ADE-CDA71D4CEDF0}" dt="2025-11-01T09:44:52.723" v="0" actId="14100"/>
        <pc:sldMkLst>
          <pc:docMk/>
          <pc:sldMk cId="0" sldId="2231"/>
        </pc:sldMkLst>
        <pc:spChg chg="mod">
          <ac:chgData name="Prince Chandapillai" userId="4fad049182ddc57b" providerId="Windows Live" clId="Web-{1421146A-6A85-40D5-9ADE-CDA71D4CEDF0}" dt="2025-11-01T09:44:52.723" v="0" actId="14100"/>
          <ac:spMkLst>
            <pc:docMk/>
            <pc:sldMk cId="0" sldId="223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013D67-56E2-4085-B4EC-AD3696C10DD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24471C7-0AD6-4437-9E33-B53C208AB7D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21D98-B392-6523-234D-30FFFB000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55AF1-69B0-B58C-9E4F-099526947E9D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29492-21DB-87E9-7FA7-B5D6E0BF6255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7716C-AE6B-2556-27EC-4433557469B1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467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9A6A5-0472-730B-4C94-3DB42507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975C0-7BFB-6CA4-5CF5-5318B8550CB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CFEFC-1545-3CB2-2828-67F0BE187212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6A95B-87FC-FF99-E129-4C28FB8E46E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588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13CA-F165-6AC2-8EBE-B22B0AC4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1D75D-0DD3-0323-6EE0-5E84C5678C6B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F0B0F-ABFE-ED07-D529-CF2A097C18BE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DC1A2-250E-552A-340C-D16ACBA7727F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030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0769-5C9C-5719-8E50-C3770617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A9464-F37B-E777-89C4-FA89BB2C6FE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20033-96BA-A454-79A1-FD07DA315349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D1D6-F18C-3481-4598-AA829EC2815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307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2CF6F6-4A85-442A-979D-5D8DC82D81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55D278-8EFF-4C2B-B52A-98D6EADF6A7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B3AAC3-4243-41E7-9F2E-707505CD19B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D7505-E211-D31B-6189-17AA15CD3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481F2-0EC3-7AEB-DD46-2BF7A9A1F12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10515-F478-CD44-D022-5A5526A6D3D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D3454-BE9F-944E-6333-A88E99A6B81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65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CCB4-1F70-19B0-9B93-F7AA0FC3F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4BB5C-1AA5-5C39-3D02-73D8DD2AA64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1EEF7-595F-B06D-DB09-AE9FB15078AF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7EBE6-2FC3-4133-7646-A0DF01631D8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98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438090-425B-42D4-BE97-7CA881E7B95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342F3B-6B00-4D42-82E5-CC5A43D39A7C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18184A-CD13-495D-8572-FDCD25D6F078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4A94-7186-9697-F576-C4023C545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329D0-1576-BC3D-B52B-B0D9F6FD3CE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61CA6-5080-4119-651B-FD5F693971C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91B9E-0F5E-80FF-6D74-758BF17D248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286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66CE-2D95-C755-6945-3F56898B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799B8-4989-1866-6F3B-137D95ED367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80AE1-7FAB-8F6D-F36E-F81C77ECA212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ADA4F-CCAC-439A-01CD-53D5436932E2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934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5400A-44AB-9B88-DA2F-F84160DD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A3623-3446-866D-C8CD-10E6E6E1644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A576A-AEEA-11FD-9DDA-DD8D45572E6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EDEDF-5084-1B29-1A9C-221D1AE20F2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27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0128-F0C1-9267-CFA1-CCA811D5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65AE9-5B7C-B815-EF70-1A4BF771393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94F9F-838C-CCF5-48F7-8F78985D339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41E81-4840-279A-FCF3-33F39CC9FE2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032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7035-5F24-AE9B-A19B-3962819B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46EDE-C612-C648-DFD9-A1B1B640634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B1CE5-3E27-4B2D-B4C1-B17C2CB1BB0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98548-1186-60F1-F420-7C33FB9D1912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083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F7DD-19E5-24B7-1F5E-F6B232A7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B9119-4109-EABB-9B14-7D2FA9FDFFB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CC0C2-7272-DFF3-DFEC-6877CA77A23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FFC54-E943-2037-9FC5-3C3B01D0CC0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378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98033-93B1-AE90-33DF-EFF45090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79AC8-628C-051D-09FF-E891165341E1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06B40-2EE8-C367-5BD1-7B08A161ECF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C4590-4A4D-ABC7-194B-08F876D5030F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343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61BBB0-A159-4ADC-83D9-714AD163E8A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1EFB0-E92E-6B4B-A8E3-F3F09389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4E37E-182C-B0F1-0870-0345C4E754EB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4D7E4-5061-A334-F11B-DC6F1205D5B3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20D68-2A74-329F-9C1D-06288B4D238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149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5B2B-2349-1BB5-6DC5-AF8D6218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8DE1B-DBDB-5FFA-0384-BE38BF4C2898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24347-ED29-B2A4-1A5E-48AF5CB1DA8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17442-9EC6-B2AB-4C28-3BAA3BBBC7C1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663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8FDA-D87B-1187-FD44-F3ECDDEB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B831D-3D6B-1598-9A15-11B30224A81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8F501-C61A-9D1B-BED5-23BC99704E7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524E8-AC08-DFE1-7711-C016537A83E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410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CB004-50D8-D7E6-EFFC-0B2E74A7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B3BFD-1645-70E3-DB78-6AC641D6B8CB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70988-E62A-A68C-2C19-91FBC14FF654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FF8B5-B77B-C52E-25C6-DBE15262EEB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357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A573-2FFA-2499-5CCD-C343DF88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92743-88E2-4BDA-5E9F-1095AEC891E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F231D-E0BD-6783-4D91-98197678A4D8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AF83-5F4F-1E69-F33D-3EE42D4B616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821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11FD3-CE19-945F-193B-2887DBE2C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C7280-8B63-1503-1072-856CA546673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CF138-B805-4971-7A74-5FAA4E870F1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2BB7E-BBB8-FD08-286E-BC6CBB41A63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674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B275-5E09-4E3B-4788-BB15D637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1531F-51D6-CA6C-D21F-0747F91943D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E0EE7-6180-F5D9-DE73-D49682AA831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97CE4-2C95-7CB2-E74C-DF932AA756A1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935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0A8B-4ED3-D622-5076-BCBA5D7A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76FD3-592D-1DF9-0460-F95F99A288F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0C651-A831-B806-9319-374D52E0ACA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7960-ADB9-36DF-639D-A3BB7A767F2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586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036F77-56B7-4AA9-95A1-78FBC96E87A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02 November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97" r:id="rId15"/>
    <p:sldLayoutId id="2147483699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b0KO9Be_Lo?si=qwWhhaIatFOhy5N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youtu.be/hfoC4cUYmbU?si=-qif47z5D58poAR1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46038" y="395617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407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Sabhakkeka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adisthaanam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B/A105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Paramapithaavinu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sthuthi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paadam v1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Offertory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287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Eppozhum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njaan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santhoshikkum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https://youtu.be/Xb0KO9Be_Lo?si=qwWhhaIatFOhy5Nm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Confession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180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Jeevanundaameka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nottaththaal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https://youtu.be/hfoC4cUYmbU?si=-qif47z5D58poAR1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Communion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Maaridaatha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yeshu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naadan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235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Lokamaam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Gambeera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354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Ponneshu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Thampuraan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106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Sthuthichiduvin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keerthanangalh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229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Swargeeya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pithaave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nin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thiru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hitham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44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Yeshuvin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naamam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madurima</a:t>
            </a:r>
            <a:endParaRPr 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Closing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427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Nithyanaaya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Yehovaaye</a:t>
            </a:r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ea typeface="Gabriola" pitchFamily="82" charset="0"/>
                <a:cs typeface="Gabriola" pitchFamily="82" charset="0"/>
              </a:rPr>
              <a:t>. </a:t>
            </a:r>
            <a:r>
              <a:rPr lang="en-GB" sz="4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407</a:t>
            </a: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407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5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653" y="782956"/>
            <a:ext cx="772874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Sabhakkeka-adisthaanam</a:t>
            </a:r>
            <a:r>
              <a:rPr lang="en-US" sz="2800" dirty="0">
                <a:ea typeface="+mn-lt"/>
                <a:cs typeface="+mn-lt"/>
              </a:rPr>
              <a:t> than </a:t>
            </a:r>
            <a:r>
              <a:rPr lang="en-US" sz="2800" dirty="0" err="1">
                <a:ea typeface="+mn-lt"/>
                <a:cs typeface="+mn-lt"/>
              </a:rPr>
              <a:t>kaanthanaam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kristhu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Vellham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vachanam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moolam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avalh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puthu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srishti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Avalhe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velhkkaan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vaanam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vedinju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thedi</a:t>
            </a:r>
            <a:r>
              <a:rPr lang="en-US" sz="2800" dirty="0">
                <a:ea typeface="+mn-lt"/>
                <a:cs typeface="+mn-lt"/>
              </a:rPr>
              <a:t> 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Than </a:t>
            </a:r>
            <a:r>
              <a:rPr lang="en-US" sz="2800" dirty="0" err="1">
                <a:ea typeface="+mn-lt"/>
                <a:cs typeface="+mn-lt"/>
              </a:rPr>
              <a:t>raktham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chorinjathaal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jeevan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avalh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nedi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D539E-279A-DFE9-C643-E71894DB1C28}"/>
              </a:ext>
            </a:extLst>
          </p:cNvPr>
          <p:cNvSpPr txBox="1"/>
          <p:nvPr/>
        </p:nvSpPr>
        <p:spPr>
          <a:xfrm>
            <a:off x="190940" y="3205445"/>
            <a:ext cx="8728725" cy="1777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0" i="0" err="1">
                <a:latin typeface="ML-TTKarthika"/>
                <a:ea typeface="open sans"/>
                <a:cs typeface="open sans"/>
              </a:rPr>
              <a:t>സഭയ്ക്കേകാടി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സ്ഥാനം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 തൻ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കാന്തനാം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ക്രിസ്തു</a:t>
            </a:r>
            <a:br>
              <a:rPr lang="en-US" sz="2200">
                <a:latin typeface="ML-TTKarthika"/>
              </a:rPr>
            </a:br>
            <a:r>
              <a:rPr lang="en-US" sz="2200" b="0" i="0" err="1">
                <a:latin typeface="ML-TTKarthika"/>
                <a:ea typeface="open sans"/>
                <a:cs typeface="open sans"/>
              </a:rPr>
              <a:t>വെള്ളം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വചനം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മൂലം</a:t>
            </a:r>
            <a:r>
              <a:rPr lang="en-US" sz="2200">
                <a:latin typeface="ML-TTKarthika"/>
                <a:ea typeface="open sans"/>
                <a:cs typeface="open sans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അവ</a:t>
            </a:r>
            <a:r>
              <a:rPr lang="en-US" sz="2200">
                <a:latin typeface="ML-TTKarthika"/>
                <a:ea typeface="+mn-lt"/>
                <a:cs typeface="+mn-lt"/>
              </a:rPr>
              <a:t>ൾ </a:t>
            </a:r>
            <a:r>
              <a:rPr lang="en-US" sz="2200" err="1">
                <a:latin typeface="ML-TTKarthika"/>
                <a:ea typeface="+mn-lt"/>
                <a:cs typeface="+mn-lt"/>
              </a:rPr>
              <a:t>പുതുസൃഷ്ടി</a:t>
            </a:r>
            <a:br>
              <a:rPr lang="en-US" sz="2200">
                <a:latin typeface="ML-TTKarthika"/>
              </a:rPr>
            </a:br>
            <a:r>
              <a:rPr lang="en-US" sz="2200" b="0" i="0" err="1">
                <a:latin typeface="ML-TTKarthika"/>
                <a:ea typeface="open sans"/>
                <a:cs typeface="open sans"/>
              </a:rPr>
              <a:t>അവളെ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വേൾക്കാ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ൻ </a:t>
            </a:r>
            <a:r>
              <a:rPr lang="en-US" sz="2200" err="1">
                <a:latin typeface="ML-TTKarthika"/>
                <a:ea typeface="open sans"/>
                <a:cs typeface="open sans"/>
              </a:rPr>
              <a:t>വാനം</a:t>
            </a:r>
            <a:r>
              <a:rPr lang="en-US" sz="2200">
                <a:latin typeface="ML-TTKarthika"/>
                <a:ea typeface="open sans"/>
                <a:cs typeface="open sans"/>
              </a:rPr>
              <a:t> </a:t>
            </a:r>
            <a:r>
              <a:rPr lang="en-US" sz="2200" err="1">
                <a:latin typeface="ML-TTKarthika"/>
                <a:ea typeface="open sans"/>
                <a:cs typeface="open sans"/>
              </a:rPr>
              <a:t>വെടിഞ്ഞു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താ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ൻ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തേടി</a:t>
            </a:r>
            <a:br>
              <a:rPr lang="en-US" sz="2200">
                <a:latin typeface="ML-TTKarthika"/>
              </a:rPr>
            </a:br>
            <a:r>
              <a:rPr lang="en-US" sz="2200" b="0" i="0">
                <a:latin typeface="ML-TTKarthika"/>
                <a:ea typeface="open sans"/>
                <a:cs typeface="open sans"/>
              </a:rPr>
              <a:t>തൻ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രക്തം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err="1">
                <a:latin typeface="ML-TTKarthika"/>
                <a:ea typeface="open sans"/>
                <a:cs typeface="open sans"/>
              </a:rPr>
              <a:t>ചൊരിഞ്ഞതാ</a:t>
            </a:r>
            <a:r>
              <a:rPr lang="en-US" sz="2200">
                <a:latin typeface="ML-TTKarthika"/>
                <a:ea typeface="open sans"/>
                <a:cs typeface="open sans"/>
              </a:rPr>
              <a:t>ൽ </a:t>
            </a:r>
            <a:r>
              <a:rPr lang="en-US" sz="2200" err="1">
                <a:latin typeface="ML-TTKarthika"/>
                <a:ea typeface="open sans"/>
                <a:cs typeface="open sans"/>
              </a:rPr>
              <a:t>ജീവ</a:t>
            </a:r>
            <a:r>
              <a:rPr lang="en-US" sz="2200">
                <a:latin typeface="ML-TTKarthika"/>
                <a:ea typeface="open sans"/>
                <a:cs typeface="open sans"/>
              </a:rPr>
              <a:t>ൻ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അവ</a:t>
            </a:r>
            <a:r>
              <a:rPr lang="en-US" sz="2200" b="0" i="0">
                <a:latin typeface="ML-TTKarthika"/>
                <a:ea typeface="open sans"/>
                <a:cs typeface="open sans"/>
              </a:rPr>
              <a:t>ൾ </a:t>
            </a:r>
            <a:r>
              <a:rPr lang="en-US" sz="2200" b="0" i="0" err="1">
                <a:latin typeface="ML-TTKarthika"/>
                <a:ea typeface="open sans"/>
                <a:cs typeface="open sans"/>
              </a:rPr>
              <a:t>നേടി</a:t>
            </a:r>
            <a:endParaRPr lang="en-US" sz="2200">
              <a:latin typeface="ML-TTKarthika"/>
            </a:endParaRPr>
          </a:p>
          <a:p>
            <a:pPr algn="ctr"/>
            <a:endParaRPr lang="en-US" sz="2000">
              <a:latin typeface="ML-TTKarthik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2AA82-2C56-D4F9-3D3C-32B33087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DE50-3866-10DF-2C11-3CD4EB90EE61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407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05154CC-65D4-1681-D5CC-341C1C1D7A9C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BE0547-EFC9-69CB-5099-2E6623DCBBA3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2 of 5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FC7966-24F8-8D5D-4928-5A6CFA16533F}"/>
              </a:ext>
            </a:extLst>
          </p:cNvPr>
          <p:cNvSpPr txBox="1"/>
          <p:nvPr/>
        </p:nvSpPr>
        <p:spPr>
          <a:xfrm>
            <a:off x="194653" y="676262"/>
            <a:ext cx="772874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Naanaa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jaathikkarennaal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onnavar</a:t>
            </a:r>
            <a:r>
              <a:rPr lang="en-US" sz="2800" dirty="0">
                <a:ea typeface="+mn-lt"/>
                <a:cs typeface="+mn-lt"/>
              </a:rPr>
              <a:t> ee </a:t>
            </a:r>
            <a:r>
              <a:rPr lang="en-US" sz="2800" dirty="0" err="1">
                <a:ea typeface="+mn-lt"/>
                <a:cs typeface="+mn-lt"/>
              </a:rPr>
              <a:t>bhoomau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Neettonnathre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rakshakyu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karthan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vishwaasavum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Jananam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 err="1">
                <a:ea typeface="+mn-lt"/>
                <a:cs typeface="+mn-lt"/>
              </a:rPr>
              <a:t>sthuthi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vishuddha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bhojanam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Aekaasha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avar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laakku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kripayaal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nirhanju</a:t>
            </a:r>
            <a:r>
              <a:rPr lang="en-US" sz="2800" dirty="0">
                <a:ea typeface="+mn-lt"/>
                <a:cs typeface="+mn-lt"/>
              </a:rPr>
              <a:t>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45849-71D9-8A20-5EB7-D68631F4CF20}"/>
              </a:ext>
            </a:extLst>
          </p:cNvPr>
          <p:cNvSpPr txBox="1"/>
          <p:nvPr/>
        </p:nvSpPr>
        <p:spPr>
          <a:xfrm>
            <a:off x="194653" y="3020688"/>
            <a:ext cx="780820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err="1">
                <a:ea typeface="+mn-lt"/>
                <a:cs typeface="+mn-lt"/>
              </a:rPr>
              <a:t>ന</a:t>
            </a:r>
            <a:r>
              <a:rPr lang="en-US" sz="2200" err="1">
                <a:latin typeface="ML-TTKarthika"/>
                <a:ea typeface="+mn-lt"/>
                <a:cs typeface="+mn-lt"/>
              </a:rPr>
              <a:t>ാനാ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ജാതി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ക്കാരെ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ന്നാ</a:t>
            </a:r>
            <a:r>
              <a:rPr lang="en-US" sz="2200">
                <a:latin typeface="ML-TTKarthika"/>
                <a:ea typeface="+mn-lt"/>
                <a:cs typeface="+mn-lt"/>
              </a:rPr>
              <a:t>ൽ </a:t>
            </a:r>
            <a:r>
              <a:rPr lang="en-US" sz="2200" err="1">
                <a:latin typeface="ML-TTKarthika"/>
                <a:ea typeface="+mn-lt"/>
                <a:cs typeface="+mn-lt"/>
              </a:rPr>
              <a:t>ഒന്നവ</a:t>
            </a:r>
            <a:r>
              <a:rPr lang="en-US" sz="2200">
                <a:latin typeface="ML-TTKarthika"/>
                <a:ea typeface="+mn-lt"/>
                <a:cs typeface="+mn-lt"/>
              </a:rPr>
              <a:t>ർ ഈ </a:t>
            </a:r>
            <a:r>
              <a:rPr lang="en-US" sz="2200" err="1">
                <a:latin typeface="ML-TTKarthika"/>
                <a:ea typeface="+mn-lt"/>
                <a:cs typeface="+mn-lt"/>
              </a:rPr>
              <a:t>ഭൂമൗ</a:t>
            </a:r>
            <a:br>
              <a:rPr lang="en-US" sz="2200">
                <a:latin typeface="ML-TTKarthika"/>
                <a:ea typeface="+mn-lt"/>
                <a:cs typeface="+mn-lt"/>
              </a:rPr>
            </a:br>
            <a:r>
              <a:rPr lang="en-US" sz="2200" err="1">
                <a:latin typeface="ML-TTKarthika"/>
                <a:ea typeface="+mn-lt"/>
                <a:cs typeface="+mn-lt"/>
              </a:rPr>
              <a:t>നീട്ടൊന്നത്ര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രക്ഷയ്ക്കു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കർത്ത</a:t>
            </a:r>
            <a:r>
              <a:rPr lang="en-US" sz="2200">
                <a:latin typeface="ML-TTKarthika"/>
                <a:ea typeface="+mn-lt"/>
                <a:cs typeface="+mn-lt"/>
              </a:rPr>
              <a:t>ൻ </a:t>
            </a:r>
            <a:r>
              <a:rPr lang="en-US" sz="2200" err="1">
                <a:latin typeface="ML-TTKarthika"/>
                <a:ea typeface="+mn-lt"/>
                <a:cs typeface="+mn-lt"/>
              </a:rPr>
              <a:t>വിശ്വാസവും</a:t>
            </a:r>
            <a:br>
              <a:rPr lang="en-US" sz="2200">
                <a:latin typeface="ML-TTKarthika"/>
                <a:ea typeface="+mn-lt"/>
                <a:cs typeface="+mn-lt"/>
              </a:rPr>
            </a:br>
            <a:r>
              <a:rPr lang="en-US" sz="2200" err="1">
                <a:latin typeface="ML-TTKarthika"/>
                <a:ea typeface="+mn-lt"/>
                <a:cs typeface="+mn-lt"/>
              </a:rPr>
              <a:t>ജനനം</a:t>
            </a:r>
            <a:r>
              <a:rPr lang="en-US" sz="2200">
                <a:latin typeface="ML-TTKarthika"/>
                <a:ea typeface="+mn-lt"/>
                <a:cs typeface="+mn-lt"/>
              </a:rPr>
              <a:t>, </a:t>
            </a:r>
            <a:r>
              <a:rPr lang="en-US" sz="2200" err="1">
                <a:latin typeface="ML-TTKarthika"/>
                <a:ea typeface="+mn-lt"/>
                <a:cs typeface="+mn-lt"/>
              </a:rPr>
              <a:t>സ്തുതി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ഒന്നു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വിശുദ്ധ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ഭോജനം</a:t>
            </a:r>
            <a:br>
              <a:rPr lang="en-US" sz="2200">
                <a:latin typeface="ML-TTKarthika"/>
                <a:ea typeface="+mn-lt"/>
                <a:cs typeface="+mn-lt"/>
              </a:rPr>
            </a:br>
            <a:r>
              <a:rPr lang="en-US" sz="2200" err="1">
                <a:latin typeface="ML-TTKarthika"/>
                <a:ea typeface="+mn-lt"/>
                <a:cs typeface="+mn-lt"/>
              </a:rPr>
              <a:t>ഏകാശ</a:t>
            </a:r>
            <a:r>
              <a:rPr lang="en-US" sz="2200">
                <a:latin typeface="ML-TTKarthika"/>
                <a:ea typeface="+mn-lt"/>
                <a:cs typeface="+mn-lt"/>
              </a:rPr>
              <a:t> </a:t>
            </a:r>
            <a:r>
              <a:rPr lang="en-US" sz="2200" err="1">
                <a:latin typeface="ML-TTKarthika"/>
                <a:ea typeface="+mn-lt"/>
                <a:cs typeface="+mn-lt"/>
              </a:rPr>
              <a:t>അവ</a:t>
            </a:r>
            <a:r>
              <a:rPr lang="en-US" sz="2200">
                <a:latin typeface="ML-TTKarthika"/>
                <a:ea typeface="+mn-lt"/>
                <a:cs typeface="+mn-lt"/>
              </a:rPr>
              <a:t>ർ  </a:t>
            </a:r>
            <a:r>
              <a:rPr lang="en-US" sz="2200" err="1">
                <a:latin typeface="ML-TTKarthika"/>
                <a:ea typeface="+mn-lt"/>
                <a:cs typeface="+mn-lt"/>
              </a:rPr>
              <a:t>ലാക്ക്</a:t>
            </a:r>
            <a:r>
              <a:rPr lang="en-US" sz="2200">
                <a:latin typeface="ML-TTKarthika"/>
                <a:ea typeface="+mn-lt"/>
                <a:cs typeface="+mn-lt"/>
              </a:rPr>
              <a:t>  </a:t>
            </a:r>
            <a:r>
              <a:rPr lang="en-US" sz="2200" err="1">
                <a:latin typeface="ML-TTKarthika"/>
                <a:ea typeface="+mn-lt"/>
                <a:cs typeface="+mn-lt"/>
              </a:rPr>
              <a:t>കൃപയാ</a:t>
            </a:r>
            <a:r>
              <a:rPr lang="en-US" sz="2200">
                <a:latin typeface="ML-TTKarthika"/>
                <a:ea typeface="+mn-lt"/>
                <a:cs typeface="+mn-lt"/>
              </a:rPr>
              <a:t>ൽ </a:t>
            </a:r>
            <a:r>
              <a:rPr lang="en-US" sz="2200" err="1">
                <a:latin typeface="ML-TTKarthika"/>
                <a:ea typeface="+mn-lt"/>
                <a:cs typeface="+mn-lt"/>
              </a:rPr>
              <a:t>നിറഞ്ഞു</a:t>
            </a:r>
            <a:r>
              <a:rPr lang="en-US" sz="2200">
                <a:latin typeface="ML-TTKarthika"/>
                <a:ea typeface="+mn-lt"/>
                <a:cs typeface="+mn-lt"/>
              </a:rPr>
              <a:t>.</a:t>
            </a:r>
            <a:endParaRPr lang="en-US" sz="220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20011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492F-8C31-50DE-8438-2977CAF32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2EBC-E034-7E80-0F1F-BFED6B8F72D1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407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2C30B14-BD0A-CF27-430C-CF98CE92EB53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DC977-0C08-154C-69E9-B990E0E43E2E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3 of 5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558C00-4F4B-DF3F-40E3-495F5190A311}"/>
              </a:ext>
            </a:extLst>
          </p:cNvPr>
          <p:cNvSpPr txBox="1"/>
          <p:nvPr/>
        </p:nvSpPr>
        <p:spPr>
          <a:xfrm>
            <a:off x="194653" y="662072"/>
            <a:ext cx="772874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Lokar-</a:t>
            </a:r>
            <a:r>
              <a:rPr lang="en-US" sz="2800" dirty="0" err="1">
                <a:ea typeface="+mn-lt"/>
                <a:cs typeface="+mn-lt"/>
              </a:rPr>
              <a:t>kkaashcharyam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 err="1">
                <a:ea typeface="+mn-lt"/>
                <a:cs typeface="+mn-lt"/>
              </a:rPr>
              <a:t>ninda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peeda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 err="1">
                <a:ea typeface="+mn-lt"/>
                <a:cs typeface="+mn-lt"/>
              </a:rPr>
              <a:t>njerukkavum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Shishma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 err="1">
                <a:ea typeface="+mn-lt"/>
                <a:cs typeface="+mn-lt"/>
              </a:rPr>
              <a:t>idaththudaalum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bhinnichum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kaanhkayaal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Sudhdhar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nokki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karayum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ethra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naalhkee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vidham</a:t>
            </a:r>
            <a:r>
              <a:rPr lang="en-US" sz="2800" dirty="0">
                <a:ea typeface="+mn-lt"/>
                <a:cs typeface="+mn-lt"/>
              </a:rPr>
              <a:t> Vegam </a:t>
            </a:r>
            <a:r>
              <a:rPr lang="en-US" sz="2800" dirty="0" err="1">
                <a:ea typeface="+mn-lt"/>
                <a:cs typeface="+mn-lt"/>
              </a:rPr>
              <a:t>vyaakulam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maarum</a:t>
            </a:r>
            <a:r>
              <a:rPr lang="en-US" sz="2800" dirty="0">
                <a:ea typeface="+mn-lt"/>
                <a:cs typeface="+mn-lt"/>
              </a:rPr>
              <a:t> varum </a:t>
            </a:r>
            <a:r>
              <a:rPr lang="en-US" sz="2800" dirty="0" err="1">
                <a:ea typeface="+mn-lt"/>
                <a:cs typeface="+mn-lt"/>
              </a:rPr>
              <a:t>nithyaanandam</a:t>
            </a:r>
            <a:r>
              <a:rPr lang="en-US" sz="2800" dirty="0">
                <a:ea typeface="+mn-lt"/>
                <a:cs typeface="+mn-lt"/>
              </a:rPr>
              <a:t>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3EB40-79E0-375E-5165-F4B43260AEC3}"/>
              </a:ext>
            </a:extLst>
          </p:cNvPr>
          <p:cNvSpPr txBox="1"/>
          <p:nvPr/>
        </p:nvSpPr>
        <p:spPr>
          <a:xfrm>
            <a:off x="194653" y="2933564"/>
            <a:ext cx="764983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ലോകർക്കാശ്ചര്യം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നിന്ദ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പീഡ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ഞെരുക്കവും</a:t>
            </a:r>
            <a:br>
              <a:rPr lang="en-US" sz="2200" dirty="0">
                <a:latin typeface="ML-TTKarthika"/>
                <a:ea typeface="+mn-lt"/>
                <a:cs typeface="+mn-lt"/>
              </a:rPr>
            </a:b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ശിശ്മ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ഇടത്തൂടാലും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ഭിന്നിച്ചും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കാൺകയാ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ൽ</a:t>
            </a:r>
            <a:br>
              <a:rPr lang="en-US" sz="2200" dirty="0">
                <a:latin typeface="ML-TTKarthika"/>
                <a:ea typeface="+mn-lt"/>
                <a:cs typeface="+mn-lt"/>
              </a:rPr>
            </a:b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ശുദ്ധ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ർ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നോക്കി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കരയും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എത്രനാൾക്കീ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വിധം</a:t>
            </a:r>
            <a:br>
              <a:rPr lang="en-US" sz="2200" dirty="0">
                <a:latin typeface="ML-TTKarthika"/>
                <a:ea typeface="+mn-lt"/>
                <a:cs typeface="+mn-lt"/>
              </a:rPr>
            </a:b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വേഗം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വ്യാകുലം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മാറും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വരും</a:t>
            </a:r>
            <a:r>
              <a:rPr lang="en-US" sz="2200" dirty="0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ML-TTKarthika"/>
                <a:ea typeface="+mn-lt"/>
                <a:cs typeface="+mn-lt"/>
              </a:rPr>
              <a:t>നിത്യാനന്ദം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410835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C8C6-A59D-B756-5C85-0074D64A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3C5D-1421-C181-AE66-B6833D0D9360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407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03C012C-33FB-ED9E-5C4C-8E12F8D13D3A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F8157-46D5-3E84-0C0F-97EC676D2D7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4 of 5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5688BA-0280-C10E-01B8-219444603993}"/>
              </a:ext>
            </a:extLst>
          </p:cNvPr>
          <p:cNvSpPr txBox="1"/>
          <p:nvPr/>
        </p:nvSpPr>
        <p:spPr>
          <a:xfrm>
            <a:off x="194653" y="731143"/>
            <a:ext cx="876157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Poraattam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sankadangalh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prayathnam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irikke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r>
              <a:rPr lang="en-US" sz="2800" dirty="0" err="1">
                <a:ea typeface="+mn-lt"/>
                <a:cs typeface="+mn-lt"/>
              </a:rPr>
              <a:t>Vaanchi-kkunnundu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sabha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poornha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shaanthathaye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Kaaththirikkum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mahathwam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darshikkum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vare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r>
              <a:rPr lang="en-US" sz="2800" dirty="0">
                <a:ea typeface="+mn-lt"/>
                <a:cs typeface="+mn-lt"/>
              </a:rPr>
              <a:t>Jayam </a:t>
            </a:r>
            <a:r>
              <a:rPr lang="en-US" sz="2800" dirty="0" err="1">
                <a:ea typeface="+mn-lt"/>
                <a:cs typeface="+mn-lt"/>
              </a:rPr>
              <a:t>kollhum</a:t>
            </a:r>
            <a:r>
              <a:rPr lang="en-US" sz="2800" dirty="0">
                <a:ea typeface="+mn-lt"/>
                <a:cs typeface="+mn-lt"/>
              </a:rPr>
              <a:t> maa </a:t>
            </a:r>
            <a:r>
              <a:rPr lang="en-US" sz="2800" dirty="0" err="1">
                <a:ea typeface="+mn-lt"/>
                <a:cs typeface="+mn-lt"/>
              </a:rPr>
              <a:t>sabha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aashwasikkum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vare</a:t>
            </a:r>
            <a:r>
              <a:rPr lang="en-US" sz="2800" dirty="0">
                <a:ea typeface="+mn-lt"/>
                <a:cs typeface="+mn-lt"/>
              </a:rPr>
              <a:t> 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256C8-34DD-AAB7-BC91-C1F1F38710DD}"/>
              </a:ext>
            </a:extLst>
          </p:cNvPr>
          <p:cNvSpPr txBox="1"/>
          <p:nvPr/>
        </p:nvSpPr>
        <p:spPr>
          <a:xfrm>
            <a:off x="194653" y="2906544"/>
            <a:ext cx="773246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rgbClr val="444444"/>
                </a:solidFill>
                <a:ea typeface="+mn-lt"/>
                <a:cs typeface="+mn-lt"/>
              </a:rPr>
              <a:t>പ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ോരാട്ടം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സങ്കടങ്ങ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ൾ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പ്രയത്നം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ഇരിക്കെ</a:t>
            </a:r>
            <a:br>
              <a:rPr lang="en-US" sz="2400" dirty="0">
                <a:latin typeface="ML-TTKarthika"/>
                <a:ea typeface="+mn-lt"/>
                <a:cs typeface="+mn-lt"/>
              </a:rPr>
            </a:b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വാഞ്ചിക്കുന്നുണ്ട്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സഭ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പൂർണ്ണ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ശാന്തതയെ</a:t>
            </a:r>
            <a:br>
              <a:rPr lang="en-US" sz="2400" dirty="0">
                <a:latin typeface="ML-TTKarthika"/>
                <a:ea typeface="+mn-lt"/>
                <a:cs typeface="+mn-lt"/>
              </a:rPr>
            </a:b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കാത്തിരിക്കും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മഹത്വം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ദർശിക്കും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നാൾവരെ</a:t>
            </a:r>
            <a:br>
              <a:rPr lang="en-US" sz="2400" dirty="0">
                <a:latin typeface="ML-TTKarthika"/>
                <a:ea typeface="+mn-lt"/>
                <a:cs typeface="+mn-lt"/>
              </a:rPr>
            </a:b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ജയം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കൊള്ളും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മാ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സഭ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ആശ്വസിക്കും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വരെ</a:t>
            </a:r>
            <a:endParaRPr lang="en-US" sz="2400" dirty="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159180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034C-36DC-57F3-50DC-4F2BD2BD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89D4-1DCD-BFA4-B08E-AB84A0E079A0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407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92B4FDC-2B74-C1A9-6B67-2CE0475EA5DE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EABE7-5323-88A6-F13A-DD84147BA68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5 of 5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7EA08-21A1-A02D-9D98-F488F0E4C0DA}"/>
              </a:ext>
            </a:extLst>
          </p:cNvPr>
          <p:cNvSpPr txBox="1"/>
          <p:nvPr/>
        </p:nvSpPr>
        <p:spPr>
          <a:xfrm>
            <a:off x="192796" y="640276"/>
            <a:ext cx="849992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Bhoovil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thrreeyekanodu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samsargam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sabhakku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r>
              <a:rPr lang="en-US" sz="2800" dirty="0" err="1">
                <a:ea typeface="+mn-lt"/>
                <a:cs typeface="+mn-lt"/>
              </a:rPr>
              <a:t>Jayichcha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shuddharodu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rahasya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kootaaima</a:t>
            </a:r>
            <a:r>
              <a:rPr lang="en-US" sz="2800" dirty="0">
                <a:ea typeface="+mn-lt"/>
                <a:cs typeface="+mn-lt"/>
              </a:rPr>
              <a:t> </a:t>
            </a:r>
            <a:endParaRPr lang="en-US" dirty="0">
              <a:ea typeface="+mn-lt"/>
              <a:cs typeface="+mn-lt"/>
            </a:endParaRPr>
          </a:p>
          <a:p>
            <a:r>
              <a:rPr lang="en-US" sz="2800" dirty="0" err="1">
                <a:ea typeface="+mn-lt"/>
                <a:cs typeface="+mn-lt"/>
              </a:rPr>
              <a:t>Haa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shudhar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 err="1">
                <a:ea typeface="+mn-lt"/>
                <a:cs typeface="+mn-lt"/>
              </a:rPr>
              <a:t>bhaagyavaanmaar</a:t>
            </a:r>
            <a:r>
              <a:rPr lang="en-US" sz="2800" dirty="0">
                <a:ea typeface="+mn-lt"/>
                <a:cs typeface="+mn-lt"/>
              </a:rPr>
              <a:t>! </a:t>
            </a:r>
            <a:r>
              <a:rPr lang="en-US" sz="2800" dirty="0" err="1">
                <a:ea typeface="+mn-lt"/>
                <a:cs typeface="+mn-lt"/>
              </a:rPr>
              <a:t>njangalhum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avar</a:t>
            </a:r>
            <a:r>
              <a:rPr lang="en-US" sz="2800" dirty="0">
                <a:ea typeface="+mn-lt"/>
                <a:cs typeface="+mn-lt"/>
              </a:rPr>
              <a:t> pol </a:t>
            </a:r>
            <a:r>
              <a:rPr lang="en-US" sz="2800" dirty="0" err="1">
                <a:ea typeface="+mn-lt"/>
                <a:cs typeface="+mn-lt"/>
              </a:rPr>
              <a:t>Swargge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thaazhmayaai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vaasam</a:t>
            </a:r>
            <a:r>
              <a:rPr lang="en-US" sz="2800" dirty="0">
                <a:ea typeface="+mn-lt"/>
                <a:cs typeface="+mn-lt"/>
              </a:rPr>
              <a:t>! </a:t>
            </a:r>
            <a:r>
              <a:rPr lang="en-US" sz="2800" dirty="0" err="1">
                <a:ea typeface="+mn-lt"/>
                <a:cs typeface="+mn-lt"/>
              </a:rPr>
              <a:t>cheiyaan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arulh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karthaa</a:t>
            </a:r>
            <a:r>
              <a:rPr lang="en-US" sz="2800" dirty="0">
                <a:ea typeface="+mn-lt"/>
                <a:cs typeface="+mn-lt"/>
              </a:rPr>
              <a:t>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D2E9E-E3A5-B1F6-1FB9-00236347DF91}"/>
              </a:ext>
            </a:extLst>
          </p:cNvPr>
          <p:cNvSpPr txBox="1"/>
          <p:nvPr/>
        </p:nvSpPr>
        <p:spPr>
          <a:xfrm>
            <a:off x="192796" y="2933564"/>
            <a:ext cx="895120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ഭൂവി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ൽ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ത്രി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യേക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നോടു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സംസർഗ്ഗം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സഭയ്ക്കു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endParaRPr lang="en-US" sz="24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ജയിച്ച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ശുദ്ധരോടു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രഹസ്യ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കൂട്ടായ്മ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endParaRPr lang="en-US" sz="2400" dirty="0">
              <a:solidFill>
                <a:srgbClr val="000000"/>
              </a:solidFill>
              <a:latin typeface="ML-TTKarthika"/>
              <a:ea typeface="+mn-lt"/>
              <a:cs typeface="+mn-lt"/>
            </a:endParaRPr>
          </a:p>
          <a:p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ഹാ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ശുദ്ധ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ർ,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ഭാഗ്യവാന്മാ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ർ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ഞങ്ങളും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അവ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ർ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പോ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ൽ</a:t>
            </a:r>
            <a:br>
              <a:rPr lang="en-US" sz="2400" dirty="0">
                <a:latin typeface="ML-TTKarthika"/>
                <a:ea typeface="+mn-lt"/>
                <a:cs typeface="+mn-lt"/>
              </a:rPr>
            </a:b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സ്വർഗ്ഗേ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താഴ്മ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യായ്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വാസം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ചെയ്യാ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ൻ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അരു</a:t>
            </a:r>
            <a:r>
              <a:rPr lang="en-US" sz="2400" dirty="0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ൾ </a:t>
            </a:r>
            <a:r>
              <a:rPr lang="en-US" sz="2400" dirty="0" err="1">
                <a:solidFill>
                  <a:srgbClr val="444444"/>
                </a:solidFill>
                <a:latin typeface="ML-TTKarthika"/>
                <a:ea typeface="+mn-lt"/>
                <a:cs typeface="+mn-lt"/>
              </a:rPr>
              <a:t>കർത്താ</a:t>
            </a:r>
            <a:endParaRPr lang="en-US" sz="2400" dirty="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13721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Parama </a:t>
            </a:r>
            <a:r>
              <a:rPr lang="en-GB" sz="48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pithaavinu</a:t>
            </a: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48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stuthi</a:t>
            </a: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paadam (105)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Thanksgiving Prayers – Hymn No 105</a:t>
            </a:r>
            <a:endParaRPr lang="en-SG" sz="24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5"/>
            <a:ext cx="2070847" cy="309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Thanksgiving: </a:t>
            </a:r>
            <a:r>
              <a:rPr lang="en-GB" sz="1400">
                <a:solidFill>
                  <a:prstClr val="black"/>
                </a:solidFill>
                <a:latin typeface="Segoe UI"/>
                <a:cs typeface="Segoe UI"/>
              </a:rPr>
              <a:t>1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 of 1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259FF-59B4-8D8B-2140-6FDBFE350CF7}"/>
              </a:ext>
            </a:extLst>
          </p:cNvPr>
          <p:cNvSpPr/>
          <p:nvPr/>
        </p:nvSpPr>
        <p:spPr>
          <a:xfrm>
            <a:off x="187572" y="2744026"/>
            <a:ext cx="8651628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1772920" defTabSz="685800">
              <a:defRPr/>
            </a:pP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17F14-7AB9-BB3C-32F1-9362842D4A15}"/>
              </a:ext>
            </a:extLst>
          </p:cNvPr>
          <p:cNvSpPr/>
          <p:nvPr/>
        </p:nvSpPr>
        <p:spPr>
          <a:xfrm>
            <a:off x="-58613" y="449023"/>
            <a:ext cx="9143998" cy="4924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72920" defTabSz="685800">
              <a:defRPr/>
            </a:pPr>
            <a:endParaRPr lang="en-US" sz="26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B36AB-EAE5-7577-F4C2-016F98C99581}"/>
              </a:ext>
            </a:extLst>
          </p:cNvPr>
          <p:cNvSpPr txBox="1"/>
          <p:nvPr/>
        </p:nvSpPr>
        <p:spPr>
          <a:xfrm>
            <a:off x="-1" y="492317"/>
            <a:ext cx="9139813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700" dirty="0">
                <a:cs typeface="Segoe UI"/>
              </a:rPr>
              <a:t>Parama </a:t>
            </a:r>
            <a:r>
              <a:rPr lang="en-US" sz="2700" dirty="0" err="1">
                <a:cs typeface="Segoe UI"/>
              </a:rPr>
              <a:t>pithaavinu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sthuthi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paadaam</a:t>
            </a:r>
            <a:br>
              <a:rPr lang="en-US" sz="2700" dirty="0">
                <a:cs typeface="Segoe UI" panose="020B0502040204020203" pitchFamily="34" charset="0"/>
              </a:rPr>
            </a:br>
            <a:r>
              <a:rPr lang="en-US" sz="2700" dirty="0" err="1">
                <a:cs typeface="Segoe UI"/>
              </a:rPr>
              <a:t>Avanallo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jeevane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nalkidunnu</a:t>
            </a:r>
            <a:br>
              <a:rPr lang="en-US" sz="2700" dirty="0">
                <a:cs typeface="Segoe UI" panose="020B0502040204020203" pitchFamily="34" charset="0"/>
              </a:rPr>
            </a:br>
            <a:r>
              <a:rPr lang="en-US" sz="2700" dirty="0" err="1">
                <a:cs typeface="Segoe UI"/>
              </a:rPr>
              <a:t>Paapangal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okkeyum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kshamichidunnu</a:t>
            </a:r>
            <a:br>
              <a:rPr lang="en-US" sz="2700" dirty="0">
                <a:cs typeface="Segoe UI" panose="020B0502040204020203" pitchFamily="34" charset="0"/>
              </a:rPr>
            </a:br>
            <a:r>
              <a:rPr lang="en-US" sz="2700" dirty="0" err="1">
                <a:cs typeface="Segoe UI"/>
              </a:rPr>
              <a:t>Rogangal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aakave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neekkidunnu</a:t>
            </a:r>
            <a:endParaRPr lang="en-US" sz="2700" dirty="0">
              <a:cs typeface="Segoe UI"/>
            </a:endParaRPr>
          </a:p>
          <a:p>
            <a:pPr algn="ctr"/>
            <a:r>
              <a:rPr lang="en-US" sz="2700" dirty="0">
                <a:cs typeface="Segoe UI"/>
              </a:rPr>
              <a:t>Parama </a:t>
            </a:r>
            <a:r>
              <a:rPr lang="en-US" sz="2700" dirty="0" err="1">
                <a:cs typeface="Segoe UI"/>
              </a:rPr>
              <a:t>pithaavinu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sthuthi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paadam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avanallo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jeevane</a:t>
            </a:r>
            <a:r>
              <a:rPr lang="en-US" sz="2700" dirty="0">
                <a:cs typeface="Segoe UI"/>
              </a:rPr>
              <a:t> </a:t>
            </a:r>
            <a:r>
              <a:rPr lang="en-US" sz="2700" dirty="0" err="1">
                <a:cs typeface="Segoe UI"/>
              </a:rPr>
              <a:t>nalkidunnu</a:t>
            </a:r>
            <a:endParaRPr lang="en-US" sz="2700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9CD83-13E4-F1DC-EAC6-F0CC1852015F}"/>
              </a:ext>
            </a:extLst>
          </p:cNvPr>
          <p:cNvSpPr txBox="1"/>
          <p:nvPr/>
        </p:nvSpPr>
        <p:spPr>
          <a:xfrm>
            <a:off x="52758" y="2699974"/>
            <a:ext cx="9039554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indent="1773238" defTabSz="685800">
              <a:defRPr/>
            </a:pP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]ca]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nXmhn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\p 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kvXpXn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]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mSmw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lvl="0" indent="1773238" defTabSz="685800">
              <a:defRPr/>
            </a:pP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Ah\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tÃm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Pohs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\ \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evIoSp¶p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lvl="0" indent="1773238" defTabSz="685800">
              <a:defRPr/>
            </a:pP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]m]§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sfms¡bpw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£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an¨oSp¶p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lvl="0" indent="1773238" defTabSz="685800">
              <a:defRPr/>
            </a:pP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tcmK§fmIth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o¡nSp¶p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lvl="0" defTabSz="685800">
              <a:defRPr/>
            </a:pP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]ca]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nXmhn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\p 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kvXpXn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]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mSmw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Ah\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tÃm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Pohs</a:t>
            </a:r>
            <a:r>
              <a:rPr lang="en-US" sz="2800">
                <a:solidFill>
                  <a:prstClr val="black"/>
                </a:solidFill>
                <a:latin typeface="ML-TTKarthika" panose="04000000000000000000" pitchFamily="82" charset="0"/>
              </a:rPr>
              <a:t>\ \</a:t>
            </a:r>
            <a:r>
              <a:rPr lang="en-US" sz="2800" err="1">
                <a:solidFill>
                  <a:prstClr val="black"/>
                </a:solidFill>
                <a:latin typeface="ML-TTKarthika" panose="04000000000000000000" pitchFamily="82" charset="0"/>
              </a:rPr>
              <a:t>evIoSp¶p</a:t>
            </a:r>
            <a:endParaRPr lang="en-US" sz="280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114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No 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99F3AE-D01E-4197-0BAB-7444E983DDAD}"/>
              </a:ext>
            </a:extLst>
          </p:cNvPr>
          <p:cNvSpPr txBox="1"/>
          <p:nvPr/>
        </p:nvSpPr>
        <p:spPr>
          <a:xfrm>
            <a:off x="6261777" y="338341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5BDE969A-31AC-BE4F-7946-5FF90F57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65130" y="485999"/>
            <a:ext cx="2778870" cy="2864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88F937-957D-149C-3ECC-255A2AA13985}"/>
              </a:ext>
            </a:extLst>
          </p:cNvPr>
          <p:cNvSpPr txBox="1"/>
          <p:nvPr/>
        </p:nvSpPr>
        <p:spPr>
          <a:xfrm>
            <a:off x="-76377" y="485999"/>
            <a:ext cx="64373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nararodathi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sneham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poonhdu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paaridam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thannil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vanneshu</a:t>
            </a:r>
            <a:endParaRPr lang="en-US" sz="20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naranaayavathaaram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cheythu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naariyin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soon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uvaay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jayamaay</a:t>
            </a:r>
            <a:endParaRPr lang="en-US" sz="20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devakumaaranaayi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raajakumaaranaayi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bethalahemin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goshaale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neethi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sampoorththiyaay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varuvaan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0A47E-B7E0-1666-D535-5A07C36A57BB}"/>
              </a:ext>
            </a:extLst>
          </p:cNvPr>
          <p:cNvSpPr txBox="1"/>
          <p:nvPr/>
        </p:nvSpPr>
        <p:spPr>
          <a:xfrm>
            <a:off x="-76377" y="3031402"/>
            <a:ext cx="6441507" cy="176202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ctcmSXn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lw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q¬Sp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mcnSwX¶nÂ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ht¶ip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mbhXmcw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sNbvXp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\mcnbn³kq\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phmbvþPbambv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tZhIpamc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mbnþcmPIpamc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mbnþ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t_Xetlan³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tKmimteþ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\oXnk¼qÀ¯nbmbv hcphm³ </a:t>
            </a:r>
            <a:endParaRPr lang="en-US" sz="22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8B48C-40F4-6A65-F27E-06E1C736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1394-F27B-C7A7-2C88-65E2B6608AE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No 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C905C-2656-77C7-B226-DF32903F7C5B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/>
            <a:r>
              <a:rPr lang="en-SG" sz="1400" dirty="0">
                <a:solidFill>
                  <a:prstClr val="black"/>
                </a:solidFill>
                <a:latin typeface="Segoe UI"/>
                <a:cs typeface="Segoe UI"/>
              </a:rPr>
              <a:t>Offertory: 2 of 3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BA9C6-BA06-6E0F-5894-F05A354FAD15}"/>
              </a:ext>
            </a:extLst>
          </p:cNvPr>
          <p:cNvSpPr txBox="1"/>
          <p:nvPr/>
        </p:nvSpPr>
        <p:spPr>
          <a:xfrm>
            <a:off x="7091455" y="2603862"/>
            <a:ext cx="1981200" cy="307777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1600">
                <a:solidFill>
                  <a:prstClr val="black"/>
                </a:solidFill>
                <a:latin typeface="Bahnschrift"/>
                <a:cs typeface="Segoe UI"/>
              </a:rPr>
              <a:t>UEN - S86CC0315K</a:t>
            </a:r>
          </a:p>
        </p:txBody>
      </p:sp>
      <p:pic>
        <p:nvPicPr>
          <p:cNvPr id="4" name="Picture 3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5C65CFFE-27B1-76AA-8C3F-AF8DB159D7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65130" y="485999"/>
            <a:ext cx="2778870" cy="286464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8472C9-929E-1C8E-64BD-621B5357FBDF}"/>
              </a:ext>
            </a:extLst>
          </p:cNvPr>
          <p:cNvSpPr txBox="1"/>
          <p:nvPr/>
        </p:nvSpPr>
        <p:spPr>
          <a:xfrm>
            <a:off x="6261777" y="3321695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1DD1F-B678-3F73-37A9-6963C11C7370}"/>
              </a:ext>
            </a:extLst>
          </p:cNvPr>
          <p:cNvSpPr txBox="1"/>
          <p:nvPr/>
        </p:nvSpPr>
        <p:spPr>
          <a:xfrm>
            <a:off x="89378" y="499609"/>
            <a:ext cx="63836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jayamangalhamaaya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vaarhththa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maayam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koodaathe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konhdaadi</a:t>
            </a:r>
            <a:endParaRPr lang="en-US" sz="20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bhayabhakthiyathettam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koodi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maalaakhamaar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koodi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paadiyudan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aattinkoottangalh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kaaththu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koottangalhaayi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paarhththa</a:t>
            </a:r>
            <a:endParaRPr lang="en-US" sz="20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aa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ttidayarhkkarhiveki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pettennu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raavil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dootha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nidam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78E683-D44E-4B4E-4F4E-59BB78B99107}"/>
              </a:ext>
            </a:extLst>
          </p:cNvPr>
          <p:cNvSpPr txBox="1"/>
          <p:nvPr/>
        </p:nvSpPr>
        <p:spPr>
          <a:xfrm>
            <a:off x="89378" y="2704900"/>
            <a:ext cx="6275752" cy="191590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PbawKfamb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þ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ambw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IqSmsX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sIm¬SmSn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b`ànbtXäw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IqSnþamemJamÀ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]mSnbpS³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B«n³Iq«§Ä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Im¯pþIq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«§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fmbn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</a:t>
            </a:r>
          </a:p>
          <a:p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B«nSbÀ¡dnthInþ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s]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s«¶p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cmhnÂ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ZqX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nZw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24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60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BBB9-BB40-45BA-446D-01565F1C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AC26-1C7D-87A4-BF8A-AFF9CB43BA06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No 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566AF-67F2-E621-3B97-CB59A987677C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/>
            <a:r>
              <a:rPr lang="en-SG" sz="1400" dirty="0">
                <a:solidFill>
                  <a:prstClr val="black"/>
                </a:solidFill>
                <a:latin typeface="Segoe UI"/>
                <a:cs typeface="Segoe UI"/>
              </a:rPr>
              <a:t>Offertory: 3 of 3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191AA9-E457-8624-4B64-FA555A5BA434}"/>
              </a:ext>
            </a:extLst>
          </p:cNvPr>
          <p:cNvSpPr txBox="1"/>
          <p:nvPr/>
        </p:nvSpPr>
        <p:spPr>
          <a:xfrm>
            <a:off x="6261777" y="3322005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C186925D-3028-D933-60F6-5D5D4F757D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65130" y="485999"/>
            <a:ext cx="2778870" cy="2864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5935AC-3E6D-8D76-8250-98904B1E61D9}"/>
              </a:ext>
            </a:extLst>
          </p:cNvPr>
          <p:cNvSpPr txBox="1"/>
          <p:nvPr/>
        </p:nvSpPr>
        <p:spPr>
          <a:xfrm>
            <a:off x="80409" y="499609"/>
            <a:ext cx="63925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nara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rakshaknaayinneshu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ningalhkkaay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pulkkoottil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vannu</a:t>
            </a:r>
            <a:endParaRPr lang="en-US" sz="20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naranaayavathaaram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cheythu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pokuvin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kaan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huvin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vegamaho</a:t>
            </a:r>
            <a:endParaRPr lang="en-US" sz="20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jeerhnnhamaay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ullhoraada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poorhnnhamallaathe</a:t>
            </a:r>
            <a:r>
              <a:rPr lang="en-US" sz="20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choodi</a:t>
            </a:r>
            <a:endParaRPr lang="en-US" sz="20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maattin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thozhuththathil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kaanhaam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kaanhmaanaay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												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poyikkumpiduvin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F7C9E-B312-8330-E0BB-558F47F57F07}"/>
              </a:ext>
            </a:extLst>
          </p:cNvPr>
          <p:cNvSpPr txBox="1"/>
          <p:nvPr/>
        </p:nvSpPr>
        <p:spPr>
          <a:xfrm>
            <a:off x="-4187" y="3273849"/>
            <a:ext cx="6392580" cy="160813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pt-BR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 c£I\mbnt¶ip \n§Ä¡mbv]pÂ¡q«nÂ h¶p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\c\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mbhXmcw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sNbvXpþt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]mIphn³ImWphn³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thKatlm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PoÀ®ambptÅmcmSþ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qÀ®aÃmsX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NqSnþ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am«n³sXmgp¯XnÂ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ImWmwþIm×m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mbv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t]mbn¡p¼nSphn³ </a:t>
            </a:r>
            <a:endParaRPr lang="en-US" sz="2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122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/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Message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416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Confession – Hymn 416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ion: 1 of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tabLst>
                <a:tab pos="1423880" algn="l"/>
              </a:tabLst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/>
                <a:cs typeface="Segoe UI"/>
              </a:rPr>
              <a:t>Holy Communion 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F7C09-BA06-AE9F-C2DE-2729C8AD2C95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1 of 3</a:t>
            </a:r>
            <a:r>
              <a:t>​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6F1B-9C1E-44A5-E8AA-1AFCF487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DE86-9D1E-B6AC-153C-DA4FF759670C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7D06A-9FB1-AC27-A8A6-1537A0C9316C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2 of 3</a:t>
            </a:r>
            <a: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41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C077-7599-E736-5E6A-87B0658D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B976-2534-7269-6C6F-7385F9354652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51CF5-4630-C65C-E8B1-E1EF4580C0AA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3 of 3</a:t>
            </a:r>
            <a: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20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122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1 of 10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122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1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23804-07B1-8AD4-6797-CC0063E044DC}"/>
              </a:ext>
            </a:extLst>
          </p:cNvPr>
          <p:cNvSpPr txBox="1"/>
          <p:nvPr/>
        </p:nvSpPr>
        <p:spPr>
          <a:xfrm>
            <a:off x="769536" y="605961"/>
            <a:ext cx="73084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paaridam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mangalha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geethiyaal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nirhanju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paaricha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aananda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maadhuryam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bethlahem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aalayil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divya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paithaline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bhakthiyode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nararh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veekshichu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CF033-BE39-F719-8187-72D7B3F1CA9F}"/>
              </a:ext>
            </a:extLst>
          </p:cNvPr>
          <p:cNvSpPr txBox="1"/>
          <p:nvPr/>
        </p:nvSpPr>
        <p:spPr>
          <a:xfrm>
            <a:off x="769536" y="2567275"/>
            <a:ext cx="79248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പാരിടം മംഗള ഗീതിയാൽ നിറഞ്ഞു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പാരിച്ച ആനന്ദ മാധുര്യം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ബേത്ലഹേം ആലയിൽ ദിവ്യപൈതലിനെ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ഭക്തിയോടെ നരർ വീക്ഷിച്ചു </a:t>
            </a:r>
            <a:endParaRPr kumimoji="0" lang="en-SG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E9DDB-829A-CE8E-EE94-E6C60079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16FA17-09C1-D91D-D1EF-CB6A95F36031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94925-52A2-D9F2-9710-C53DF884F98D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2 of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24409-C5F2-6A75-DFC5-BCA04202120F}"/>
              </a:ext>
            </a:extLst>
          </p:cNvPr>
          <p:cNvSpPr txBox="1"/>
          <p:nvPr/>
        </p:nvSpPr>
        <p:spPr>
          <a:xfrm>
            <a:off x="310531" y="610113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vaazhthunnu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sanghamaay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doothanmaarh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vaanathil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impamaay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cherhnnidaam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gaanamanhdale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chelezhum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paadangalh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vandikkaam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AB83B-5CD0-64F4-11F1-323BFF3D890A}"/>
              </a:ext>
            </a:extLst>
          </p:cNvPr>
          <p:cNvSpPr txBox="1"/>
          <p:nvPr/>
        </p:nvSpPr>
        <p:spPr>
          <a:xfrm>
            <a:off x="318347" y="2642462"/>
            <a:ext cx="8216053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വാഴ്ത്തുന്നു സംഘമായ്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ദൂതന്മാർ വാനത്തിൽ ഇമ്പമായ്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ചേർന്നിടാം സാദരം ഗാനമണ്ഡലേ നാം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ചേലെഴും പാദങ്ങൾ വന്ദിക്കാം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284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5DB9-0ADD-B341-16D2-91702DCF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ECA06F-DFFA-3292-95FA-A9DC5FB0EFEE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DF40C-B657-ACE5-C283-EFD04CEE1190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3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9E57F-A27C-5E0D-E7D8-F81342F05E1D}"/>
              </a:ext>
            </a:extLst>
          </p:cNvPr>
          <p:cNvSpPr txBox="1"/>
          <p:nvPr/>
        </p:nvSpPr>
        <p:spPr>
          <a:xfrm>
            <a:off x="318347" y="685156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moovaraam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nrhipanmaarh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ninnarikil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mookamaay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kaazhchakalh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arhppichu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nakshathrha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jaalangalh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nokki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punchirichu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navya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modarangam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kaanhkayaal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DAEC10-DE8D-BC19-AA40-F96CEBCE1317}"/>
              </a:ext>
            </a:extLst>
          </p:cNvPr>
          <p:cNvSpPr txBox="1"/>
          <p:nvPr/>
        </p:nvSpPr>
        <p:spPr>
          <a:xfrm>
            <a:off x="318347" y="2642462"/>
            <a:ext cx="8216053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മൂവരാം നൃപന്മാർ എത്തി നിന്നരികിൽ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മൂകമായ് കാഴ്ചകൾ അർപ്പിച്ചു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നക്ഷത്രജാലങ്ങൾ നോക്കി പുഞ്ചിരിച്ചു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നവ്യമോദരംഗം കാൺകയാൽ</a:t>
            </a:r>
            <a:endParaRPr kumimoji="0" lang="en-SG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881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4FFE-F60C-4ACB-6C33-25A3A5F6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BBA0C8-3E59-A840-5A8A-3D55D259FAB4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77F066-07AA-49B8-89EF-1D847CB097B8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4 of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F5B3A-3E29-F404-FE13-C649FF496021}"/>
              </a:ext>
            </a:extLst>
          </p:cNvPr>
          <p:cNvSpPr txBox="1"/>
          <p:nvPr/>
        </p:nvSpPr>
        <p:spPr>
          <a:xfrm>
            <a:off x="310531" y="610113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vaazhthunnu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sanghamaay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doothanmaarh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vaanathil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impamaay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cherhnnidaam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gaanamanhdale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chelezhum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paadangalh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vandikkaam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BE295-BF22-DC9D-70AE-B8B0BDD625D8}"/>
              </a:ext>
            </a:extLst>
          </p:cNvPr>
          <p:cNvSpPr txBox="1"/>
          <p:nvPr/>
        </p:nvSpPr>
        <p:spPr>
          <a:xfrm>
            <a:off x="318347" y="2642462"/>
            <a:ext cx="8216053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വാഴ്ത്തുന്നു സംഘമായ്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ദൂതന്മാർ വാനത്തിൽ ഇമ്പമായ്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ചേർന്നിടാം സാദരം ഗാനമണ്ഡലേ നാം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ചേലെഴും പാദങ്ങൾ വന്ദിക്കാം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9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A522-AB95-0EAF-3DC0-C4FC13E8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2ED4AF-4215-FD6D-CC5F-8D81B412B4D8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ECBEEF-F100-6DC0-6588-7DB46455C8D3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5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BE89F-D0DA-64EC-2E2D-9CF272926268}"/>
              </a:ext>
            </a:extLst>
          </p:cNvPr>
          <p:cNvSpPr txBox="1"/>
          <p:nvPr/>
        </p:nvSpPr>
        <p:spPr>
          <a:xfrm>
            <a:off x="318347" y="685156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swarggeeya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maahaathmyam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thaanhirhangi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swanthamaam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makklhe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rakshippaan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jeerhnnhamaam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sheelakalh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saakshikalhaay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jeevichu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maathrikaaparamaay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053AE-FC8B-47BC-EF62-A788162A7493}"/>
              </a:ext>
            </a:extLst>
          </p:cNvPr>
          <p:cNvSpPr txBox="1"/>
          <p:nvPr/>
        </p:nvSpPr>
        <p:spPr>
          <a:xfrm>
            <a:off x="318347" y="2642462"/>
            <a:ext cx="8486986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സ്വർഗ്ഗീയ മാഹാത്മ്യം വിട്ടുതാണിറങ്ങി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സ്വന്തമാം മക്കളെ രക്ഷിപ്പാൻ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ജീർണ്ണമാം ശീലകൾ ഇതിൻ സാക്ഷികളായ്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ജീവിച്ചു മാതൃകാപരമായ് </a:t>
            </a:r>
          </a:p>
        </p:txBody>
      </p:sp>
    </p:spTree>
    <p:extLst>
      <p:ext uri="{BB962C8B-B14F-4D97-AF65-F5344CB8AC3E}">
        <p14:creationId xmlns:p14="http://schemas.microsoft.com/office/powerpoint/2010/main" val="2679456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E230-C13C-FCE1-7EC6-E2496DB18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8D2D89-F89F-3A29-7C63-8E4917535916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AC558-4EB5-7BC3-8267-915767E49A22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6 of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4D4A84-2E59-50E1-5CA1-90429151DD61}"/>
              </a:ext>
            </a:extLst>
          </p:cNvPr>
          <p:cNvSpPr txBox="1"/>
          <p:nvPr/>
        </p:nvSpPr>
        <p:spPr>
          <a:xfrm>
            <a:off x="310531" y="610113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vaazhthunnu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sanghamaay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doothanmaarh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vaanathil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impamaay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cherhnnidaam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gaanamanhdale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chelezhum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paadangalh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vandikkaam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6052F-0DBA-6467-73A2-AC0616984128}"/>
              </a:ext>
            </a:extLst>
          </p:cNvPr>
          <p:cNvSpPr txBox="1"/>
          <p:nvPr/>
        </p:nvSpPr>
        <p:spPr>
          <a:xfrm>
            <a:off x="318347" y="2642462"/>
            <a:ext cx="8216053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വാഴ്ത്തുന്നു സംഘമായ്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ദൂതന്മാർ വാനത്തിൽ ഇമ്പമായ്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ചേർന്നിടാം സാദരം ഗാനമണ്ഡലേ നാം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ചേലെഴും പാദങ്ങൾ വന്ദിക്കാം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075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1 of 6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130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1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No130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DD432E-DF5F-31B8-3D04-5E3DEEB75FF2}"/>
              </a:ext>
            </a:extLst>
          </p:cNvPr>
          <p:cNvSpPr txBox="1">
            <a:spLocks/>
          </p:cNvSpPr>
          <p:nvPr/>
        </p:nvSpPr>
        <p:spPr>
          <a:xfrm>
            <a:off x="697721" y="485999"/>
            <a:ext cx="7748558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jananathe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santhoshikka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aashayodu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daasar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anandhicheeduka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avathaaram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theerthu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peyadhikaaram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07978" algn="l"/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bahu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santhoshame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(2)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83E626-08DF-2FCB-BDA9-4202CF766948}"/>
              </a:ext>
            </a:extLst>
          </p:cNvPr>
          <p:cNvSpPr/>
          <p:nvPr/>
        </p:nvSpPr>
        <p:spPr>
          <a:xfrm>
            <a:off x="415336" y="2571750"/>
            <a:ext cx="831332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tbiphn³ P\\s¯ \mw þ ]</a:t>
            </a:r>
            <a:r>
              <a:rPr lang="en-US" sz="3200" dirty="0" err="1">
                <a:latin typeface="ML-TTKarthika" panose="04000000000000000000" pitchFamily="82" charset="0"/>
              </a:rPr>
              <a:t>mSn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kt´mjn</a:t>
            </a:r>
            <a:r>
              <a:rPr lang="en-US" sz="3200" dirty="0">
                <a:latin typeface="ML-TTKarthika" panose="04000000000000000000" pitchFamily="82" charset="0"/>
              </a:rPr>
              <a:t>¡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BitbmSp</a:t>
            </a:r>
            <a:r>
              <a:rPr lang="en-US" sz="3200" dirty="0">
                <a:latin typeface="ML-TTKarthika" panose="04000000000000000000" pitchFamily="82" charset="0"/>
              </a:rPr>
              <a:t> X³ </a:t>
            </a:r>
            <a:r>
              <a:rPr lang="en-US" sz="3200" dirty="0" err="1">
                <a:latin typeface="ML-TTKarthika" panose="04000000000000000000" pitchFamily="82" charset="0"/>
              </a:rPr>
              <a:t>ZmkÀ</a:t>
            </a:r>
            <a:r>
              <a:rPr lang="en-US" sz="3200" dirty="0">
                <a:latin typeface="ML-TTKarthika" panose="04000000000000000000" pitchFamily="82" charset="0"/>
              </a:rPr>
              <a:t> \mw þ B\\</a:t>
            </a:r>
            <a:r>
              <a:rPr lang="en-US" sz="3200" dirty="0" err="1">
                <a:latin typeface="ML-TTKarthika" panose="04000000000000000000" pitchFamily="82" charset="0"/>
              </a:rPr>
              <a:t>vZn¨oSpI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tbiphn¶hXmcw</a:t>
            </a:r>
            <a:r>
              <a:rPr lang="en-US" sz="3200" dirty="0">
                <a:latin typeface="ML-TTKarthika" panose="04000000000000000000" pitchFamily="82" charset="0"/>
              </a:rPr>
              <a:t>… </a:t>
            </a:r>
            <a:r>
              <a:rPr lang="en-US" sz="3200" dirty="0" err="1">
                <a:latin typeface="ML-TTKarthika" panose="04000000000000000000" pitchFamily="82" charset="0"/>
              </a:rPr>
              <a:t>XoÀ¯pt</a:t>
            </a:r>
            <a:r>
              <a:rPr lang="en-US" sz="3200" dirty="0">
                <a:latin typeface="ML-TTKarthika" panose="04000000000000000000" pitchFamily="82" charset="0"/>
              </a:rPr>
              <a:t>]b[</a:t>
            </a:r>
            <a:r>
              <a:rPr lang="en-US" sz="3200" dirty="0" err="1">
                <a:latin typeface="ML-TTKarthika" panose="04000000000000000000" pitchFamily="82" charset="0"/>
              </a:rPr>
              <a:t>nImcw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 indent="407978"/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IqSpI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\mw ]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mSpI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\mw… _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lp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kt´mjta</a:t>
            </a:r>
            <a:r>
              <a:rPr lang="en-US" sz="3200" dirty="0">
                <a:latin typeface="ML-TTKarthika" panose="04000000000000000000" pitchFamily="82" charset="0"/>
              </a:rPr>
              <a:t> (2) </a:t>
            </a:r>
            <a:endParaRPr lang="en-US" sz="900" dirty="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807D2-7C12-90D3-2B3B-478CC2E2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85ACC2-F428-681F-ABD6-369E8174D699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2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F03EA-0B0F-45FD-061F-496626B06DFD}"/>
              </a:ext>
            </a:extLst>
          </p:cNvPr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671AA-54B8-E1A4-A71C-65E0E32EC843}"/>
              </a:ext>
            </a:extLst>
          </p:cNvPr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55FD744-FD95-7392-7CF2-CA27FF892665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No130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99098-3851-5679-5093-1505B5D9BFEA}"/>
              </a:ext>
            </a:extLst>
          </p:cNvPr>
          <p:cNvSpPr txBox="1">
            <a:spLocks/>
          </p:cNvSpPr>
          <p:nvPr/>
        </p:nvSpPr>
        <p:spPr>
          <a:xfrm>
            <a:off x="400425" y="485999"/>
            <a:ext cx="8343151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senakalkkeeshan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marhthyare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snehichu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vaanavarh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gaana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modangal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upekshichu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heena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maanusha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vesham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…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poondu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189" algn="l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naam… bahu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santhoshame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5156E-49DA-15CC-1F3E-DE226490ABD8}"/>
              </a:ext>
            </a:extLst>
          </p:cNvPr>
          <p:cNvSpPr/>
          <p:nvPr/>
        </p:nvSpPr>
        <p:spPr>
          <a:xfrm>
            <a:off x="259232" y="2571750"/>
            <a:ext cx="862553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hm\ </a:t>
            </a:r>
            <a:r>
              <a:rPr lang="en-US" sz="3200" dirty="0" err="1">
                <a:latin typeface="ML-TTKarthika" panose="04000000000000000000" pitchFamily="82" charset="0"/>
              </a:rPr>
              <a:t>tk</a:t>
            </a:r>
            <a:r>
              <a:rPr lang="en-US" sz="3200" dirty="0">
                <a:latin typeface="ML-TTKarthika" panose="04000000000000000000" pitchFamily="82" charset="0"/>
              </a:rPr>
              <a:t>\IÄ¡oi³ Xm³ </a:t>
            </a:r>
            <a:r>
              <a:rPr lang="en-US" sz="3200" dirty="0" err="1">
                <a:latin typeface="ML-TTKarthika" panose="04000000000000000000" pitchFamily="82" charset="0"/>
              </a:rPr>
              <a:t>aÀXysc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kvt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ln¨p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hm\</a:t>
            </a:r>
            <a:r>
              <a:rPr lang="en-US" sz="3200" dirty="0" err="1">
                <a:latin typeface="ML-TTKarthika" panose="04000000000000000000" pitchFamily="82" charset="0"/>
              </a:rPr>
              <a:t>hÀ</a:t>
            </a:r>
            <a:r>
              <a:rPr lang="en-US" sz="3200" dirty="0">
                <a:latin typeface="ML-TTKarthika" panose="04000000000000000000" pitchFamily="82" charset="0"/>
              </a:rPr>
              <a:t> Km\ </a:t>
            </a:r>
            <a:r>
              <a:rPr lang="en-US" sz="3200" dirty="0" err="1">
                <a:latin typeface="ML-TTKarthika" panose="04000000000000000000" pitchFamily="82" charset="0"/>
              </a:rPr>
              <a:t>tamZ§Ä</a:t>
            </a:r>
            <a:r>
              <a:rPr lang="en-US" sz="3200" dirty="0">
                <a:latin typeface="ML-TTKarthika" panose="04000000000000000000" pitchFamily="82" charset="0"/>
              </a:rPr>
              <a:t> þ </a:t>
            </a:r>
            <a:r>
              <a:rPr lang="en-US" sz="3200" dirty="0" err="1">
                <a:latin typeface="ML-TTKarthika" panose="04000000000000000000" pitchFamily="82" charset="0"/>
              </a:rPr>
              <a:t>BsIbpt</a:t>
            </a:r>
            <a:r>
              <a:rPr lang="en-US" sz="3200" dirty="0">
                <a:latin typeface="ML-TTKarthika" panose="04000000000000000000" pitchFamily="82" charset="0"/>
              </a:rPr>
              <a:t>]£</a:t>
            </a:r>
            <a:r>
              <a:rPr lang="en-US" sz="3200" dirty="0" err="1">
                <a:latin typeface="ML-TTKarthika" panose="04000000000000000000" pitchFamily="82" charset="0"/>
              </a:rPr>
              <a:t>n¨p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lo\ am\</a:t>
            </a:r>
            <a:r>
              <a:rPr lang="en-US" sz="3200" dirty="0" err="1">
                <a:latin typeface="ML-TTKarthika" panose="04000000000000000000" pitchFamily="82" charset="0"/>
              </a:rPr>
              <a:t>pj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thjw</a:t>
            </a:r>
            <a:r>
              <a:rPr lang="en-US" sz="3200" dirty="0">
                <a:latin typeface="ML-TTKarthika" panose="04000000000000000000" pitchFamily="82" charset="0"/>
              </a:rPr>
              <a:t>… ]</a:t>
            </a:r>
            <a:r>
              <a:rPr lang="en-US" sz="3200" dirty="0" err="1">
                <a:latin typeface="ML-TTKarthika" panose="04000000000000000000" pitchFamily="82" charset="0"/>
              </a:rPr>
              <a:t>q¬Sp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h¶p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kt´mjw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 indent="407978"/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IqSpI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\mw ]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mSpI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\mw… _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lp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kt´mjta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>
                <a:latin typeface="ML-TTKarthika" panose="04000000000000000000" pitchFamily="82" charset="0"/>
              </a:rPr>
              <a:t>(2) </a:t>
            </a:r>
            <a:endParaRPr lang="en-US" sz="9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973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51CE-843F-B2F2-D241-EFF8C53B8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9187B7-B1D9-D47F-5466-DCF78AEDB8E0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3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31B43-A3C8-F9F5-FDFF-E866258224AB}"/>
              </a:ext>
            </a:extLst>
          </p:cNvPr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9D7E5-A217-3CCD-21C4-3297744B9D5C}"/>
              </a:ext>
            </a:extLst>
          </p:cNvPr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A11C72E-DD09-9C79-3CBE-379B09ED6E29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No130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3EAC07-6D04-E072-2F1E-DA4D1F0CA677}"/>
              </a:ext>
            </a:extLst>
          </p:cNvPr>
          <p:cNvSpPr txBox="1">
            <a:spLocks/>
          </p:cNvSpPr>
          <p:nvPr/>
        </p:nvSpPr>
        <p:spPr>
          <a:xfrm>
            <a:off x="400425" y="485999"/>
            <a:ext cx="8343151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poorna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manushya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soonuvaay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parhnnhaka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shaalayil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jeerhnnha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vasthram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anhinjonaay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mathrumadiyathil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shishuvine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naam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thaanhu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vanhangeedenham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189" algn="l"/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naam… bahu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santhoshame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(2)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CA5A9-3676-E0E0-AC2E-C841148C6DF9}"/>
              </a:ext>
            </a:extLst>
          </p:cNvPr>
          <p:cNvSpPr/>
          <p:nvPr/>
        </p:nvSpPr>
        <p:spPr>
          <a:xfrm>
            <a:off x="259232" y="2571750"/>
            <a:ext cx="862553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qÀ</a:t>
            </a:r>
            <a:r>
              <a:rPr lang="en-US" sz="3200" dirty="0">
                <a:latin typeface="ML-TTKarthika" panose="04000000000000000000" pitchFamily="82" charset="0"/>
              </a:rPr>
              <a:t>® a\</a:t>
            </a:r>
            <a:r>
              <a:rPr lang="en-US" sz="3200" dirty="0" err="1">
                <a:latin typeface="ML-TTKarthika" panose="04000000000000000000" pitchFamily="82" charset="0"/>
              </a:rPr>
              <a:t>pjy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kq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phmbv</a:t>
            </a:r>
            <a:r>
              <a:rPr lang="en-US" sz="3200" dirty="0">
                <a:latin typeface="ML-TTKarthika" panose="04000000000000000000" pitchFamily="82" charset="0"/>
              </a:rPr>
              <a:t> þ ]</a:t>
            </a:r>
            <a:r>
              <a:rPr lang="en-US" sz="3200" dirty="0" err="1">
                <a:latin typeface="ML-TTKarthika" panose="04000000000000000000" pitchFamily="82" charset="0"/>
              </a:rPr>
              <a:t>À®IimebnÂ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PoÀ</a:t>
            </a:r>
            <a:r>
              <a:rPr lang="en-US" sz="3200" dirty="0">
                <a:latin typeface="ML-TTKarthika" panose="04000000000000000000" pitchFamily="82" charset="0"/>
              </a:rPr>
              <a:t>® </a:t>
            </a:r>
            <a:r>
              <a:rPr lang="en-US" sz="3200" dirty="0" err="1">
                <a:latin typeface="ML-TTKarthika" panose="04000000000000000000" pitchFamily="82" charset="0"/>
              </a:rPr>
              <a:t>hkv</a:t>
            </a:r>
            <a:r>
              <a:rPr lang="en-US" sz="3200" dirty="0">
                <a:latin typeface="ML-TTKarthika" panose="04000000000000000000" pitchFamily="82" charset="0"/>
              </a:rPr>
              <a:t>{</a:t>
            </a:r>
            <a:r>
              <a:rPr lang="en-US" sz="3200" dirty="0" err="1">
                <a:latin typeface="ML-TTKarthika" panose="04000000000000000000" pitchFamily="82" charset="0"/>
              </a:rPr>
              <a:t>XaWntªm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mbv</a:t>
            </a:r>
            <a:r>
              <a:rPr lang="en-US" sz="3200" dirty="0">
                <a:latin typeface="ML-TTKarthika" panose="04000000000000000000" pitchFamily="82" charset="0"/>
              </a:rPr>
              <a:t> þ </a:t>
            </a:r>
            <a:r>
              <a:rPr lang="en-US" sz="3200" dirty="0" err="1">
                <a:latin typeface="ML-TTKarthika" panose="04000000000000000000" pitchFamily="82" charset="0"/>
              </a:rPr>
              <a:t>amX</a:t>
            </a:r>
            <a:r>
              <a:rPr lang="en-US" sz="3200" dirty="0" err="1">
                <a:latin typeface="ML-TTKarthika" panose="04000000000000000000" pitchFamily="82" charset="0"/>
                <a:cs typeface="Segoe UI" panose="020B0502040204020203" pitchFamily="34" charset="0"/>
              </a:rPr>
              <a:t>r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aSnbXnÂ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ImWpw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iniphns</a:t>
            </a:r>
            <a:r>
              <a:rPr lang="en-US" sz="3200" dirty="0">
                <a:latin typeface="ML-TTKarthika" panose="04000000000000000000" pitchFamily="82" charset="0"/>
              </a:rPr>
              <a:t>\ \mw þ </a:t>
            </a:r>
            <a:r>
              <a:rPr lang="en-US" sz="3200" dirty="0" err="1">
                <a:latin typeface="ML-TTKarthika" panose="04000000000000000000" pitchFamily="82" charset="0"/>
              </a:rPr>
              <a:t>XmWphW§otSWw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 indent="457189"/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IqSpI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\mw ]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mSpI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\mw… _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lp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kt´mjta</a:t>
            </a:r>
            <a:r>
              <a:rPr lang="en-US" sz="3200" dirty="0">
                <a:latin typeface="ML-TTKarthika" panose="04000000000000000000" pitchFamily="82" charset="0"/>
              </a:rPr>
              <a:t> (2) </a:t>
            </a:r>
            <a:endParaRPr lang="en-US" sz="9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606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12FBE-CA3C-6E03-EBAC-30146E7B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A8BCF2-90D4-09C6-A79B-CFDD48CE119B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4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35F01-7937-D18F-DF86-B3CC7377026B}"/>
              </a:ext>
            </a:extLst>
          </p:cNvPr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36324-F685-86F6-6647-AD24D00CCE72}"/>
              </a:ext>
            </a:extLst>
          </p:cNvPr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4BD14A3-53C0-6ED1-D63E-A0F88DF7C75D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No130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061BE5-DCCC-B5B8-581A-3D7D8A5618E5}"/>
              </a:ext>
            </a:extLst>
          </p:cNvPr>
          <p:cNvSpPr txBox="1">
            <a:spLocks/>
          </p:cNvSpPr>
          <p:nvPr/>
        </p:nvSpPr>
        <p:spPr>
          <a:xfrm>
            <a:off x="231151" y="485999"/>
            <a:ext cx="8681699" cy="2085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marhthyare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ellaam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ninnum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rakshikkuvaan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sathya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vachanam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lokaththil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marthyanaay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vannaho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bhootha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ganhangalhaake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bheethi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poonhdavarodum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kooduka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paaduka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naam…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shathrukkal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thottupoy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73635-F5BF-EC64-4E71-9F53E293A013}"/>
              </a:ext>
            </a:extLst>
          </p:cNvPr>
          <p:cNvSpPr/>
          <p:nvPr/>
        </p:nvSpPr>
        <p:spPr>
          <a:xfrm>
            <a:off x="0" y="2571750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aÀXvXyscsbÃmw</a:t>
            </a:r>
            <a:r>
              <a:rPr lang="en-US" sz="3200" dirty="0">
                <a:latin typeface="ML-TTKarthika" panose="04000000000000000000" pitchFamily="82" charset="0"/>
              </a:rPr>
              <a:t> ]m]¯</a:t>
            </a:r>
            <a:r>
              <a:rPr lang="en-US" sz="3200" dirty="0" err="1">
                <a:latin typeface="ML-TTKarthika" panose="04000000000000000000" pitchFamily="82" charset="0"/>
              </a:rPr>
              <a:t>nÂ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n¶pw</a:t>
            </a:r>
            <a:r>
              <a:rPr lang="en-US" sz="3200" dirty="0">
                <a:latin typeface="ML-TTKarthika" panose="04000000000000000000" pitchFamily="82" charset="0"/>
              </a:rPr>
              <a:t> c£n¡phm³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kXyhN</a:t>
            </a:r>
            <a:r>
              <a:rPr lang="en-US" sz="3200" dirty="0">
                <a:latin typeface="ML-TTKarthika" panose="04000000000000000000" pitchFamily="82" charset="0"/>
              </a:rPr>
              <a:t>\w </a:t>
            </a:r>
            <a:r>
              <a:rPr lang="en-US" sz="3200" dirty="0" err="1">
                <a:latin typeface="ML-TTKarthika" panose="04000000000000000000" pitchFamily="82" charset="0"/>
              </a:rPr>
              <a:t>temI¯nÂ</a:t>
            </a:r>
            <a:r>
              <a:rPr lang="en-US" sz="3200" dirty="0">
                <a:latin typeface="ML-TTKarthika" panose="04000000000000000000" pitchFamily="82" charset="0"/>
              </a:rPr>
              <a:t> þ </a:t>
            </a:r>
            <a:r>
              <a:rPr lang="en-US" sz="3200" dirty="0" err="1">
                <a:latin typeface="ML-TTKarthika" panose="04000000000000000000" pitchFamily="82" charset="0"/>
              </a:rPr>
              <a:t>aÀXvXy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mbv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h¶tlmþ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`</a:t>
            </a:r>
            <a:r>
              <a:rPr lang="en-US" sz="3200" dirty="0" err="1">
                <a:latin typeface="ML-TTKarthika" panose="04000000000000000000" pitchFamily="82" charset="0"/>
              </a:rPr>
              <a:t>qX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KW§fmsI</a:t>
            </a:r>
            <a:r>
              <a:rPr lang="en-US" sz="3200" dirty="0">
                <a:latin typeface="ML-TTKarthika" panose="04000000000000000000" pitchFamily="82" charset="0"/>
              </a:rPr>
              <a:t> þ `</a:t>
            </a:r>
            <a:r>
              <a:rPr lang="en-US" sz="3200" dirty="0" err="1">
                <a:latin typeface="ML-TTKarthika" panose="04000000000000000000" pitchFamily="82" charset="0"/>
              </a:rPr>
              <a:t>oXn</a:t>
            </a:r>
            <a:r>
              <a:rPr lang="en-US" sz="3200" dirty="0">
                <a:latin typeface="ML-TTKarthika" panose="04000000000000000000" pitchFamily="82" charset="0"/>
              </a:rPr>
              <a:t> ]</a:t>
            </a:r>
            <a:r>
              <a:rPr lang="en-US" sz="3200" dirty="0" err="1">
                <a:latin typeface="ML-TTKarthika" panose="04000000000000000000" pitchFamily="82" charset="0"/>
              </a:rPr>
              <a:t>q¬ShtcmSpw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 marL="522275" indent="-65087"/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IqSpI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\mw ]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mSpI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\mw 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{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Xp¡Ä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tXmäp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t]</a:t>
            </a:r>
            <a:r>
              <a:rPr lang="en-US" sz="32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mbv</a:t>
            </a:r>
            <a:r>
              <a:rPr lang="en-US" sz="32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>
                <a:latin typeface="ML-TTKarthika" panose="04000000000000000000" pitchFamily="82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4209564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/>
                <a:cs typeface="Segoe UI"/>
              </a:rPr>
              <a:t>Holy Communion - Hymn No 411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39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1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F7AE3-D256-E4F1-9E60-9CD54F93E055}"/>
              </a:ext>
            </a:extLst>
          </p:cNvPr>
          <p:cNvSpPr/>
          <p:nvPr/>
        </p:nvSpPr>
        <p:spPr>
          <a:xfrm>
            <a:off x="148281" y="655009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naadha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ksheenapaapiye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vaayennil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aashwasikka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sathatham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Ksheenamulla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thalayen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maarvil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chaari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sukhika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3DC66-FC8F-8615-5F12-D14245AC1F2D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>
                <a:latin typeface="ML-TTKarthika" panose="04000000000000000000" pitchFamily="82" charset="0"/>
              </a:rPr>
              <a:t>£</a:t>
            </a:r>
            <a:r>
              <a:rPr lang="en-US" sz="2800" dirty="0" err="1">
                <a:latin typeface="ML-TTKarthika" panose="04000000000000000000" pitchFamily="82" charset="0"/>
              </a:rPr>
              <a:t>oW</a:t>
            </a:r>
            <a:r>
              <a:rPr lang="en-US" sz="2800" dirty="0">
                <a:latin typeface="ML-TTKarthika" panose="04000000000000000000" pitchFamily="82" charset="0"/>
              </a:rPr>
              <a:t>]m]</a:t>
            </a:r>
            <a:r>
              <a:rPr lang="en-US" sz="2800" dirty="0" err="1">
                <a:latin typeface="ML-TTKarthika" panose="04000000000000000000" pitchFamily="82" charset="0"/>
              </a:rPr>
              <a:t>ntbhmsb¶nÂ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Bizkn</a:t>
            </a:r>
            <a:r>
              <a:rPr lang="en-US" sz="2800" dirty="0">
                <a:latin typeface="ML-TTKarthika" panose="04000000000000000000" pitchFamily="82" charset="0"/>
              </a:rPr>
              <a:t>¡\o </a:t>
            </a:r>
            <a:r>
              <a:rPr lang="en-US" sz="2800" dirty="0" err="1">
                <a:latin typeface="ML-TTKarthika" panose="04000000000000000000" pitchFamily="82" charset="0"/>
              </a:rPr>
              <a:t>kXXw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£</a:t>
            </a:r>
            <a:r>
              <a:rPr lang="en-US" sz="2800" dirty="0" err="1">
                <a:latin typeface="ML-TTKarthika" panose="04000000000000000000" pitchFamily="82" charset="0"/>
              </a:rPr>
              <a:t>oWapÅ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Xesb·mÀÆnÂ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Nmcn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kpJns</a:t>
            </a:r>
            <a:r>
              <a:rPr lang="en-US" sz="2800" dirty="0">
                <a:latin typeface="ML-TTKarthika" panose="04000000000000000000" pitchFamily="82" charset="0"/>
              </a:rPr>
              <a:t>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0FAC-6414-6898-7B7D-59B3B211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6A07-43A0-D4F9-A022-1CF90D4379C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DAA9AF-8676-C4F6-2695-73DB6242F22A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5574C-BAE2-AF76-4D86-1E2205C076F1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2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8A691-5755-D9D8-76B7-65D43ADB8B5F}"/>
              </a:ext>
            </a:extLst>
          </p:cNvPr>
          <p:cNvSpPr/>
          <p:nvPr/>
        </p:nvSpPr>
        <p:spPr>
          <a:xfrm>
            <a:off x="74140" y="586591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naadha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kandu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shaanthathaye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snehamaarvil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enneyadupichu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santhoshathaal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dhukhangal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maatti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90A12-B0BC-759C-74F8-27E01F0C87AA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h¶pI¬Sp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im´Xsb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tbiphnsâ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lamÀÆnÂ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Fs¶bSp¸n¨p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kt´mj¯mÂ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ZpxJ§Ä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amän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29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E156-C37D-7C92-1087-F01B22070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5686-0418-10E7-D14D-E62CB98E821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9DC8003-406E-52DA-CC6B-87F0869421C8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EE956-5DFA-E094-BE34-07B4DC2D8081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3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C4C975-73CE-A9DD-9CFB-0185E098290F}"/>
              </a:ext>
            </a:extLst>
          </p:cNvPr>
          <p:cNvSpPr/>
          <p:nvPr/>
        </p:nvSpPr>
        <p:spPr>
          <a:xfrm>
            <a:off x="148282" y="863794"/>
            <a:ext cx="8995719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naadha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sarvavum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dhaanamaayi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nirvyaajam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tharunnu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paapi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jeevavellam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kudichaanandham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praapicheeduka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DADA5-E888-3AAC-29AF-FBCB2B9261A1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kÀÆhpw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Zm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ambn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nÀÆymPw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Xcp¶p</a:t>
            </a:r>
            <a:r>
              <a:rPr lang="en-US" sz="2800" dirty="0">
                <a:latin typeface="ML-TTKarthika" panose="04000000000000000000" pitchFamily="82" charset="0"/>
              </a:rPr>
              <a:t> ]m]n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PohshÅw</a:t>
            </a:r>
            <a:r>
              <a:rPr lang="en-US" sz="2800" dirty="0">
                <a:latin typeface="ML-TTKarthika" panose="04000000000000000000" pitchFamily="82" charset="0"/>
              </a:rPr>
              <a:t> \o </a:t>
            </a:r>
            <a:r>
              <a:rPr lang="en-US" sz="2800" dirty="0" err="1">
                <a:latin typeface="ML-TTKarthika" panose="04000000000000000000" pitchFamily="82" charset="0"/>
              </a:rPr>
              <a:t>IpSn¨m</a:t>
            </a:r>
            <a:r>
              <a:rPr lang="en-US" sz="2800" dirty="0">
                <a:latin typeface="ML-TTKarthika" panose="04000000000000000000" pitchFamily="82" charset="0"/>
              </a:rPr>
              <a:t>\\</a:t>
            </a:r>
            <a:r>
              <a:rPr lang="en-US" sz="2800" dirty="0" err="1">
                <a:latin typeface="ML-TTKarthika" panose="04000000000000000000" pitchFamily="82" charset="0"/>
              </a:rPr>
              <a:t>vZw</a:t>
            </a:r>
            <a:r>
              <a:rPr lang="en-US" sz="2800" dirty="0">
                <a:latin typeface="ML-TTKarthika" panose="04000000000000000000" pitchFamily="82" charset="0"/>
              </a:rPr>
              <a:t> {]m]</a:t>
            </a:r>
            <a:r>
              <a:rPr lang="en-US" sz="2800" dirty="0" err="1">
                <a:latin typeface="ML-TTKarthika" panose="04000000000000000000" pitchFamily="82" charset="0"/>
              </a:rPr>
              <a:t>n¨oSpsI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836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314AF-9019-7A81-60DE-2E64783F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12E4-D8FF-3AFB-21AD-0B19EEE35174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42CCE5-6D7D-5225-E14E-2D92434764C0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EAA5A5-F526-1A09-CAFC-3153E5FEA8D5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4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24E93-2826-BFF9-EFCD-FAD3E1E89912}"/>
              </a:ext>
            </a:extLst>
          </p:cNvPr>
          <p:cNvSpPr/>
          <p:nvPr/>
        </p:nvSpPr>
        <p:spPr>
          <a:xfrm>
            <a:off x="74140" y="586591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naadha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jeevanadhiyil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modhamode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paanam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cheithu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kevalamen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dhaaham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shamichippol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6200EA-32B8-664B-6686-37EAE35C0F2D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ZnbnÂ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tamZtamsS</a:t>
            </a:r>
            <a:r>
              <a:rPr lang="en-US" sz="2800" dirty="0">
                <a:latin typeface="ML-TTKarthika" panose="04000000000000000000" pitchFamily="82" charset="0"/>
              </a:rPr>
              <a:t> ]m\w </a:t>
            </a:r>
            <a:r>
              <a:rPr lang="en-US" sz="2800" dirty="0" err="1">
                <a:latin typeface="ML-TTKarthika" panose="04000000000000000000" pitchFamily="82" charset="0"/>
              </a:rPr>
              <a:t>sNbvXp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tIhesa³ </a:t>
            </a:r>
            <a:r>
              <a:rPr lang="en-US" sz="2800" dirty="0" err="1">
                <a:latin typeface="ML-TTKarthika" panose="04000000000000000000" pitchFamily="82" charset="0"/>
              </a:rPr>
              <a:t>Zmlw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ian¨nt¸mÄ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Pohn¡p¶p</a:t>
            </a:r>
            <a:r>
              <a:rPr lang="en-US" sz="2800" dirty="0">
                <a:latin typeface="ML-TTKarthika" panose="04000000000000000000" pitchFamily="82" charset="0"/>
              </a:rPr>
              <a:t> Rm³</a:t>
            </a:r>
          </a:p>
        </p:txBody>
      </p:sp>
    </p:spTree>
    <p:extLst>
      <p:ext uri="{BB962C8B-B14F-4D97-AF65-F5344CB8AC3E}">
        <p14:creationId xmlns:p14="http://schemas.microsoft.com/office/powerpoint/2010/main" val="36406819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A0EF-B4DD-381E-D2B7-535FB4AE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4E85-742D-1531-C7C3-C5ADAB9CFD19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CDA204F-6535-5563-AB70-106F813CBE05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F8CDE7-7A26-0504-66CC-B100A19495E0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5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51D537-1C1A-6CD8-4938-668F62ED27B2}"/>
              </a:ext>
            </a:extLst>
          </p:cNvPr>
          <p:cNvSpPr/>
          <p:nvPr/>
        </p:nvSpPr>
        <p:spPr>
          <a:xfrm>
            <a:off x="74140" y="655009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naadha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koorirulaal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moodiyoree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lokathinu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velicham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paaraathe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nokki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nokki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sukhikka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27E3BB-5603-A70E-706C-AF17975B0FB4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IqcncpfmÂ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aqSntbmco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temI¯n</a:t>
            </a:r>
            <a:r>
              <a:rPr lang="en-US" sz="2800" dirty="0">
                <a:latin typeface="ML-TTKarthika" panose="04000000000000000000" pitchFamily="82" charset="0"/>
              </a:rPr>
              <a:t>\p Rm³ </a:t>
            </a:r>
            <a:r>
              <a:rPr lang="en-US" sz="2800" dirty="0" err="1">
                <a:latin typeface="ML-TTKarthika" panose="04000000000000000000" pitchFamily="82" charset="0"/>
              </a:rPr>
              <a:t>shfn¨w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mcmsX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osbs</a:t>
            </a:r>
            <a:r>
              <a:rPr lang="en-US" sz="2800" dirty="0">
                <a:latin typeface="ML-TTKarthika" panose="04000000000000000000" pitchFamily="82" charset="0"/>
              </a:rPr>
              <a:t>¶ t\</a:t>
            </a:r>
            <a:r>
              <a:rPr lang="en-US" sz="2800" dirty="0" err="1">
                <a:latin typeface="ML-TTKarthika" panose="04000000000000000000" pitchFamily="82" charset="0"/>
              </a:rPr>
              <a:t>m¡n</a:t>
            </a:r>
            <a:r>
              <a:rPr lang="en-US" sz="2800" dirty="0">
                <a:latin typeface="ML-TTKarthika" panose="04000000000000000000" pitchFamily="82" charset="0"/>
              </a:rPr>
              <a:t> t\</a:t>
            </a:r>
            <a:r>
              <a:rPr lang="en-US" sz="2800" dirty="0" err="1">
                <a:latin typeface="ML-TTKarthika" panose="04000000000000000000" pitchFamily="82" charset="0"/>
              </a:rPr>
              <a:t>m¡n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nXyw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kpJn</a:t>
            </a:r>
            <a:r>
              <a:rPr lang="en-US" sz="2800" dirty="0">
                <a:latin typeface="ML-TTKarthika" panose="04000000000000000000" pitchFamily="82" charset="0"/>
              </a:rPr>
              <a:t>¡</a:t>
            </a:r>
          </a:p>
        </p:txBody>
      </p:sp>
    </p:spTree>
    <p:extLst>
      <p:ext uri="{BB962C8B-B14F-4D97-AF65-F5344CB8AC3E}">
        <p14:creationId xmlns:p14="http://schemas.microsoft.com/office/powerpoint/2010/main" val="734665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D402-401A-CD1D-92D2-D4B93537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FAB4-8182-54D6-FD61-D4855D214F4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1CDDC16-E261-C11E-F753-6F3011AB2404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D0D29-36D4-E3D8-708F-BA90BCA4D6BB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6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F2027-CFF5-F483-4242-BA4E1000A734}"/>
              </a:ext>
            </a:extLst>
          </p:cNvPr>
          <p:cNvSpPr/>
          <p:nvPr/>
        </p:nvSpPr>
        <p:spPr>
          <a:xfrm>
            <a:off x="148281" y="586591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naadha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jeevakaalam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ellaam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yeshuvenna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meivelicham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kandu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nadappaan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krupa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nalkenam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dhevaadhi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dheva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B229E-D9FE-DEA0-A872-BFE9938F4FDE}"/>
              </a:ext>
            </a:extLst>
          </p:cNvPr>
          <p:cNvSpPr/>
          <p:nvPr/>
        </p:nvSpPr>
        <p:spPr>
          <a:xfrm>
            <a:off x="162560" y="2857252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PohImesaÃmw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tbipsh</a:t>
            </a:r>
            <a:r>
              <a:rPr lang="en-US" sz="2800" dirty="0">
                <a:latin typeface="ML-TTKarthika" panose="04000000000000000000" pitchFamily="82" charset="0"/>
              </a:rPr>
              <a:t>¶ </a:t>
            </a:r>
            <a:r>
              <a:rPr lang="en-US" sz="2800" dirty="0" err="1">
                <a:latin typeface="ML-TTKarthika" panose="04000000000000000000" pitchFamily="82" charset="0"/>
              </a:rPr>
              <a:t>sabv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shfn¨w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I¬Sp</a:t>
            </a:r>
            <a:r>
              <a:rPr lang="en-US" sz="2800" dirty="0">
                <a:latin typeface="ML-TTKarthika" panose="04000000000000000000" pitchFamily="82" charset="0"/>
              </a:rPr>
              <a:t> \S¸m³ </a:t>
            </a:r>
            <a:r>
              <a:rPr lang="en-US" sz="2800" dirty="0" err="1">
                <a:latin typeface="ML-TTKarthika" panose="04000000000000000000" pitchFamily="82" charset="0"/>
              </a:rPr>
              <a:t>Ir</a:t>
            </a:r>
            <a:r>
              <a:rPr lang="en-US" sz="2800" dirty="0">
                <a:latin typeface="ML-TTKarthika" panose="04000000000000000000" pitchFamily="82" charset="0"/>
              </a:rPr>
              <a:t>] \</a:t>
            </a:r>
            <a:r>
              <a:rPr lang="en-US" sz="2800" dirty="0" err="1">
                <a:latin typeface="ML-TTKarthika" panose="04000000000000000000" pitchFamily="82" charset="0"/>
              </a:rPr>
              <a:t>evtIWw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tZhmZntZhm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0812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/>
          <p:nvPr/>
        </p:nvSpPr>
        <p:spPr>
          <a:xfrm>
            <a:off x="973756" y="1615257"/>
            <a:ext cx="6858100" cy="1377326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kumimoji="0" lang="en-US" sz="6000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</a:rPr>
              <a:t>Closing Hymn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/>
              <a:t>Closing Hymn – 427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5714" y="641670"/>
            <a:ext cx="8732789" cy="20621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Nithyanaaya yehovaayé lokavan </a:t>
            </a:r>
            <a:r>
              <a:rPr lang="en-SG" sz="3200" dirty="0" err="1">
                <a:solidFill>
                  <a:srgbClr val="000000"/>
                </a:solidFill>
                <a:ea typeface="+mn-lt"/>
                <a:cs typeface="+mn-lt"/>
              </a:rPr>
              <a:t>kaattil</a:t>
            </a:r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3200" dirty="0" err="1">
                <a:solidFill>
                  <a:srgbClr val="000000"/>
                </a:solidFill>
                <a:ea typeface="+mn-lt"/>
                <a:cs typeface="+mn-lt"/>
              </a:rPr>
              <a:t>koodé</a:t>
            </a:r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3200" dirty="0">
                <a:ea typeface="+mn-lt"/>
                <a:cs typeface="+mn-lt"/>
              </a:rPr>
              <a:t>Belaheenan </a:t>
            </a:r>
            <a:r>
              <a:rPr lang="en-SG" sz="3200" dirty="0" err="1">
                <a:ea typeface="+mn-lt"/>
                <a:cs typeface="+mn-lt"/>
              </a:rPr>
              <a:t>aaya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enné</a:t>
            </a:r>
            <a:r>
              <a:rPr lang="en-SG" sz="3200" dirty="0">
                <a:ea typeface="+mn-lt"/>
                <a:cs typeface="+mn-lt"/>
              </a:rPr>
              <a:t> </a:t>
            </a:r>
            <a:r>
              <a:rPr lang="en-SG" sz="3200" dirty="0" err="1">
                <a:ea typeface="+mn-lt"/>
                <a:cs typeface="+mn-lt"/>
              </a:rPr>
              <a:t>nadaththi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thaanghenhamé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>
                <a:ea typeface="+mn-lt"/>
                <a:cs typeface="+mn-lt"/>
              </a:rPr>
              <a:t>Swarga appam, swarga appam </a:t>
            </a:r>
            <a:r>
              <a:rPr lang="en-SG" sz="3200" dirty="0" err="1">
                <a:ea typeface="+mn-lt"/>
                <a:cs typeface="+mn-lt"/>
              </a:rPr>
              <a:t>enikku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tharenhamé</a:t>
            </a:r>
            <a:endParaRPr lang="en-SG" sz="3200" dirty="0">
              <a:ea typeface="+mn-lt"/>
              <a:cs typeface="+mn-lt"/>
            </a:endParaRPr>
          </a:p>
          <a:p>
            <a:pPr algn="r"/>
            <a:r>
              <a:rPr lang="en-SG" sz="3200">
                <a:ea typeface="+mn-lt"/>
                <a:cs typeface="+mn-lt"/>
              </a:rPr>
              <a:t>…amen 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5715" y="2704498"/>
            <a:ext cx="8754098" cy="22621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നിത്യനായ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യഹോവായെ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!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ലോക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വൻ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കാട്ടി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ൽ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കൂടെ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,</a:t>
            </a:r>
            <a:br>
              <a:rPr lang="en-SG" sz="2400">
                <a:latin typeface="ML-TTKarthika" panose="04000000000000000000" pitchFamily="82" charset="0"/>
                <a:ea typeface="+mn-lt"/>
                <a:cs typeface="+mn-lt"/>
              </a:rPr>
            </a:b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ബലഹീന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നായ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എന്നെ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നടത്തി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താങ്ങേണമേ</a:t>
            </a:r>
            <a:br>
              <a:rPr lang="en-SG" sz="2400">
                <a:latin typeface="ML-TTKarthika" panose="04000000000000000000" pitchFamily="82" charset="0"/>
                <a:ea typeface="+mn-lt"/>
                <a:cs typeface="+mn-lt"/>
              </a:rPr>
            </a:b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സ്വർഗ്ഗ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അപ്പം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സ്വർഗ്ഗ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അപ്പം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എനിക്കു</a:t>
            </a:r>
            <a:r>
              <a:rPr lang="en-SG" sz="240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err="1">
                <a:latin typeface="ML-TTKarthika" panose="04000000000000000000" pitchFamily="82" charset="0"/>
                <a:ea typeface="+mn-lt"/>
                <a:cs typeface="+mn-lt"/>
              </a:rPr>
              <a:t>തരേണമേ</a:t>
            </a:r>
            <a:endParaRPr lang="en-SG" sz="2400">
              <a:latin typeface="ML-TTKarthika" panose="04000000000000000000" pitchFamily="82" charset="0"/>
              <a:ea typeface="+mn-lt"/>
              <a:cs typeface="+mn-lt"/>
            </a:endParaRPr>
          </a:p>
          <a:p>
            <a:pPr algn="r">
              <a:lnSpc>
                <a:spcPct val="150000"/>
              </a:lnSpc>
            </a:pPr>
            <a:r>
              <a:rPr lang="en-SG" sz="2400">
                <a:solidFill>
                  <a:schemeClr val="tx1">
                    <a:lumMod val="85000"/>
                    <a:lumOff val="15000"/>
                  </a:schemeClr>
                </a:solidFill>
                <a:latin typeface="ML-TTKarthika" panose="04000000000000000000" pitchFamily="82" charset="0"/>
                <a:ea typeface="Calibri" panose="020F0502020204030204"/>
                <a:cs typeface="Calibri" panose="020F0502020204030204"/>
              </a:rPr>
              <a:t>...</a:t>
            </a:r>
            <a:r>
              <a:rPr lang="ml-IN" sz="2400" b="1">
                <a:solidFill>
                  <a:schemeClr val="tx1">
                    <a:lumMod val="85000"/>
                    <a:lumOff val="15000"/>
                  </a:schemeClr>
                </a:solidFill>
                <a:latin typeface="ML-TTKarthika" panose="04000000000000000000" pitchFamily="82" charset="0"/>
              </a:rPr>
              <a:t> </a:t>
            </a:r>
            <a:r>
              <a:rPr lang="ml-IN" sz="2400">
                <a:solidFill>
                  <a:schemeClr val="tx1">
                    <a:lumMod val="85000"/>
                    <a:lumOff val="15000"/>
                  </a:schemeClr>
                </a:solidFill>
                <a:latin typeface="ML-TTKarthika" panose="04000000000000000000" pitchFamily="82" charset="0"/>
              </a:rPr>
              <a:t>ആമെൻ</a:t>
            </a:r>
            <a:r>
              <a:rPr lang="en-SG" sz="2400">
                <a:latin typeface="ML-TTKarthika" panose="04000000000000000000" pitchFamily="82" charset="0"/>
                <a:ea typeface="Calibri" panose="020F0502020204030204"/>
                <a:cs typeface="Calibri" panose="020F0502020204030204"/>
              </a:rPr>
              <a:t>			</a:t>
            </a:r>
            <a:endParaRPr lang="en-US" sz="2400">
              <a:latin typeface="ML-TTKarthika" panose="04000000000000000000" pitchFamily="82" charset="0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2052</Words>
  <Application>Microsoft Office PowerPoint</Application>
  <PresentationFormat>On-screen Show (16:9)</PresentationFormat>
  <Paragraphs>358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60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Gabriola</vt:lpstr>
      <vt:lpstr>Gill Sans MT</vt:lpstr>
      <vt:lpstr>ML-TTKarthika</vt:lpstr>
      <vt:lpstr>Segoe UI</vt:lpstr>
      <vt:lpstr>1_Office Theme</vt:lpstr>
      <vt:lpstr>6_Office Theme</vt:lpstr>
      <vt:lpstr>Office 2013 - 2022 Theme</vt:lpstr>
      <vt:lpstr>PowerPoint Presentation</vt:lpstr>
      <vt:lpstr>PowerPoint Presentation</vt:lpstr>
      <vt:lpstr>Opening Song – Hymn No 407</vt:lpstr>
      <vt:lpstr>Opening Song – Hymn No 407</vt:lpstr>
      <vt:lpstr>Opening Song – Hymn No 407</vt:lpstr>
      <vt:lpstr>Opening Song – Hymn No 407</vt:lpstr>
      <vt:lpstr>Opening Song – Hymn No 407</vt:lpstr>
      <vt:lpstr>PowerPoint Presentation</vt:lpstr>
      <vt:lpstr>Thanksgiving Prayers – Hymn No 105</vt:lpstr>
      <vt:lpstr>PowerPoint Presentation</vt:lpstr>
      <vt:lpstr>Offertory – Hymn No 114</vt:lpstr>
      <vt:lpstr>Offertory – Hymn No 114</vt:lpstr>
      <vt:lpstr>Offertory – Hymn No 114</vt:lpstr>
      <vt:lpstr>PowerPoint Presentation</vt:lpstr>
      <vt:lpstr>PowerPoint Presentation</vt:lpstr>
      <vt:lpstr>Confession – Hymn 416</vt:lpstr>
      <vt:lpstr>PowerPoint Presentation</vt:lpstr>
      <vt:lpstr>PowerPoint Presentation</vt:lpstr>
      <vt:lpstr>Holy Communion – Hymn No 416</vt:lpstr>
      <vt:lpstr>Holy Communion – Hymn No 416</vt:lpstr>
      <vt:lpstr>Holy Communion – Hymn No 416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Holy Communion - Hymn No 411</vt:lpstr>
      <vt:lpstr>Holy Communion - Hymn No 411</vt:lpstr>
      <vt:lpstr>Holy Communion - Hymn No 411</vt:lpstr>
      <vt:lpstr>Holy Communion - Hymn No 411</vt:lpstr>
      <vt:lpstr>Holy Communion - Hymn No 411</vt:lpstr>
      <vt:lpstr>Holy Communion - Hymn No 411</vt:lpstr>
      <vt:lpstr>PowerPoint Presentation</vt:lpstr>
      <vt:lpstr>Closing Hymn – 427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217</cp:revision>
  <cp:lastPrinted>2025-07-05T14:18:11Z</cp:lastPrinted>
  <dcterms:created xsi:type="dcterms:W3CDTF">2020-09-02T02:55:07Z</dcterms:created>
  <dcterms:modified xsi:type="dcterms:W3CDTF">2025-12-01T05:55:02Z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