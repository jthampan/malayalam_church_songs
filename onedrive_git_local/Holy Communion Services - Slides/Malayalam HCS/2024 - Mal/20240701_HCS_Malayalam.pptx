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88" r:id="rId2"/>
    <p:sldMasterId id="2147483914" r:id="rId3"/>
    <p:sldMasterId id="2147483928" r:id="rId4"/>
  </p:sldMasterIdLst>
  <p:notesMasterIdLst>
    <p:notesMasterId r:id="rId78"/>
  </p:notesMasterIdLst>
  <p:sldIdLst>
    <p:sldId id="511" r:id="rId5"/>
    <p:sldId id="1468" r:id="rId6"/>
    <p:sldId id="1877" r:id="rId7"/>
    <p:sldId id="1878" r:id="rId8"/>
    <p:sldId id="952" r:id="rId9"/>
    <p:sldId id="1543" r:id="rId10"/>
    <p:sldId id="1538" r:id="rId11"/>
    <p:sldId id="439" r:id="rId12"/>
    <p:sldId id="1545" r:id="rId13"/>
    <p:sldId id="1879" r:id="rId14"/>
    <p:sldId id="1880" r:id="rId15"/>
    <p:sldId id="1881" r:id="rId16"/>
    <p:sldId id="1882" r:id="rId17"/>
    <p:sldId id="1884" r:id="rId18"/>
    <p:sldId id="1883" r:id="rId19"/>
    <p:sldId id="1175" r:id="rId20"/>
    <p:sldId id="1539" r:id="rId21"/>
    <p:sldId id="1613" r:id="rId22"/>
    <p:sldId id="1876" r:id="rId23"/>
    <p:sldId id="1624" r:id="rId24"/>
    <p:sldId id="1567" r:id="rId25"/>
    <p:sldId id="1886" r:id="rId26"/>
    <p:sldId id="1887" r:id="rId27"/>
    <p:sldId id="1888" r:id="rId28"/>
    <p:sldId id="1889" r:id="rId29"/>
    <p:sldId id="1890" r:id="rId30"/>
    <p:sldId id="1891" r:id="rId31"/>
    <p:sldId id="1892" r:id="rId32"/>
    <p:sldId id="1869" r:id="rId33"/>
    <p:sldId id="1893" r:id="rId34"/>
    <p:sldId id="1894" r:id="rId35"/>
    <p:sldId id="1895" r:id="rId36"/>
    <p:sldId id="1896" r:id="rId37"/>
    <p:sldId id="1473" r:id="rId38"/>
    <p:sldId id="1472" r:id="rId39"/>
    <p:sldId id="1897" r:id="rId40"/>
    <p:sldId id="1898" r:id="rId41"/>
    <p:sldId id="1899" r:id="rId42"/>
    <p:sldId id="1900" r:id="rId43"/>
    <p:sldId id="1901" r:id="rId44"/>
    <p:sldId id="1924" r:id="rId45"/>
    <p:sldId id="1925" r:id="rId46"/>
    <p:sldId id="1927" r:id="rId47"/>
    <p:sldId id="1926" r:id="rId48"/>
    <p:sldId id="1928" r:id="rId49"/>
    <p:sldId id="1517" r:id="rId50"/>
    <p:sldId id="1902" r:id="rId51"/>
    <p:sldId id="1903" r:id="rId52"/>
    <p:sldId id="1904" r:id="rId53"/>
    <p:sldId id="1906" r:id="rId54"/>
    <p:sldId id="1905" r:id="rId55"/>
    <p:sldId id="1907" r:id="rId56"/>
    <p:sldId id="1908" r:id="rId57"/>
    <p:sldId id="1910" r:id="rId58"/>
    <p:sldId id="1644" r:id="rId59"/>
    <p:sldId id="1645" r:id="rId60"/>
    <p:sldId id="1911" r:id="rId61"/>
    <p:sldId id="1913" r:id="rId62"/>
    <p:sldId id="1912" r:id="rId63"/>
    <p:sldId id="1914" r:id="rId64"/>
    <p:sldId id="1915" r:id="rId65"/>
    <p:sldId id="1916" r:id="rId66"/>
    <p:sldId id="1917" r:id="rId67"/>
    <p:sldId id="1918" r:id="rId68"/>
    <p:sldId id="1919" r:id="rId69"/>
    <p:sldId id="1920" r:id="rId70"/>
    <p:sldId id="1649" r:id="rId71"/>
    <p:sldId id="1444" r:id="rId72"/>
    <p:sldId id="1474" r:id="rId73"/>
    <p:sldId id="1921" r:id="rId74"/>
    <p:sldId id="1922" r:id="rId75"/>
    <p:sldId id="1923" r:id="rId76"/>
    <p:sldId id="1426" r:id="rId77"/>
  </p:sldIdLst>
  <p:sldSz cx="9144000" cy="5143500" type="screen16x9"/>
  <p:notesSz cx="6858000" cy="9144000"/>
  <p:custDataLst>
    <p:tags r:id="rId7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F33"/>
    <a:srgbClr val="172B22"/>
    <a:srgbClr val="EBE8E0"/>
    <a:srgbClr val="D1CDC4"/>
    <a:srgbClr val="A78B86"/>
    <a:srgbClr val="FFD9C8"/>
    <a:srgbClr val="C09C6F"/>
    <a:srgbClr val="AACDE2"/>
    <a:srgbClr val="7E5F7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26801-0F36-48FD-8DC9-4F4EBE7B587C}" v="18" dt="2024-08-31T06:42:33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15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43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ags" Target="tags/tag1.xml"/><Relationship Id="rId87" Type="http://schemas.microsoft.com/office/2018/10/relationships/authors" Target="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viewProps" Target="viewProps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tephen, Reuben" userId="f36fcdba-2387-45bd-94a7-0c45a8a9ccec" providerId="ADAL" clId="{27126801-0F36-48FD-8DC9-4F4EBE7B587C}"/>
    <pc:docChg chg="undo redo custSel addSld delSld modSld sldOrd">
      <pc:chgData name="George Stephen, Reuben" userId="f36fcdba-2387-45bd-94a7-0c45a8a9ccec" providerId="ADAL" clId="{27126801-0F36-48FD-8DC9-4F4EBE7B587C}" dt="2024-08-31T08:02:33.736" v="2449" actId="20577"/>
      <pc:docMkLst>
        <pc:docMk/>
      </pc:docMkLst>
      <pc:sldChg chg="modSp mod">
        <pc:chgData name="George Stephen, Reuben" userId="f36fcdba-2387-45bd-94a7-0c45a8a9ccec" providerId="ADAL" clId="{27126801-0F36-48FD-8DC9-4F4EBE7B587C}" dt="2024-08-30T21:23:30.059" v="299" actId="20577"/>
        <pc:sldMkLst>
          <pc:docMk/>
          <pc:sldMk cId="3749989706" sldId="439"/>
        </pc:sldMkLst>
        <pc:spChg chg="mod">
          <ac:chgData name="George Stephen, Reuben" userId="f36fcdba-2387-45bd-94a7-0c45a8a9ccec" providerId="ADAL" clId="{27126801-0F36-48FD-8DC9-4F4EBE7B587C}" dt="2024-08-30T21:23:30.059" v="299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George Stephen, Reuben" userId="f36fcdba-2387-45bd-94a7-0c45a8a9ccec" providerId="ADAL" clId="{27126801-0F36-48FD-8DC9-4F4EBE7B587C}" dt="2024-08-29T14:56:16.086" v="210"/>
        <pc:sldMkLst>
          <pc:docMk/>
          <pc:sldMk cId="2329691217" sldId="511"/>
        </pc:sldMkLst>
        <pc:spChg chg="mod">
          <ac:chgData name="George Stephen, Reuben" userId="f36fcdba-2387-45bd-94a7-0c45a8a9ccec" providerId="ADAL" clId="{27126801-0F36-48FD-8DC9-4F4EBE7B587C}" dt="2024-08-29T14:56:16.086" v="210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George Stephen, Reuben" userId="f36fcdba-2387-45bd-94a7-0c45a8a9ccec" providerId="ADAL" clId="{27126801-0F36-48FD-8DC9-4F4EBE7B587C}" dt="2024-08-30T13:11:11.556" v="243" actId="20577"/>
        <pc:sldMkLst>
          <pc:docMk/>
          <pc:sldMk cId="347759732" sldId="952"/>
        </pc:sldMkLst>
        <pc:spChg chg="mod">
          <ac:chgData name="George Stephen, Reuben" userId="f36fcdba-2387-45bd-94a7-0c45a8a9ccec" providerId="ADAL" clId="{27126801-0F36-48FD-8DC9-4F4EBE7B587C}" dt="2024-08-30T13:11:11.556" v="243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modSp mod">
        <pc:chgData name="George Stephen, Reuben" userId="f36fcdba-2387-45bd-94a7-0c45a8a9ccec" providerId="ADAL" clId="{27126801-0F36-48FD-8DC9-4F4EBE7B587C}" dt="2024-08-31T06:11:49.945" v="2052" actId="20577"/>
        <pc:sldMkLst>
          <pc:docMk/>
          <pc:sldMk cId="2646698185" sldId="1444"/>
        </pc:sldMkLst>
        <pc:spChg chg="mod">
          <ac:chgData name="George Stephen, Reuben" userId="f36fcdba-2387-45bd-94a7-0c45a8a9ccec" providerId="ADAL" clId="{27126801-0F36-48FD-8DC9-4F4EBE7B587C}" dt="2024-08-31T06:11:49.945" v="2052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modSp mod">
        <pc:chgData name="George Stephen, Reuben" userId="f36fcdba-2387-45bd-94a7-0c45a8a9ccec" providerId="ADAL" clId="{27126801-0F36-48FD-8DC9-4F4EBE7B587C}" dt="2024-08-29T14:47:47.067" v="94" actId="5793"/>
        <pc:sldMkLst>
          <pc:docMk/>
          <pc:sldMk cId="3287452963" sldId="1468"/>
        </pc:sldMkLst>
        <pc:spChg chg="mod">
          <ac:chgData name="George Stephen, Reuben" userId="f36fcdba-2387-45bd-94a7-0c45a8a9ccec" providerId="ADAL" clId="{27126801-0F36-48FD-8DC9-4F4EBE7B587C}" dt="2024-08-29T14:47:47.067" v="94" actId="5793"/>
          <ac:spMkLst>
            <pc:docMk/>
            <pc:sldMk cId="3287452963" sldId="1468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27126801-0F36-48FD-8DC9-4F4EBE7B587C}" dt="2024-08-29T14:47:32.158" v="87" actId="12788"/>
          <ac:spMkLst>
            <pc:docMk/>
            <pc:sldMk cId="3287452963" sldId="1468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27126801-0F36-48FD-8DC9-4F4EBE7B587C}" dt="2024-08-29T14:47:27.868" v="86" actId="12788"/>
          <ac:spMkLst>
            <pc:docMk/>
            <pc:sldMk cId="3287452963" sldId="1468"/>
            <ac:spMk id="7" creationId="{094E9A69-B612-35E4-DEEF-5092DA0A0A97}"/>
          </ac:spMkLst>
        </pc:spChg>
      </pc:sldChg>
      <pc:sldChg chg="modSp mod">
        <pc:chgData name="George Stephen, Reuben" userId="f36fcdba-2387-45bd-94a7-0c45a8a9ccec" providerId="ADAL" clId="{27126801-0F36-48FD-8DC9-4F4EBE7B587C}" dt="2024-08-31T05:18:28.867" v="1636" actId="20577"/>
        <pc:sldMkLst>
          <pc:docMk/>
          <pc:sldMk cId="1584923939" sldId="1472"/>
        </pc:sldMkLst>
        <pc:spChg chg="mod">
          <ac:chgData name="George Stephen, Reuben" userId="f36fcdba-2387-45bd-94a7-0c45a8a9ccec" providerId="ADAL" clId="{27126801-0F36-48FD-8DC9-4F4EBE7B587C}" dt="2024-08-31T04:57:34.788" v="927" actId="20577"/>
          <ac:spMkLst>
            <pc:docMk/>
            <pc:sldMk cId="1584923939" sldId="1472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5:04:30.506" v="1054" actId="12788"/>
          <ac:spMkLst>
            <pc:docMk/>
            <pc:sldMk cId="1584923939" sldId="1472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4:58:53.534" v="1048" actId="12788"/>
          <ac:spMkLst>
            <pc:docMk/>
            <pc:sldMk cId="1584923939" sldId="1472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5:18:28.867" v="1636" actId="20577"/>
          <ac:spMkLst>
            <pc:docMk/>
            <pc:sldMk cId="1584923939" sldId="1472"/>
            <ac:spMk id="13" creationId="{007BB913-9B65-46EC-B661-42A703EE22EC}"/>
          </ac:spMkLst>
        </pc:spChg>
      </pc:sldChg>
      <pc:sldChg chg="modSp mod">
        <pc:chgData name="George Stephen, Reuben" userId="f36fcdba-2387-45bd-94a7-0c45a8a9ccec" providerId="ADAL" clId="{27126801-0F36-48FD-8DC9-4F4EBE7B587C}" dt="2024-08-31T04:53:55.302" v="924" actId="20577"/>
        <pc:sldMkLst>
          <pc:docMk/>
          <pc:sldMk cId="1337391288" sldId="1473"/>
        </pc:sldMkLst>
        <pc:spChg chg="mod">
          <ac:chgData name="George Stephen, Reuben" userId="f36fcdba-2387-45bd-94a7-0c45a8a9ccec" providerId="ADAL" clId="{27126801-0F36-48FD-8DC9-4F4EBE7B587C}" dt="2024-08-31T04:53:55.302" v="924" actId="20577"/>
          <ac:spMkLst>
            <pc:docMk/>
            <pc:sldMk cId="1337391288" sldId="1473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27126801-0F36-48FD-8DC9-4F4EBE7B587C}" dt="2024-08-31T06:22:20.720" v="2158" actId="20577"/>
        <pc:sldMkLst>
          <pc:docMk/>
          <pc:sldMk cId="2256598713" sldId="1474"/>
        </pc:sldMkLst>
        <pc:spChg chg="mod">
          <ac:chgData name="George Stephen, Reuben" userId="f36fcdba-2387-45bd-94a7-0c45a8a9ccec" providerId="ADAL" clId="{27126801-0F36-48FD-8DC9-4F4EBE7B587C}" dt="2024-08-31T06:13:58.718" v="2057" actId="20577"/>
          <ac:spMkLst>
            <pc:docMk/>
            <pc:sldMk cId="2256598713" sldId="1474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27126801-0F36-48FD-8DC9-4F4EBE7B587C}" dt="2024-08-31T06:14:39.418" v="2066" actId="12788"/>
          <ac:spMkLst>
            <pc:docMk/>
            <pc:sldMk cId="2256598713" sldId="1474"/>
            <ac:spMk id="3" creationId="{3DD7E497-16E3-4D0B-D67F-B0783CD0DB3A}"/>
          </ac:spMkLst>
        </pc:spChg>
        <pc:spChg chg="mod">
          <ac:chgData name="George Stephen, Reuben" userId="f36fcdba-2387-45bd-94a7-0c45a8a9ccec" providerId="ADAL" clId="{27126801-0F36-48FD-8DC9-4F4EBE7B587C}" dt="2024-08-31T06:15:06.842" v="2074" actId="12788"/>
          <ac:spMkLst>
            <pc:docMk/>
            <pc:sldMk cId="2256598713" sldId="1474"/>
            <ac:spMk id="5" creationId="{112E09B5-E893-4800-2C09-D538794564EC}"/>
          </ac:spMkLst>
        </pc:spChg>
        <pc:spChg chg="mod">
          <ac:chgData name="George Stephen, Reuben" userId="f36fcdba-2387-45bd-94a7-0c45a8a9ccec" providerId="ADAL" clId="{27126801-0F36-48FD-8DC9-4F4EBE7B587C}" dt="2024-08-31T06:22:20.720" v="2158" actId="20577"/>
          <ac:spMkLst>
            <pc:docMk/>
            <pc:sldMk cId="2256598713" sldId="1474"/>
            <ac:spMk id="6" creationId="{A97AC8B4-2EEA-43E2-9E53-E9E68E4002A0}"/>
          </ac:spMkLst>
        </pc:spChg>
      </pc:sldChg>
      <pc:sldChg chg="modSp del mod">
        <pc:chgData name="George Stephen, Reuben" userId="f36fcdba-2387-45bd-94a7-0c45a8a9ccec" providerId="ADAL" clId="{27126801-0F36-48FD-8DC9-4F4EBE7B587C}" dt="2024-08-31T05:29:52.622" v="1692" actId="47"/>
        <pc:sldMkLst>
          <pc:docMk/>
          <pc:sldMk cId="2146797636" sldId="1510"/>
        </pc:sldMkLst>
        <pc:spChg chg="mod">
          <ac:chgData name="George Stephen, Reuben" userId="f36fcdba-2387-45bd-94a7-0c45a8a9ccec" providerId="ADAL" clId="{27126801-0F36-48FD-8DC9-4F4EBE7B587C}" dt="2024-08-31T05:18:45.708" v="1644" actId="20577"/>
          <ac:spMkLst>
            <pc:docMk/>
            <pc:sldMk cId="2146797636" sldId="1510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5:19:41.936" v="1657" actId="1076"/>
          <ac:spMkLst>
            <pc:docMk/>
            <pc:sldMk cId="2146797636" sldId="1510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27126801-0F36-48FD-8DC9-4F4EBE7B587C}" dt="2024-08-31T05:20:38.915" v="1685" actId="20577"/>
          <ac:spMkLst>
            <pc:docMk/>
            <pc:sldMk cId="2146797636" sldId="1510"/>
            <ac:spMk id="12" creationId="{4BF9CA61-6680-419C-A597-2B8F90F492F3}"/>
          </ac:spMkLst>
        </pc:spChg>
      </pc:sldChg>
      <pc:sldChg chg="modSp mod">
        <pc:chgData name="George Stephen, Reuben" userId="f36fcdba-2387-45bd-94a7-0c45a8a9ccec" providerId="ADAL" clId="{27126801-0F36-48FD-8DC9-4F4EBE7B587C}" dt="2024-08-31T05:18:39.923" v="1639" actId="20577"/>
        <pc:sldMkLst>
          <pc:docMk/>
          <pc:sldMk cId="260328523" sldId="1517"/>
        </pc:sldMkLst>
        <pc:spChg chg="mod">
          <ac:chgData name="George Stephen, Reuben" userId="f36fcdba-2387-45bd-94a7-0c45a8a9ccec" providerId="ADAL" clId="{27126801-0F36-48FD-8DC9-4F4EBE7B587C}" dt="2024-08-31T05:18:39.923" v="1639" actId="20577"/>
          <ac:spMkLst>
            <pc:docMk/>
            <pc:sldMk cId="260328523" sldId="1517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27126801-0F36-48FD-8DC9-4F4EBE7B587C}" dt="2024-08-31T02:55:35.018" v="549" actId="20577"/>
        <pc:sldMkLst>
          <pc:docMk/>
          <pc:sldMk cId="290555766" sldId="1539"/>
        </pc:sldMkLst>
        <pc:spChg chg="mod">
          <ac:chgData name="George Stephen, Reuben" userId="f36fcdba-2387-45bd-94a7-0c45a8a9ccec" providerId="ADAL" clId="{27126801-0F36-48FD-8DC9-4F4EBE7B587C}" dt="2024-08-31T02:55:35.018" v="549" actId="20577"/>
          <ac:spMkLst>
            <pc:docMk/>
            <pc:sldMk cId="290555766" sldId="1539"/>
            <ac:spMk id="3" creationId="{53CFF2E4-6CD7-C54A-96A9-EDD25A5854ED}"/>
          </ac:spMkLst>
        </pc:spChg>
      </pc:sldChg>
      <pc:sldChg chg="modSp mod">
        <pc:chgData name="George Stephen, Reuben" userId="f36fcdba-2387-45bd-94a7-0c45a8a9ccec" providerId="ADAL" clId="{27126801-0F36-48FD-8DC9-4F4EBE7B587C}" dt="2024-08-30T13:10:59.016" v="239"/>
        <pc:sldMkLst>
          <pc:docMk/>
          <pc:sldMk cId="1738488628" sldId="1543"/>
        </pc:sldMkLst>
        <pc:spChg chg="mod">
          <ac:chgData name="George Stephen, Reuben" userId="f36fcdba-2387-45bd-94a7-0c45a8a9ccec" providerId="ADAL" clId="{27126801-0F36-48FD-8DC9-4F4EBE7B587C}" dt="2024-08-30T13:10:59.016" v="239"/>
          <ac:spMkLst>
            <pc:docMk/>
            <pc:sldMk cId="1738488628" sldId="1543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27126801-0F36-48FD-8DC9-4F4EBE7B587C}" dt="2024-08-30T13:03:02.751" v="215" actId="20577"/>
          <ac:spMkLst>
            <pc:docMk/>
            <pc:sldMk cId="1738488628" sldId="1543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27126801-0F36-48FD-8DC9-4F4EBE7B587C}" dt="2024-08-30T13:10:48.859" v="236" actId="20577"/>
          <ac:spMkLst>
            <pc:docMk/>
            <pc:sldMk cId="1738488628" sldId="1543"/>
            <ac:spMk id="7" creationId="{094E9A69-B612-35E4-DEEF-5092DA0A0A97}"/>
          </ac:spMkLst>
        </pc:spChg>
      </pc:sldChg>
      <pc:sldChg chg="addSp delSp modSp mod">
        <pc:chgData name="George Stephen, Reuben" userId="f36fcdba-2387-45bd-94a7-0c45a8a9ccec" providerId="ADAL" clId="{27126801-0F36-48FD-8DC9-4F4EBE7B587C}" dt="2024-08-30T22:03:51.352" v="471" actId="20577"/>
        <pc:sldMkLst>
          <pc:docMk/>
          <pc:sldMk cId="2454455385" sldId="1545"/>
        </pc:sldMkLst>
        <pc:spChg chg="mod">
          <ac:chgData name="George Stephen, Reuben" userId="f36fcdba-2387-45bd-94a7-0c45a8a9ccec" providerId="ADAL" clId="{27126801-0F36-48FD-8DC9-4F4EBE7B587C}" dt="2024-08-30T21:23:25.824" v="296" actId="20577"/>
          <ac:spMkLst>
            <pc:docMk/>
            <pc:sldMk cId="2454455385" sldId="1545"/>
            <ac:spMk id="2" creationId="{69072751-0DFD-E04D-8DBC-6192EE4B4B2A}"/>
          </ac:spMkLst>
        </pc:spChg>
        <pc:spChg chg="add del mod">
          <ac:chgData name="George Stephen, Reuben" userId="f36fcdba-2387-45bd-94a7-0c45a8a9ccec" providerId="ADAL" clId="{27126801-0F36-48FD-8DC9-4F4EBE7B587C}" dt="2024-08-30T21:23:05.609" v="290" actId="14100"/>
          <ac:spMkLst>
            <pc:docMk/>
            <pc:sldMk cId="2454455385" sldId="154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03:51.352" v="471" actId="20577"/>
          <ac:spMkLst>
            <pc:docMk/>
            <pc:sldMk cId="2454455385" sldId="1545"/>
            <ac:spMk id="4" creationId="{064DE8CA-B187-EC06-A4FA-4F11CB386D6A}"/>
          </ac:spMkLst>
        </pc:spChg>
        <pc:spChg chg="del">
          <ac:chgData name="George Stephen, Reuben" userId="f36fcdba-2387-45bd-94a7-0c45a8a9ccec" providerId="ADAL" clId="{27126801-0F36-48FD-8DC9-4F4EBE7B587C}" dt="2024-08-30T13:22:49.606" v="254" actId="478"/>
          <ac:spMkLst>
            <pc:docMk/>
            <pc:sldMk cId="2454455385" sldId="1545"/>
            <ac:spMk id="7" creationId="{3629CD68-703C-04E6-1A8B-35B00244D310}"/>
          </ac:spMkLst>
        </pc:spChg>
        <pc:spChg chg="del">
          <ac:chgData name="George Stephen, Reuben" userId="f36fcdba-2387-45bd-94a7-0c45a8a9ccec" providerId="ADAL" clId="{27126801-0F36-48FD-8DC9-4F4EBE7B587C}" dt="2024-08-30T13:22:50.596" v="255" actId="478"/>
          <ac:spMkLst>
            <pc:docMk/>
            <pc:sldMk cId="2454455385" sldId="1545"/>
            <ac:spMk id="8" creationId="{E41AF24C-12D7-8349-271B-BDAE770EC237}"/>
          </ac:spMkLst>
        </pc:spChg>
        <pc:spChg chg="del">
          <ac:chgData name="George Stephen, Reuben" userId="f36fcdba-2387-45bd-94a7-0c45a8a9ccec" providerId="ADAL" clId="{27126801-0F36-48FD-8DC9-4F4EBE7B587C}" dt="2024-08-30T21:20:51.176" v="272" actId="478"/>
          <ac:spMkLst>
            <pc:docMk/>
            <pc:sldMk cId="2454455385" sldId="1545"/>
            <ac:spMk id="11" creationId="{AF294555-5571-2B17-6A0A-0C17E3E8566E}"/>
          </ac:spMkLst>
        </pc:spChg>
        <pc:spChg chg="del">
          <ac:chgData name="George Stephen, Reuben" userId="f36fcdba-2387-45bd-94a7-0c45a8a9ccec" providerId="ADAL" clId="{27126801-0F36-48FD-8DC9-4F4EBE7B587C}" dt="2024-08-30T21:20:54.174" v="273" actId="478"/>
          <ac:spMkLst>
            <pc:docMk/>
            <pc:sldMk cId="2454455385" sldId="1545"/>
            <ac:spMk id="12" creationId="{FCCD7EF2-F284-D6E5-6E2B-8049F68D5F05}"/>
          </ac:spMkLst>
        </pc:spChg>
        <pc:spChg chg="del">
          <ac:chgData name="George Stephen, Reuben" userId="f36fcdba-2387-45bd-94a7-0c45a8a9ccec" providerId="ADAL" clId="{27126801-0F36-48FD-8DC9-4F4EBE7B587C}" dt="2024-08-30T13:22:52.001" v="256" actId="478"/>
          <ac:spMkLst>
            <pc:docMk/>
            <pc:sldMk cId="2454455385" sldId="1545"/>
            <ac:spMk id="13" creationId="{6B1897F0-EA91-1BCA-E0F9-1AD76B242E02}"/>
          </ac:spMkLst>
        </pc:spChg>
        <pc:spChg chg="del">
          <ac:chgData name="George Stephen, Reuben" userId="f36fcdba-2387-45bd-94a7-0c45a8a9ccec" providerId="ADAL" clId="{27126801-0F36-48FD-8DC9-4F4EBE7B587C}" dt="2024-08-30T13:22:53.591" v="257" actId="478"/>
          <ac:spMkLst>
            <pc:docMk/>
            <pc:sldMk cId="2454455385" sldId="1545"/>
            <ac:spMk id="14" creationId="{BB410DC0-C475-7366-B368-1FDBED5686EE}"/>
          </ac:spMkLst>
        </pc:spChg>
        <pc:spChg chg="del">
          <ac:chgData name="George Stephen, Reuben" userId="f36fcdba-2387-45bd-94a7-0c45a8a9ccec" providerId="ADAL" clId="{27126801-0F36-48FD-8DC9-4F4EBE7B587C}" dt="2024-08-30T21:21:03.428" v="277" actId="478"/>
          <ac:spMkLst>
            <pc:docMk/>
            <pc:sldMk cId="2454455385" sldId="1545"/>
            <ac:spMk id="15" creationId="{5308DBCC-CC01-A4EC-1E24-4DF52565173E}"/>
          </ac:spMkLst>
        </pc:spChg>
        <pc:spChg chg="del">
          <ac:chgData name="George Stephen, Reuben" userId="f36fcdba-2387-45bd-94a7-0c45a8a9ccec" providerId="ADAL" clId="{27126801-0F36-48FD-8DC9-4F4EBE7B587C}" dt="2024-08-30T21:20:59.127" v="276" actId="478"/>
          <ac:spMkLst>
            <pc:docMk/>
            <pc:sldMk cId="2454455385" sldId="1545"/>
            <ac:spMk id="16" creationId="{235DED98-4D64-1F9D-CEDB-801C769B29FF}"/>
          </ac:spMkLst>
        </pc:spChg>
      </pc:sldChg>
      <pc:sldChg chg="modSp mod">
        <pc:chgData name="George Stephen, Reuben" userId="f36fcdba-2387-45bd-94a7-0c45a8a9ccec" providerId="ADAL" clId="{27126801-0F36-48FD-8DC9-4F4EBE7B587C}" dt="2024-08-31T04:27:34.258" v="713" actId="12788"/>
        <pc:sldMkLst>
          <pc:docMk/>
          <pc:sldMk cId="1506339394" sldId="1567"/>
        </pc:sldMkLst>
        <pc:spChg chg="mod">
          <ac:chgData name="George Stephen, Reuben" userId="f36fcdba-2387-45bd-94a7-0c45a8a9ccec" providerId="ADAL" clId="{27126801-0F36-48FD-8DC9-4F4EBE7B587C}" dt="2024-08-31T04:23:52.407" v="655"/>
          <ac:spMkLst>
            <pc:docMk/>
            <pc:sldMk cId="1506339394" sldId="1567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4:27:34.258" v="713" actId="12788"/>
          <ac:spMkLst>
            <pc:docMk/>
            <pc:sldMk cId="1506339394" sldId="1567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14:58.786" v="571" actId="20577"/>
          <ac:spMkLst>
            <pc:docMk/>
            <pc:sldMk cId="1506339394" sldId="1567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27:26.312" v="711" actId="12788"/>
          <ac:spMkLst>
            <pc:docMk/>
            <pc:sldMk cId="1506339394" sldId="1567"/>
            <ac:spMk id="14" creationId="{6B5C07C5-478F-8C5E-9799-96B690B3C07D}"/>
          </ac:spMkLst>
        </pc:spChg>
      </pc:sldChg>
      <pc:sldChg chg="delSp modSp mod">
        <pc:chgData name="George Stephen, Reuben" userId="f36fcdba-2387-45bd-94a7-0c45a8a9ccec" providerId="ADAL" clId="{27126801-0F36-48FD-8DC9-4F4EBE7B587C}" dt="2024-08-31T02:55:30.646" v="545" actId="20577"/>
        <pc:sldMkLst>
          <pc:docMk/>
          <pc:sldMk cId="1599712125" sldId="1613"/>
        </pc:sldMkLst>
        <pc:spChg chg="mod">
          <ac:chgData name="George Stephen, Reuben" userId="f36fcdba-2387-45bd-94a7-0c45a8a9ccec" providerId="ADAL" clId="{27126801-0F36-48FD-8DC9-4F4EBE7B587C}" dt="2024-08-31T02:55:30.646" v="545" actId="20577"/>
          <ac:spMkLst>
            <pc:docMk/>
            <pc:sldMk cId="1599712125" sldId="1613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27126801-0F36-48FD-8DC9-4F4EBE7B587C}" dt="2024-08-31T02:54:37.817" v="539" actId="207"/>
          <ac:spMkLst>
            <pc:docMk/>
            <pc:sldMk cId="1599712125" sldId="1613"/>
            <ac:spMk id="3" creationId="{F4F37495-18F4-C9C2-2EFB-AF1BFA141887}"/>
          </ac:spMkLst>
        </pc:spChg>
        <pc:spChg chg="mod">
          <ac:chgData name="George Stephen, Reuben" userId="f36fcdba-2387-45bd-94a7-0c45a8a9ccec" providerId="ADAL" clId="{27126801-0F36-48FD-8DC9-4F4EBE7B587C}" dt="2024-08-31T02:54:05.868" v="534" actId="20577"/>
          <ac:spMkLst>
            <pc:docMk/>
            <pc:sldMk cId="1599712125" sldId="1613"/>
            <ac:spMk id="7" creationId="{094E9A69-B612-35E4-DEEF-5092DA0A0A97}"/>
          </ac:spMkLst>
        </pc:spChg>
        <pc:spChg chg="del">
          <ac:chgData name="George Stephen, Reuben" userId="f36fcdba-2387-45bd-94a7-0c45a8a9ccec" providerId="ADAL" clId="{27126801-0F36-48FD-8DC9-4F4EBE7B587C}" dt="2024-08-31T02:54:40.681" v="540" actId="478"/>
          <ac:spMkLst>
            <pc:docMk/>
            <pc:sldMk cId="1599712125" sldId="1613"/>
            <ac:spMk id="11" creationId="{AE0B09D2-3D08-7809-FCD5-CA7EBC749F3E}"/>
          </ac:spMkLst>
        </pc:spChg>
        <pc:spChg chg="del">
          <ac:chgData name="George Stephen, Reuben" userId="f36fcdba-2387-45bd-94a7-0c45a8a9ccec" providerId="ADAL" clId="{27126801-0F36-48FD-8DC9-4F4EBE7B587C}" dt="2024-08-31T02:54:42.743" v="541" actId="478"/>
          <ac:spMkLst>
            <pc:docMk/>
            <pc:sldMk cId="1599712125" sldId="1613"/>
            <ac:spMk id="12" creationId="{7C148978-BAFE-1125-1A24-6B69CA7BB16F}"/>
          </ac:spMkLst>
        </pc:spChg>
        <pc:grpChg chg="del">
          <ac:chgData name="George Stephen, Reuben" userId="f36fcdba-2387-45bd-94a7-0c45a8a9ccec" providerId="ADAL" clId="{27126801-0F36-48FD-8DC9-4F4EBE7B587C}" dt="2024-08-31T02:54:09.875" v="535" actId="478"/>
          <ac:grpSpMkLst>
            <pc:docMk/>
            <pc:sldMk cId="1599712125" sldId="1613"/>
            <ac:grpSpMk id="5" creationId="{F19E9099-3046-9072-E92F-F3E40A4920C1}"/>
          </ac:grpSpMkLst>
        </pc:grpChg>
      </pc:sldChg>
      <pc:sldChg chg="modSp mod">
        <pc:chgData name="George Stephen, Reuben" userId="f36fcdba-2387-45bd-94a7-0c45a8a9ccec" providerId="ADAL" clId="{27126801-0F36-48FD-8DC9-4F4EBE7B587C}" dt="2024-08-31T04:23:57.299" v="658"/>
        <pc:sldMkLst>
          <pc:docMk/>
          <pc:sldMk cId="1977561733" sldId="1624"/>
        </pc:sldMkLst>
        <pc:spChg chg="mod">
          <ac:chgData name="George Stephen, Reuben" userId="f36fcdba-2387-45bd-94a7-0c45a8a9ccec" providerId="ADAL" clId="{27126801-0F36-48FD-8DC9-4F4EBE7B587C}" dt="2024-08-31T04:23:57.299" v="658"/>
          <ac:spMkLst>
            <pc:docMk/>
            <pc:sldMk cId="1977561733" sldId="1624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27126801-0F36-48FD-8DC9-4F4EBE7B587C}" dt="2024-08-31T05:46:03.826" v="1808" actId="20577"/>
        <pc:sldMkLst>
          <pc:docMk/>
          <pc:sldMk cId="2274938212" sldId="1644"/>
        </pc:sldMkLst>
        <pc:spChg chg="mod">
          <ac:chgData name="George Stephen, Reuben" userId="f36fcdba-2387-45bd-94a7-0c45a8a9ccec" providerId="ADAL" clId="{27126801-0F36-48FD-8DC9-4F4EBE7B587C}" dt="2024-08-31T05:46:03.826" v="1808" actId="20577"/>
          <ac:spMkLst>
            <pc:docMk/>
            <pc:sldMk cId="2274938212" sldId="1644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27126801-0F36-48FD-8DC9-4F4EBE7B587C}" dt="2024-08-31T06:32:13.782" v="2305" actId="20577"/>
        <pc:sldMkLst>
          <pc:docMk/>
          <pc:sldMk cId="1968476102" sldId="1645"/>
        </pc:sldMkLst>
        <pc:spChg chg="mod">
          <ac:chgData name="George Stephen, Reuben" userId="f36fcdba-2387-45bd-94a7-0c45a8a9ccec" providerId="ADAL" clId="{27126801-0F36-48FD-8DC9-4F4EBE7B587C}" dt="2024-08-31T05:52:36.205" v="1811" actId="20577"/>
          <ac:spMkLst>
            <pc:docMk/>
            <pc:sldMk cId="1968476102" sldId="1645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6:32:13.782" v="2305" actId="20577"/>
          <ac:spMkLst>
            <pc:docMk/>
            <pc:sldMk cId="1968476102" sldId="1645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5:54:50.234" v="1845" actId="20577"/>
          <ac:spMkLst>
            <pc:docMk/>
            <pc:sldMk cId="1968476102" sldId="1645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27126801-0F36-48FD-8DC9-4F4EBE7B587C}" dt="2024-08-31T05:53:41.044" v="1832" actId="1076"/>
          <ac:spMkLst>
            <pc:docMk/>
            <pc:sldMk cId="1968476102" sldId="1645"/>
            <ac:spMk id="15" creationId="{93D11A35-D320-C38B-FE72-A124FE9D198E}"/>
          </ac:spMkLst>
        </pc:spChg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386726509" sldId="1689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1032899352" sldId="1697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073351709" sldId="1758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3140970812" sldId="1766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1812052994" sldId="1820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1743440640" sldId="1821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616066990" sldId="1833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125942975" sldId="1834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116315588" sldId="1835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2345363522" sldId="1836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610206957" sldId="1837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162026284" sldId="1838"/>
        </pc:sldMkLst>
      </pc:sldChg>
      <pc:sldChg chg="del">
        <pc:chgData name="George Stephen, Reuben" userId="f36fcdba-2387-45bd-94a7-0c45a8a9ccec" providerId="ADAL" clId="{27126801-0F36-48FD-8DC9-4F4EBE7B587C}" dt="2024-08-30T06:35:22.655" v="211" actId="47"/>
        <pc:sldMkLst>
          <pc:docMk/>
          <pc:sldMk cId="84921887" sldId="1839"/>
        </pc:sldMkLst>
      </pc:sldChg>
      <pc:sldChg chg="modSp del mod">
        <pc:chgData name="George Stephen, Reuben" userId="f36fcdba-2387-45bd-94a7-0c45a8a9ccec" providerId="ADAL" clId="{27126801-0F36-48FD-8DC9-4F4EBE7B587C}" dt="2024-08-30T21:48:24.294" v="441" actId="47"/>
        <pc:sldMkLst>
          <pc:docMk/>
          <pc:sldMk cId="294367231" sldId="1840"/>
        </pc:sldMkLst>
        <pc:spChg chg="mod">
          <ac:chgData name="George Stephen, Reuben" userId="f36fcdba-2387-45bd-94a7-0c45a8a9ccec" providerId="ADAL" clId="{27126801-0F36-48FD-8DC9-4F4EBE7B587C}" dt="2024-08-30T21:29:30.938" v="318" actId="27636"/>
          <ac:spMkLst>
            <pc:docMk/>
            <pc:sldMk cId="294367231" sldId="1840"/>
            <ac:spMk id="4" creationId="{064DE8CA-B187-EC06-A4FA-4F11CB386D6A}"/>
          </ac:spMkLst>
        </pc:spChg>
      </pc:sldChg>
      <pc:sldChg chg="del">
        <pc:chgData name="George Stephen, Reuben" userId="f36fcdba-2387-45bd-94a7-0c45a8a9ccec" providerId="ADAL" clId="{27126801-0F36-48FD-8DC9-4F4EBE7B587C}" dt="2024-08-30T21:48:24.294" v="441" actId="47"/>
        <pc:sldMkLst>
          <pc:docMk/>
          <pc:sldMk cId="3102193708" sldId="1841"/>
        </pc:sldMkLst>
      </pc:sldChg>
      <pc:sldChg chg="del">
        <pc:chgData name="George Stephen, Reuben" userId="f36fcdba-2387-45bd-94a7-0c45a8a9ccec" providerId="ADAL" clId="{27126801-0F36-48FD-8DC9-4F4EBE7B587C}" dt="2024-08-30T21:48:24.294" v="441" actId="47"/>
        <pc:sldMkLst>
          <pc:docMk/>
          <pc:sldMk cId="434344496" sldId="1842"/>
        </pc:sldMkLst>
      </pc:sldChg>
      <pc:sldChg chg="del">
        <pc:chgData name="George Stephen, Reuben" userId="f36fcdba-2387-45bd-94a7-0c45a8a9ccec" providerId="ADAL" clId="{27126801-0F36-48FD-8DC9-4F4EBE7B587C}" dt="2024-08-30T21:48:24.294" v="441" actId="47"/>
        <pc:sldMkLst>
          <pc:docMk/>
          <pc:sldMk cId="2831618310" sldId="1843"/>
        </pc:sldMkLst>
      </pc:sldChg>
      <pc:sldChg chg="del">
        <pc:chgData name="George Stephen, Reuben" userId="f36fcdba-2387-45bd-94a7-0c45a8a9ccec" providerId="ADAL" clId="{27126801-0F36-48FD-8DC9-4F4EBE7B587C}" dt="2024-08-30T21:48:24.294" v="441" actId="47"/>
        <pc:sldMkLst>
          <pc:docMk/>
          <pc:sldMk cId="3442717183" sldId="1844"/>
        </pc:sldMkLst>
      </pc:sldChg>
      <pc:sldChg chg="add del">
        <pc:chgData name="George Stephen, Reuben" userId="f36fcdba-2387-45bd-94a7-0c45a8a9ccec" providerId="ADAL" clId="{27126801-0F36-48FD-8DC9-4F4EBE7B587C}" dt="2024-08-30T21:48:24.294" v="441" actId="47"/>
        <pc:sldMkLst>
          <pc:docMk/>
          <pc:sldMk cId="2722518376" sldId="1845"/>
        </pc:sldMkLst>
      </pc:sldChg>
      <pc:sldChg chg="del">
        <pc:chgData name="George Stephen, Reuben" userId="f36fcdba-2387-45bd-94a7-0c45a8a9ccec" providerId="ADAL" clId="{27126801-0F36-48FD-8DC9-4F4EBE7B587C}" dt="2024-08-31T05:17:17.353" v="1508" actId="47"/>
        <pc:sldMkLst>
          <pc:docMk/>
          <pc:sldMk cId="3398680693" sldId="1846"/>
        </pc:sldMkLst>
      </pc:sldChg>
      <pc:sldChg chg="del">
        <pc:chgData name="George Stephen, Reuben" userId="f36fcdba-2387-45bd-94a7-0c45a8a9ccec" providerId="ADAL" clId="{27126801-0F36-48FD-8DC9-4F4EBE7B587C}" dt="2024-08-31T05:17:17.353" v="1508" actId="47"/>
        <pc:sldMkLst>
          <pc:docMk/>
          <pc:sldMk cId="2558943354" sldId="1847"/>
        </pc:sldMkLst>
      </pc:sldChg>
      <pc:sldChg chg="del">
        <pc:chgData name="George Stephen, Reuben" userId="f36fcdba-2387-45bd-94a7-0c45a8a9ccec" providerId="ADAL" clId="{27126801-0F36-48FD-8DC9-4F4EBE7B587C}" dt="2024-08-31T05:17:17.353" v="1508" actId="47"/>
        <pc:sldMkLst>
          <pc:docMk/>
          <pc:sldMk cId="2931365651" sldId="1848"/>
        </pc:sldMkLst>
      </pc:sldChg>
      <pc:sldChg chg="del">
        <pc:chgData name="George Stephen, Reuben" userId="f36fcdba-2387-45bd-94a7-0c45a8a9ccec" providerId="ADAL" clId="{27126801-0F36-48FD-8DC9-4F4EBE7B587C}" dt="2024-08-31T05:45:58.040" v="1805" actId="47"/>
        <pc:sldMkLst>
          <pc:docMk/>
          <pc:sldMk cId="1115409948" sldId="1849"/>
        </pc:sldMkLst>
      </pc:sldChg>
      <pc:sldChg chg="del">
        <pc:chgData name="George Stephen, Reuben" userId="f36fcdba-2387-45bd-94a7-0c45a8a9ccec" providerId="ADAL" clId="{27126801-0F36-48FD-8DC9-4F4EBE7B587C}" dt="2024-08-31T05:45:58.040" v="1805" actId="47"/>
        <pc:sldMkLst>
          <pc:docMk/>
          <pc:sldMk cId="483360868" sldId="1850"/>
        </pc:sldMkLst>
      </pc:sldChg>
      <pc:sldChg chg="modSp del mod">
        <pc:chgData name="George Stephen, Reuben" userId="f36fcdba-2387-45bd-94a7-0c45a8a9ccec" providerId="ADAL" clId="{27126801-0F36-48FD-8DC9-4F4EBE7B587C}" dt="2024-08-31T06:10:52.029" v="2048" actId="47"/>
        <pc:sldMkLst>
          <pc:docMk/>
          <pc:sldMk cId="3831441850" sldId="1851"/>
        </pc:sldMkLst>
        <pc:spChg chg="mod">
          <ac:chgData name="George Stephen, Reuben" userId="f36fcdba-2387-45bd-94a7-0c45a8a9ccec" providerId="ADAL" clId="{27126801-0F36-48FD-8DC9-4F4EBE7B587C}" dt="2024-08-30T21:37:33.665" v="372" actId="313"/>
          <ac:spMkLst>
            <pc:docMk/>
            <pc:sldMk cId="3831441850" sldId="1851"/>
            <ac:spMk id="14" creationId="{1F3C0C55-88CA-2C32-7C98-55467F92C0C6}"/>
          </ac:spMkLst>
        </pc:spChg>
      </pc:sldChg>
      <pc:sldChg chg="modSp del mod">
        <pc:chgData name="George Stephen, Reuben" userId="f36fcdba-2387-45bd-94a7-0c45a8a9ccec" providerId="ADAL" clId="{27126801-0F36-48FD-8DC9-4F4EBE7B587C}" dt="2024-08-31T06:10:52.029" v="2048" actId="47"/>
        <pc:sldMkLst>
          <pc:docMk/>
          <pc:sldMk cId="2107157061" sldId="1852"/>
        </pc:sldMkLst>
        <pc:spChg chg="mod">
          <ac:chgData name="George Stephen, Reuben" userId="f36fcdba-2387-45bd-94a7-0c45a8a9ccec" providerId="ADAL" clId="{27126801-0F36-48FD-8DC9-4F4EBE7B587C}" dt="2024-08-30T21:37:36.732" v="374" actId="313"/>
          <ac:spMkLst>
            <pc:docMk/>
            <pc:sldMk cId="2107157061" sldId="1852"/>
            <ac:spMk id="14" creationId="{1F3C0C55-88CA-2C32-7C98-55467F92C0C6}"/>
          </ac:spMkLst>
        </pc:spChg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344344095" sldId="1853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233774523" sldId="1854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42649003" sldId="1855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1870763965" sldId="1856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772470669" sldId="1857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83445830" sldId="1858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1812163899" sldId="1859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4118035144" sldId="1860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4164632730" sldId="1861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1358181630" sldId="1862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302552153" sldId="1863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3422396893" sldId="1864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4201043905" sldId="1865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4031396214" sldId="1866"/>
        </pc:sldMkLst>
      </pc:sldChg>
      <pc:sldChg chg="del">
        <pc:chgData name="George Stephen, Reuben" userId="f36fcdba-2387-45bd-94a7-0c45a8a9ccec" providerId="ADAL" clId="{27126801-0F36-48FD-8DC9-4F4EBE7B587C}" dt="2024-08-31T06:11:42.322" v="2049" actId="47"/>
        <pc:sldMkLst>
          <pc:docMk/>
          <pc:sldMk cId="2468733250" sldId="1867"/>
        </pc:sldMkLst>
      </pc:sldChg>
      <pc:sldChg chg="del">
        <pc:chgData name="George Stephen, Reuben" userId="f36fcdba-2387-45bd-94a7-0c45a8a9ccec" providerId="ADAL" clId="{27126801-0F36-48FD-8DC9-4F4EBE7B587C}" dt="2024-08-31T06:22:29.677" v="2159" actId="47"/>
        <pc:sldMkLst>
          <pc:docMk/>
          <pc:sldMk cId="45000208" sldId="1868"/>
        </pc:sldMkLst>
      </pc:sldChg>
      <pc:sldChg chg="modSp mod">
        <pc:chgData name="George Stephen, Reuben" userId="f36fcdba-2387-45bd-94a7-0c45a8a9ccec" providerId="ADAL" clId="{27126801-0F36-48FD-8DC9-4F4EBE7B587C}" dt="2024-08-31T04:43:35.219" v="852" actId="12788"/>
        <pc:sldMkLst>
          <pc:docMk/>
          <pc:sldMk cId="2857768218" sldId="1869"/>
        </pc:sldMkLst>
        <pc:spChg chg="mod">
          <ac:chgData name="George Stephen, Reuben" userId="f36fcdba-2387-45bd-94a7-0c45a8a9ccec" providerId="ADAL" clId="{27126801-0F36-48FD-8DC9-4F4EBE7B587C}" dt="2024-08-31T04:41:42.651" v="827" actId="20577"/>
          <ac:spMkLst>
            <pc:docMk/>
            <pc:sldMk cId="2857768218" sldId="1869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4:43:35.219" v="852" actId="12788"/>
          <ac:spMkLst>
            <pc:docMk/>
            <pc:sldMk cId="2857768218" sldId="1869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43:24.462" v="850" actId="20577"/>
          <ac:spMkLst>
            <pc:docMk/>
            <pc:sldMk cId="2857768218" sldId="1869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42:38.036" v="843" actId="12788"/>
          <ac:spMkLst>
            <pc:docMk/>
            <pc:sldMk cId="2857768218" sldId="1869"/>
            <ac:spMk id="14" creationId="{6B5C07C5-478F-8C5E-9799-96B690B3C07D}"/>
          </ac:spMkLst>
        </pc:spChg>
      </pc:sldChg>
      <pc:sldChg chg="del">
        <pc:chgData name="George Stephen, Reuben" userId="f36fcdba-2387-45bd-94a7-0c45a8a9ccec" providerId="ADAL" clId="{27126801-0F36-48FD-8DC9-4F4EBE7B587C}" dt="2024-08-31T04:53:47.073" v="921" actId="47"/>
        <pc:sldMkLst>
          <pc:docMk/>
          <pc:sldMk cId="2138701428" sldId="1870"/>
        </pc:sldMkLst>
      </pc:sldChg>
      <pc:sldChg chg="del">
        <pc:chgData name="George Stephen, Reuben" userId="f36fcdba-2387-45bd-94a7-0c45a8a9ccec" providerId="ADAL" clId="{27126801-0F36-48FD-8DC9-4F4EBE7B587C}" dt="2024-08-31T04:53:47.073" v="921" actId="47"/>
        <pc:sldMkLst>
          <pc:docMk/>
          <pc:sldMk cId="2028944525" sldId="1872"/>
        </pc:sldMkLst>
      </pc:sldChg>
      <pc:sldChg chg="del">
        <pc:chgData name="George Stephen, Reuben" userId="f36fcdba-2387-45bd-94a7-0c45a8a9ccec" providerId="ADAL" clId="{27126801-0F36-48FD-8DC9-4F4EBE7B587C}" dt="2024-08-31T04:53:47.073" v="921" actId="47"/>
        <pc:sldMkLst>
          <pc:docMk/>
          <pc:sldMk cId="707510104" sldId="1873"/>
        </pc:sldMkLst>
      </pc:sldChg>
      <pc:sldChg chg="del">
        <pc:chgData name="George Stephen, Reuben" userId="f36fcdba-2387-45bd-94a7-0c45a8a9ccec" providerId="ADAL" clId="{27126801-0F36-48FD-8DC9-4F4EBE7B587C}" dt="2024-08-31T04:53:47.073" v="921" actId="47"/>
        <pc:sldMkLst>
          <pc:docMk/>
          <pc:sldMk cId="1484536476" sldId="1874"/>
        </pc:sldMkLst>
      </pc:sldChg>
      <pc:sldChg chg="del">
        <pc:chgData name="George Stephen, Reuben" userId="f36fcdba-2387-45bd-94a7-0c45a8a9ccec" providerId="ADAL" clId="{27126801-0F36-48FD-8DC9-4F4EBE7B587C}" dt="2024-08-31T04:53:47.073" v="921" actId="47"/>
        <pc:sldMkLst>
          <pc:docMk/>
          <pc:sldMk cId="15876655" sldId="1875"/>
        </pc:sldMkLst>
      </pc:sldChg>
      <pc:sldChg chg="modSp add mod">
        <pc:chgData name="George Stephen, Reuben" userId="f36fcdba-2387-45bd-94a7-0c45a8a9ccec" providerId="ADAL" clId="{27126801-0F36-48FD-8DC9-4F4EBE7B587C}" dt="2024-08-29T14:49:17.186" v="145" actId="20577"/>
        <pc:sldMkLst>
          <pc:docMk/>
          <pc:sldMk cId="1583289337" sldId="1877"/>
        </pc:sldMkLst>
        <pc:spChg chg="mod">
          <ac:chgData name="George Stephen, Reuben" userId="f36fcdba-2387-45bd-94a7-0c45a8a9ccec" providerId="ADAL" clId="{27126801-0F36-48FD-8DC9-4F4EBE7B587C}" dt="2024-08-29T14:48:33.579" v="100" actId="20577"/>
          <ac:spMkLst>
            <pc:docMk/>
            <pc:sldMk cId="1583289337" sldId="1877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27126801-0F36-48FD-8DC9-4F4EBE7B587C}" dt="2024-08-29T14:48:03.195" v="96" actId="20577"/>
          <ac:spMkLst>
            <pc:docMk/>
            <pc:sldMk cId="1583289337" sldId="1877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27126801-0F36-48FD-8DC9-4F4EBE7B587C}" dt="2024-08-29T14:49:17.186" v="145" actId="20577"/>
          <ac:spMkLst>
            <pc:docMk/>
            <pc:sldMk cId="1583289337" sldId="1877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8:01:43.332" v="2447"/>
        <pc:sldMkLst>
          <pc:docMk/>
          <pc:sldMk cId="3576630786" sldId="1878"/>
        </pc:sldMkLst>
        <pc:spChg chg="mod">
          <ac:chgData name="George Stephen, Reuben" userId="f36fcdba-2387-45bd-94a7-0c45a8a9ccec" providerId="ADAL" clId="{27126801-0F36-48FD-8DC9-4F4EBE7B587C}" dt="2024-08-31T08:01:43.332" v="2447"/>
          <ac:spMkLst>
            <pc:docMk/>
            <pc:sldMk cId="3576630786" sldId="1878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27126801-0F36-48FD-8DC9-4F4EBE7B587C}" dt="2024-08-29T14:55:34.289" v="207" actId="20577"/>
          <ac:spMkLst>
            <pc:docMk/>
            <pc:sldMk cId="3576630786" sldId="187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27126801-0F36-48FD-8DC9-4F4EBE7B587C}" dt="2024-08-29T14:55:27.610" v="206" actId="20577"/>
          <ac:spMkLst>
            <pc:docMk/>
            <pc:sldMk cId="3576630786" sldId="1878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27126801-0F36-48FD-8DC9-4F4EBE7B587C}" dt="2024-08-30T22:03:42.399" v="470" actId="20577"/>
        <pc:sldMkLst>
          <pc:docMk/>
          <pc:sldMk cId="3885500712" sldId="1879"/>
        </pc:sldMkLst>
        <pc:spChg chg="mod">
          <ac:chgData name="George Stephen, Reuben" userId="f36fcdba-2387-45bd-94a7-0c45a8a9ccec" providerId="ADAL" clId="{27126801-0F36-48FD-8DC9-4F4EBE7B587C}" dt="2024-08-30T21:33:08.190" v="333" actId="6549"/>
          <ac:spMkLst>
            <pc:docMk/>
            <pc:sldMk cId="3885500712" sldId="1879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03:42.399" v="470" actId="20577"/>
          <ac:spMkLst>
            <pc:docMk/>
            <pc:sldMk cId="3885500712" sldId="1879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27126801-0F36-48FD-8DC9-4F4EBE7B587C}" dt="2024-08-30T21:29:26.425" v="316" actId="20577"/>
          <ac:spMkLst>
            <pc:docMk/>
            <pc:sldMk cId="3885500712" sldId="1879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27126801-0F36-48FD-8DC9-4F4EBE7B587C}" dt="2024-08-30T22:03:39.071" v="469" actId="20577"/>
        <pc:sldMkLst>
          <pc:docMk/>
          <pc:sldMk cId="3839208713" sldId="1880"/>
        </pc:sldMkLst>
        <pc:spChg chg="mod">
          <ac:chgData name="George Stephen, Reuben" userId="f36fcdba-2387-45bd-94a7-0c45a8a9ccec" providerId="ADAL" clId="{27126801-0F36-48FD-8DC9-4F4EBE7B587C}" dt="2024-08-30T21:38:21.900" v="381" actId="20577"/>
          <ac:spMkLst>
            <pc:docMk/>
            <pc:sldMk cId="3839208713" sldId="1880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03:39.071" v="469" actId="20577"/>
          <ac:spMkLst>
            <pc:docMk/>
            <pc:sldMk cId="3839208713" sldId="1880"/>
            <ac:spMk id="4" creationId="{064DE8CA-B187-EC06-A4FA-4F11CB386D6A}"/>
          </ac:spMkLst>
        </pc:spChg>
      </pc:sldChg>
      <pc:sldChg chg="modSp add mod">
        <pc:chgData name="George Stephen, Reuben" userId="f36fcdba-2387-45bd-94a7-0c45a8a9ccec" providerId="ADAL" clId="{27126801-0F36-48FD-8DC9-4F4EBE7B587C}" dt="2024-08-30T22:03:34.229" v="468" actId="20577"/>
        <pc:sldMkLst>
          <pc:docMk/>
          <pc:sldMk cId="883005596" sldId="1881"/>
        </pc:sldMkLst>
        <pc:spChg chg="mod">
          <ac:chgData name="George Stephen, Reuben" userId="f36fcdba-2387-45bd-94a7-0c45a8a9ccec" providerId="ADAL" clId="{27126801-0F36-48FD-8DC9-4F4EBE7B587C}" dt="2024-08-30T21:39:32.188" v="398" actId="20577"/>
          <ac:spMkLst>
            <pc:docMk/>
            <pc:sldMk cId="883005596" sldId="188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03:34.229" v="468" actId="20577"/>
          <ac:spMkLst>
            <pc:docMk/>
            <pc:sldMk cId="883005596" sldId="1881"/>
            <ac:spMk id="4" creationId="{064DE8CA-B187-EC06-A4FA-4F11CB386D6A}"/>
          </ac:spMkLst>
        </pc:spChg>
      </pc:sldChg>
      <pc:sldChg chg="modSp add mod">
        <pc:chgData name="George Stephen, Reuben" userId="f36fcdba-2387-45bd-94a7-0c45a8a9ccec" providerId="ADAL" clId="{27126801-0F36-48FD-8DC9-4F4EBE7B587C}" dt="2024-08-30T22:03:31.220" v="467" actId="20577"/>
        <pc:sldMkLst>
          <pc:docMk/>
          <pc:sldMk cId="1191108660" sldId="1882"/>
        </pc:sldMkLst>
        <pc:spChg chg="mod">
          <ac:chgData name="George Stephen, Reuben" userId="f36fcdba-2387-45bd-94a7-0c45a8a9ccec" providerId="ADAL" clId="{27126801-0F36-48FD-8DC9-4F4EBE7B587C}" dt="2024-08-30T21:40:38.549" v="406" actId="27636"/>
          <ac:spMkLst>
            <pc:docMk/>
            <pc:sldMk cId="1191108660" sldId="1882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03:31.220" v="467" actId="20577"/>
          <ac:spMkLst>
            <pc:docMk/>
            <pc:sldMk cId="1191108660" sldId="1882"/>
            <ac:spMk id="4" creationId="{064DE8CA-B187-EC06-A4FA-4F11CB386D6A}"/>
          </ac:spMkLst>
        </pc:spChg>
      </pc:sldChg>
      <pc:sldChg chg="modSp add mod">
        <pc:chgData name="George Stephen, Reuben" userId="f36fcdba-2387-45bd-94a7-0c45a8a9ccec" providerId="ADAL" clId="{27126801-0F36-48FD-8DC9-4F4EBE7B587C}" dt="2024-08-30T22:12:41.498" v="524" actId="20577"/>
        <pc:sldMkLst>
          <pc:docMk/>
          <pc:sldMk cId="84852199" sldId="1883"/>
        </pc:sldMkLst>
        <pc:spChg chg="mod">
          <ac:chgData name="George Stephen, Reuben" userId="f36fcdba-2387-45bd-94a7-0c45a8a9ccec" providerId="ADAL" clId="{27126801-0F36-48FD-8DC9-4F4EBE7B587C}" dt="2024-08-30T21:46:29.369" v="436" actId="27636"/>
          <ac:spMkLst>
            <pc:docMk/>
            <pc:sldMk cId="84852199" sldId="1883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12:41.498" v="524" actId="20577"/>
          <ac:spMkLst>
            <pc:docMk/>
            <pc:sldMk cId="84852199" sldId="1883"/>
            <ac:spMk id="4" creationId="{064DE8CA-B187-EC06-A4FA-4F11CB386D6A}"/>
          </ac:spMkLst>
        </pc:spChg>
      </pc:sldChg>
      <pc:sldChg chg="modSp add mod">
        <pc:chgData name="George Stephen, Reuben" userId="f36fcdba-2387-45bd-94a7-0c45a8a9ccec" providerId="ADAL" clId="{27126801-0F36-48FD-8DC9-4F4EBE7B587C}" dt="2024-08-30T22:09:17.513" v="523" actId="20577"/>
        <pc:sldMkLst>
          <pc:docMk/>
          <pc:sldMk cId="227739646" sldId="1884"/>
        </pc:sldMkLst>
        <pc:spChg chg="mod">
          <ac:chgData name="George Stephen, Reuben" userId="f36fcdba-2387-45bd-94a7-0c45a8a9ccec" providerId="ADAL" clId="{27126801-0F36-48FD-8DC9-4F4EBE7B587C}" dt="2024-08-30T22:09:17.513" v="523" actId="20577"/>
          <ac:spMkLst>
            <pc:docMk/>
            <pc:sldMk cId="227739646" sldId="1884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27126801-0F36-48FD-8DC9-4F4EBE7B587C}" dt="2024-08-30T22:08:35.437" v="505" actId="27636"/>
          <ac:spMkLst>
            <pc:docMk/>
            <pc:sldMk cId="227739646" sldId="1884"/>
            <ac:spMk id="4" creationId="{064DE8CA-B187-EC06-A4FA-4F11CB386D6A}"/>
          </ac:spMkLst>
        </pc:spChg>
      </pc:sldChg>
      <pc:sldChg chg="add del">
        <pc:chgData name="George Stephen, Reuben" userId="f36fcdba-2387-45bd-94a7-0c45a8a9ccec" providerId="ADAL" clId="{27126801-0F36-48FD-8DC9-4F4EBE7B587C}" dt="2024-08-30T21:48:05.237" v="438" actId="47"/>
        <pc:sldMkLst>
          <pc:docMk/>
          <pc:sldMk cId="2823027100" sldId="1884"/>
        </pc:sldMkLst>
      </pc:sldChg>
      <pc:sldChg chg="modSp add del mod">
        <pc:chgData name="George Stephen, Reuben" userId="f36fcdba-2387-45bd-94a7-0c45a8a9ccec" providerId="ADAL" clId="{27126801-0F36-48FD-8DC9-4F4EBE7B587C}" dt="2024-08-31T04:40:30.999" v="806" actId="47"/>
        <pc:sldMkLst>
          <pc:docMk/>
          <pc:sldMk cId="3886918293" sldId="1885"/>
        </pc:sldMkLst>
        <pc:spChg chg="mod">
          <ac:chgData name="George Stephen, Reuben" userId="f36fcdba-2387-45bd-94a7-0c45a8a9ccec" providerId="ADAL" clId="{27126801-0F36-48FD-8DC9-4F4EBE7B587C}" dt="2024-08-31T04:16:56.377" v="594" actId="403"/>
          <ac:spMkLst>
            <pc:docMk/>
            <pc:sldMk cId="3886918293" sldId="1885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17:00.265" v="595" actId="20577"/>
          <ac:spMkLst>
            <pc:docMk/>
            <pc:sldMk cId="3886918293" sldId="1885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16:16.457" v="589" actId="20577"/>
          <ac:spMkLst>
            <pc:docMk/>
            <pc:sldMk cId="3886918293" sldId="1885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27:44.560" v="714"/>
        <pc:sldMkLst>
          <pc:docMk/>
          <pc:sldMk cId="2445496800" sldId="1886"/>
        </pc:sldMkLst>
        <pc:spChg chg="mod">
          <ac:chgData name="George Stephen, Reuben" userId="f36fcdba-2387-45bd-94a7-0c45a8a9ccec" providerId="ADAL" clId="{27126801-0F36-48FD-8DC9-4F4EBE7B587C}" dt="2024-08-31T04:27:44.560" v="714"/>
          <ac:spMkLst>
            <pc:docMk/>
            <pc:sldMk cId="2445496800" sldId="1886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4:26:18.006" v="702" actId="1076"/>
          <ac:spMkLst>
            <pc:docMk/>
            <pc:sldMk cId="2445496800" sldId="1886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23:41.522" v="652" actId="20577"/>
          <ac:spMkLst>
            <pc:docMk/>
            <pc:sldMk cId="2445496800" sldId="1886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23:24.246" v="651" actId="12788"/>
          <ac:spMkLst>
            <pc:docMk/>
            <pc:sldMk cId="2445496800" sldId="1886"/>
            <ac:spMk id="14" creationId="{6B5C07C5-478F-8C5E-9799-96B690B3C07D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4:30:47.747" v="756" actId="20577"/>
        <pc:sldMkLst>
          <pc:docMk/>
          <pc:sldMk cId="3603048026" sldId="1887"/>
        </pc:sldMkLst>
        <pc:spChg chg="mod">
          <ac:chgData name="George Stephen, Reuben" userId="f36fcdba-2387-45bd-94a7-0c45a8a9ccec" providerId="ADAL" clId="{27126801-0F36-48FD-8DC9-4F4EBE7B587C}" dt="2024-08-31T04:27:18.688" v="709" actId="12788"/>
          <ac:spMkLst>
            <pc:docMk/>
            <pc:sldMk cId="3603048026" sldId="1887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30:47.747" v="756" actId="20577"/>
          <ac:spMkLst>
            <pc:docMk/>
            <pc:sldMk cId="3603048026" sldId="1887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27:12.199" v="707" actId="12788"/>
          <ac:spMkLst>
            <pc:docMk/>
            <pc:sldMk cId="3603048026" sldId="1887"/>
            <ac:spMk id="14" creationId="{6B5C07C5-478F-8C5E-9799-96B690B3C07D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4:30:51.085" v="757" actId="20577"/>
        <pc:sldMkLst>
          <pc:docMk/>
          <pc:sldMk cId="2053886080" sldId="1888"/>
        </pc:sldMkLst>
        <pc:spChg chg="mod">
          <ac:chgData name="George Stephen, Reuben" userId="f36fcdba-2387-45bd-94a7-0c45a8a9ccec" providerId="ADAL" clId="{27126801-0F36-48FD-8DC9-4F4EBE7B587C}" dt="2024-08-31T04:29:41.930" v="726" actId="20577"/>
          <ac:spMkLst>
            <pc:docMk/>
            <pc:sldMk cId="2053886080" sldId="1888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30:51.085" v="757" actId="20577"/>
          <ac:spMkLst>
            <pc:docMk/>
            <pc:sldMk cId="2053886080" sldId="1888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30:41.177" v="755" actId="12788"/>
          <ac:spMkLst>
            <pc:docMk/>
            <pc:sldMk cId="2053886080" sldId="1888"/>
            <ac:spMk id="14" creationId="{6B5C07C5-478F-8C5E-9799-96B690B3C07D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4:39:14.873" v="799" actId="20577"/>
        <pc:sldMkLst>
          <pc:docMk/>
          <pc:sldMk cId="776703739" sldId="1889"/>
        </pc:sldMkLst>
        <pc:spChg chg="mod">
          <ac:chgData name="George Stephen, Reuben" userId="f36fcdba-2387-45bd-94a7-0c45a8a9ccec" providerId="ADAL" clId="{27126801-0F36-48FD-8DC9-4F4EBE7B587C}" dt="2024-08-31T04:38:45.284" v="792"/>
          <ac:spMkLst>
            <pc:docMk/>
            <pc:sldMk cId="776703739" sldId="1889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39:14.873" v="799" actId="20577"/>
          <ac:spMkLst>
            <pc:docMk/>
            <pc:sldMk cId="776703739" sldId="1889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39:00.105" v="798" actId="20577"/>
          <ac:spMkLst>
            <pc:docMk/>
            <pc:sldMk cId="776703739" sldId="1889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39:29.409" v="801" actId="20577"/>
        <pc:sldMkLst>
          <pc:docMk/>
          <pc:sldMk cId="95169945" sldId="1890"/>
        </pc:sldMkLst>
        <pc:spChg chg="mod">
          <ac:chgData name="George Stephen, Reuben" userId="f36fcdba-2387-45bd-94a7-0c45a8a9ccec" providerId="ADAL" clId="{27126801-0F36-48FD-8DC9-4F4EBE7B587C}" dt="2024-08-31T04:39:29.409" v="801" actId="20577"/>
          <ac:spMkLst>
            <pc:docMk/>
            <pc:sldMk cId="95169945" sldId="1890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40:20.729" v="805" actId="6549"/>
        <pc:sldMkLst>
          <pc:docMk/>
          <pc:sldMk cId="101874517" sldId="1891"/>
        </pc:sldMkLst>
        <pc:spChg chg="mod">
          <ac:chgData name="George Stephen, Reuben" userId="f36fcdba-2387-45bd-94a7-0c45a8a9ccec" providerId="ADAL" clId="{27126801-0F36-48FD-8DC9-4F4EBE7B587C}" dt="2024-08-31T04:40:04.046" v="803" actId="20577"/>
          <ac:spMkLst>
            <pc:docMk/>
            <pc:sldMk cId="101874517" sldId="1891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40:20.729" v="805" actId="6549"/>
          <ac:spMkLst>
            <pc:docMk/>
            <pc:sldMk cId="101874517" sldId="1891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41:36.697" v="824" actId="20577"/>
        <pc:sldMkLst>
          <pc:docMk/>
          <pc:sldMk cId="1866926101" sldId="1892"/>
        </pc:sldMkLst>
        <pc:spChg chg="mod">
          <ac:chgData name="George Stephen, Reuben" userId="f36fcdba-2387-45bd-94a7-0c45a8a9ccec" providerId="ADAL" clId="{27126801-0F36-48FD-8DC9-4F4EBE7B587C}" dt="2024-08-31T04:41:36.697" v="824" actId="20577"/>
          <ac:spMkLst>
            <pc:docMk/>
            <pc:sldMk cId="1866926101" sldId="1892"/>
            <ac:spMk id="2" creationId="{00000000-0000-0000-0000-000000000000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45:54.442" v="879" actId="20577"/>
        <pc:sldMkLst>
          <pc:docMk/>
          <pc:sldMk cId="2520019849" sldId="1893"/>
        </pc:sldMkLst>
        <pc:spChg chg="mod">
          <ac:chgData name="George Stephen, Reuben" userId="f36fcdba-2387-45bd-94a7-0c45a8a9ccec" providerId="ADAL" clId="{27126801-0F36-48FD-8DC9-4F4EBE7B587C}" dt="2024-08-31T04:45:49.218" v="878" actId="12788"/>
          <ac:spMkLst>
            <pc:docMk/>
            <pc:sldMk cId="2520019849" sldId="1893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45:54.442" v="879" actId="20577"/>
          <ac:spMkLst>
            <pc:docMk/>
            <pc:sldMk cId="2520019849" sldId="1893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45:31.783" v="874" actId="12788"/>
          <ac:spMkLst>
            <pc:docMk/>
            <pc:sldMk cId="2520019849" sldId="1893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47:04.369" v="892" actId="20577"/>
        <pc:sldMkLst>
          <pc:docMk/>
          <pc:sldMk cId="1972801425" sldId="1894"/>
        </pc:sldMkLst>
        <pc:spChg chg="mod">
          <ac:chgData name="George Stephen, Reuben" userId="f36fcdba-2387-45bd-94a7-0c45a8a9ccec" providerId="ADAL" clId="{27126801-0F36-48FD-8DC9-4F4EBE7B587C}" dt="2024-08-31T04:47:00.830" v="891" actId="12788"/>
          <ac:spMkLst>
            <pc:docMk/>
            <pc:sldMk cId="1972801425" sldId="1894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47:04.369" v="892" actId="20577"/>
          <ac:spMkLst>
            <pc:docMk/>
            <pc:sldMk cId="1972801425" sldId="1894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46:41.401" v="888" actId="6549"/>
          <ac:spMkLst>
            <pc:docMk/>
            <pc:sldMk cId="1972801425" sldId="1894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50:53.201" v="908" actId="20577"/>
        <pc:sldMkLst>
          <pc:docMk/>
          <pc:sldMk cId="574933592" sldId="1895"/>
        </pc:sldMkLst>
        <pc:spChg chg="mod">
          <ac:chgData name="George Stephen, Reuben" userId="f36fcdba-2387-45bd-94a7-0c45a8a9ccec" providerId="ADAL" clId="{27126801-0F36-48FD-8DC9-4F4EBE7B587C}" dt="2024-08-31T04:50:53.201" v="908" actId="20577"/>
          <ac:spMkLst>
            <pc:docMk/>
            <pc:sldMk cId="574933592" sldId="1895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50:33.788" v="905" actId="20577"/>
          <ac:spMkLst>
            <pc:docMk/>
            <pc:sldMk cId="574933592" sldId="1895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48:27.124" v="904" actId="403"/>
          <ac:spMkLst>
            <pc:docMk/>
            <pc:sldMk cId="574933592" sldId="1895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4:53:27.221" v="920" actId="12788"/>
        <pc:sldMkLst>
          <pc:docMk/>
          <pc:sldMk cId="578560449" sldId="1896"/>
        </pc:sldMkLst>
        <pc:spChg chg="mod">
          <ac:chgData name="George Stephen, Reuben" userId="f36fcdba-2387-45bd-94a7-0c45a8a9ccec" providerId="ADAL" clId="{27126801-0F36-48FD-8DC9-4F4EBE7B587C}" dt="2024-08-31T04:53:27.221" v="920" actId="12788"/>
          <ac:spMkLst>
            <pc:docMk/>
            <pc:sldMk cId="578560449" sldId="1896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27126801-0F36-48FD-8DC9-4F4EBE7B587C}" dt="2024-08-31T04:52:43.854" v="917" actId="20577"/>
          <ac:spMkLst>
            <pc:docMk/>
            <pc:sldMk cId="578560449" sldId="1896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4:53:22.158" v="919" actId="12788"/>
          <ac:spMkLst>
            <pc:docMk/>
            <pc:sldMk cId="578560449" sldId="1896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5:18:25.810" v="1635" actId="20577"/>
        <pc:sldMkLst>
          <pc:docMk/>
          <pc:sldMk cId="2058924502" sldId="1897"/>
        </pc:sldMkLst>
        <pc:spChg chg="mod">
          <ac:chgData name="George Stephen, Reuben" userId="f36fcdba-2387-45bd-94a7-0c45a8a9ccec" providerId="ADAL" clId="{27126801-0F36-48FD-8DC9-4F4EBE7B587C}" dt="2024-08-31T05:05:22.719" v="1161" actId="12788"/>
          <ac:spMkLst>
            <pc:docMk/>
            <pc:sldMk cId="2058924502" sldId="1897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5:05:16.274" v="1160" actId="20577"/>
          <ac:spMkLst>
            <pc:docMk/>
            <pc:sldMk cId="2058924502" sldId="189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5:18:25.810" v="1635" actId="20577"/>
          <ac:spMkLst>
            <pc:docMk/>
            <pc:sldMk cId="2058924502" sldId="189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5:18:22.706" v="1634" actId="20577"/>
        <pc:sldMkLst>
          <pc:docMk/>
          <pc:sldMk cId="112914657" sldId="1898"/>
        </pc:sldMkLst>
        <pc:spChg chg="mod">
          <ac:chgData name="George Stephen, Reuben" userId="f36fcdba-2387-45bd-94a7-0c45a8a9ccec" providerId="ADAL" clId="{27126801-0F36-48FD-8DC9-4F4EBE7B587C}" dt="2024-08-31T05:05:47.915" v="1166"/>
          <ac:spMkLst>
            <pc:docMk/>
            <pc:sldMk cId="112914657" sldId="1898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5:06:32.194" v="1278" actId="12788"/>
          <ac:spMkLst>
            <pc:docMk/>
            <pc:sldMk cId="112914657" sldId="1898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5:18:22.706" v="1634" actId="20577"/>
          <ac:spMkLst>
            <pc:docMk/>
            <pc:sldMk cId="112914657" sldId="189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5:18:18.284" v="1633" actId="20577"/>
        <pc:sldMkLst>
          <pc:docMk/>
          <pc:sldMk cId="2875153095" sldId="1899"/>
        </pc:sldMkLst>
        <pc:spChg chg="mod">
          <ac:chgData name="George Stephen, Reuben" userId="f36fcdba-2387-45bd-94a7-0c45a8a9ccec" providerId="ADAL" clId="{27126801-0F36-48FD-8DC9-4F4EBE7B587C}" dt="2024-08-31T05:13:16.209" v="1283"/>
          <ac:spMkLst>
            <pc:docMk/>
            <pc:sldMk cId="2875153095" sldId="1899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5:13:44.152" v="1390" actId="20577"/>
          <ac:spMkLst>
            <pc:docMk/>
            <pc:sldMk cId="2875153095" sldId="1899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5:18:18.284" v="1633" actId="20577"/>
          <ac:spMkLst>
            <pc:docMk/>
            <pc:sldMk cId="2875153095" sldId="1899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5:18:14.896" v="1632" actId="20577"/>
        <pc:sldMkLst>
          <pc:docMk/>
          <pc:sldMk cId="3540337960" sldId="1900"/>
        </pc:sldMkLst>
        <pc:spChg chg="mod">
          <ac:chgData name="George Stephen, Reuben" userId="f36fcdba-2387-45bd-94a7-0c45a8a9ccec" providerId="ADAL" clId="{27126801-0F36-48FD-8DC9-4F4EBE7B587C}" dt="2024-08-31T05:14:45.932" v="1407"/>
          <ac:spMkLst>
            <pc:docMk/>
            <pc:sldMk cId="3540337960" sldId="1900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5:15:22.860" v="1505" actId="12788"/>
          <ac:spMkLst>
            <pc:docMk/>
            <pc:sldMk cId="3540337960" sldId="1900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5:18:14.896" v="1632" actId="20577"/>
          <ac:spMkLst>
            <pc:docMk/>
            <pc:sldMk cId="3540337960" sldId="1900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5:18:10.914" v="1631" actId="20577"/>
        <pc:sldMkLst>
          <pc:docMk/>
          <pc:sldMk cId="168863060" sldId="1901"/>
        </pc:sldMkLst>
        <pc:spChg chg="mod">
          <ac:chgData name="George Stephen, Reuben" userId="f36fcdba-2387-45bd-94a7-0c45a8a9ccec" providerId="ADAL" clId="{27126801-0F36-48FD-8DC9-4F4EBE7B587C}" dt="2024-08-31T05:17:30.931" v="1513"/>
          <ac:spMkLst>
            <pc:docMk/>
            <pc:sldMk cId="168863060" sldId="1901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5:18:03.749" v="1629" actId="12788"/>
          <ac:spMkLst>
            <pc:docMk/>
            <pc:sldMk cId="168863060" sldId="1901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5:18:10.914" v="1631" actId="20577"/>
          <ac:spMkLst>
            <pc:docMk/>
            <pc:sldMk cId="168863060" sldId="1901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1:48.156" v="2297" actId="20577"/>
        <pc:sldMkLst>
          <pc:docMk/>
          <pc:sldMk cId="1342567173" sldId="1902"/>
        </pc:sldMkLst>
        <pc:spChg chg="mod">
          <ac:chgData name="George Stephen, Reuben" userId="f36fcdba-2387-45bd-94a7-0c45a8a9ccec" providerId="ADAL" clId="{27126801-0F36-48FD-8DC9-4F4EBE7B587C}" dt="2024-08-31T05:29:48.968" v="1691" actId="12788"/>
          <ac:spMkLst>
            <pc:docMk/>
            <pc:sldMk cId="1342567173" sldId="1902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1:48.156" v="2297" actId="20577"/>
          <ac:spMkLst>
            <pc:docMk/>
            <pc:sldMk cId="1342567173" sldId="1902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1:51.124" v="2298" actId="20577"/>
        <pc:sldMkLst>
          <pc:docMk/>
          <pc:sldMk cId="4211411003" sldId="1903"/>
        </pc:sldMkLst>
        <pc:spChg chg="mod">
          <ac:chgData name="George Stephen, Reuben" userId="f36fcdba-2387-45bd-94a7-0c45a8a9ccec" providerId="ADAL" clId="{27126801-0F36-48FD-8DC9-4F4EBE7B587C}" dt="2024-08-31T05:30:45.305" v="1711"/>
          <ac:spMkLst>
            <pc:docMk/>
            <pc:sldMk cId="4211411003" sldId="1903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27126801-0F36-48FD-8DC9-4F4EBE7B587C}" dt="2024-08-31T05:42:07.593" v="1794" actId="20577"/>
          <ac:spMkLst>
            <pc:docMk/>
            <pc:sldMk cId="4211411003" sldId="1903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1:51.124" v="2298" actId="20577"/>
          <ac:spMkLst>
            <pc:docMk/>
            <pc:sldMk cId="4211411003" sldId="190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1:54.043" v="2299" actId="20577"/>
        <pc:sldMkLst>
          <pc:docMk/>
          <pc:sldMk cId="1372465064" sldId="1904"/>
        </pc:sldMkLst>
        <pc:spChg chg="mod">
          <ac:chgData name="George Stephen, Reuben" userId="f36fcdba-2387-45bd-94a7-0c45a8a9ccec" providerId="ADAL" clId="{27126801-0F36-48FD-8DC9-4F4EBE7B587C}" dt="2024-08-31T05:32:22.489" v="1730" actId="1076"/>
          <ac:spMkLst>
            <pc:docMk/>
            <pc:sldMk cId="1372465064" sldId="1904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27126801-0F36-48FD-8DC9-4F4EBE7B587C}" dt="2024-08-31T05:32:01.065" v="1725" actId="20577"/>
          <ac:spMkLst>
            <pc:docMk/>
            <pc:sldMk cId="1372465064" sldId="1904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1:54.043" v="2299" actId="20577"/>
          <ac:spMkLst>
            <pc:docMk/>
            <pc:sldMk cId="1372465064" sldId="1904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2:00.467" v="2301" actId="20577"/>
        <pc:sldMkLst>
          <pc:docMk/>
          <pc:sldMk cId="2370334216" sldId="1905"/>
        </pc:sldMkLst>
        <pc:spChg chg="mod">
          <ac:chgData name="George Stephen, Reuben" userId="f36fcdba-2387-45bd-94a7-0c45a8a9ccec" providerId="ADAL" clId="{27126801-0F36-48FD-8DC9-4F4EBE7B587C}" dt="2024-08-31T05:36:15.112" v="1754" actId="12788"/>
          <ac:spMkLst>
            <pc:docMk/>
            <pc:sldMk cId="2370334216" sldId="1905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27126801-0F36-48FD-8DC9-4F4EBE7B587C}" dt="2024-08-31T05:35:55.845" v="1751" actId="20577"/>
          <ac:spMkLst>
            <pc:docMk/>
            <pc:sldMk cId="2370334216" sldId="1905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2:00.467" v="2301" actId="20577"/>
          <ac:spMkLst>
            <pc:docMk/>
            <pc:sldMk cId="2370334216" sldId="1905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1:57.340" v="2300" actId="20577"/>
        <pc:sldMkLst>
          <pc:docMk/>
          <pc:sldMk cId="2432781480" sldId="1906"/>
        </pc:sldMkLst>
        <pc:spChg chg="mod">
          <ac:chgData name="George Stephen, Reuben" userId="f36fcdba-2387-45bd-94a7-0c45a8a9ccec" providerId="ADAL" clId="{27126801-0F36-48FD-8DC9-4F4EBE7B587C}" dt="2024-08-31T05:42:21.484" v="1802" actId="20577"/>
          <ac:spMkLst>
            <pc:docMk/>
            <pc:sldMk cId="2432781480" sldId="1906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1:57.340" v="2300" actId="20577"/>
          <ac:spMkLst>
            <pc:docMk/>
            <pc:sldMk cId="2432781480" sldId="190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2:03.623" v="2302" actId="20577"/>
        <pc:sldMkLst>
          <pc:docMk/>
          <pc:sldMk cId="1196894301" sldId="1907"/>
        </pc:sldMkLst>
        <pc:spChg chg="mod">
          <ac:chgData name="George Stephen, Reuben" userId="f36fcdba-2387-45bd-94a7-0c45a8a9ccec" providerId="ADAL" clId="{27126801-0F36-48FD-8DC9-4F4EBE7B587C}" dt="2024-08-31T05:45:47.894" v="1803"/>
          <ac:spMkLst>
            <pc:docMk/>
            <pc:sldMk cId="1196894301" sldId="190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2:03.623" v="2302" actId="20577"/>
          <ac:spMkLst>
            <pc:docMk/>
            <pc:sldMk cId="1196894301" sldId="1907"/>
            <ac:spMk id="13" creationId="{007BB913-9B65-46EC-B661-42A703EE22EC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6:32:06.983" v="2303" actId="20577"/>
        <pc:sldMkLst>
          <pc:docMk/>
          <pc:sldMk cId="346179658" sldId="1908"/>
        </pc:sldMkLst>
        <pc:spChg chg="mod">
          <ac:chgData name="George Stephen, Reuben" userId="f36fcdba-2387-45bd-94a7-0c45a8a9ccec" providerId="ADAL" clId="{27126801-0F36-48FD-8DC9-4F4EBE7B587C}" dt="2024-08-31T05:40:41.573" v="1769"/>
          <ac:spMkLst>
            <pc:docMk/>
            <pc:sldMk cId="346179658" sldId="1908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27126801-0F36-48FD-8DC9-4F4EBE7B587C}" dt="2024-08-31T05:39:49.751" v="1768" actId="20577"/>
          <ac:spMkLst>
            <pc:docMk/>
            <pc:sldMk cId="346179658" sldId="1908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2:06.983" v="2303" actId="20577"/>
          <ac:spMkLst>
            <pc:docMk/>
            <pc:sldMk cId="346179658" sldId="1908"/>
            <ac:spMk id="13" creationId="{007BB913-9B65-46EC-B661-42A703EE22EC}"/>
          </ac:spMkLst>
        </pc:spChg>
      </pc:sldChg>
      <pc:sldChg chg="add del">
        <pc:chgData name="George Stephen, Reuben" userId="f36fcdba-2387-45bd-94a7-0c45a8a9ccec" providerId="ADAL" clId="{27126801-0F36-48FD-8DC9-4F4EBE7B587C}" dt="2024-08-31T05:41:05.690" v="1774" actId="47"/>
        <pc:sldMkLst>
          <pc:docMk/>
          <pc:sldMk cId="4131983451" sldId="1909"/>
        </pc:sldMkLst>
      </pc:sldChg>
      <pc:sldChg chg="modSp add mod ord">
        <pc:chgData name="George Stephen, Reuben" userId="f36fcdba-2387-45bd-94a7-0c45a8a9ccec" providerId="ADAL" clId="{27126801-0F36-48FD-8DC9-4F4EBE7B587C}" dt="2024-08-31T06:32:09.684" v="2304" actId="20577"/>
        <pc:sldMkLst>
          <pc:docMk/>
          <pc:sldMk cId="3385769749" sldId="1910"/>
        </pc:sldMkLst>
        <pc:spChg chg="mod">
          <ac:chgData name="George Stephen, Reuben" userId="f36fcdba-2387-45bd-94a7-0c45a8a9ccec" providerId="ADAL" clId="{27126801-0F36-48FD-8DC9-4F4EBE7B587C}" dt="2024-08-31T05:45:51.223" v="1804"/>
          <ac:spMkLst>
            <pc:docMk/>
            <pc:sldMk cId="3385769749" sldId="1910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2:09.684" v="2304" actId="20577"/>
          <ac:spMkLst>
            <pc:docMk/>
            <pc:sldMk cId="3385769749" sldId="1910"/>
            <ac:spMk id="13" creationId="{007BB913-9B65-46EC-B661-42A703EE22EC}"/>
          </ac:spMkLst>
        </pc:spChg>
      </pc:sldChg>
      <pc:sldChg chg="addSp modSp add mod">
        <pc:chgData name="George Stephen, Reuben" userId="f36fcdba-2387-45bd-94a7-0c45a8a9ccec" providerId="ADAL" clId="{27126801-0F36-48FD-8DC9-4F4EBE7B587C}" dt="2024-08-31T06:32:16.736" v="2306" actId="20577"/>
        <pc:sldMkLst>
          <pc:docMk/>
          <pc:sldMk cId="3030387144" sldId="1911"/>
        </pc:sldMkLst>
        <pc:spChg chg="add mod">
          <ac:chgData name="George Stephen, Reuben" userId="f36fcdba-2387-45bd-94a7-0c45a8a9ccec" providerId="ADAL" clId="{27126801-0F36-48FD-8DC9-4F4EBE7B587C}" dt="2024-08-31T06:00:42.600" v="1894" actId="13822"/>
          <ac:spMkLst>
            <pc:docMk/>
            <pc:sldMk cId="3030387144" sldId="1911"/>
            <ac:spMk id="3" creationId="{F38BB0E9-2350-17D8-3537-B5E360D0B444}"/>
          </ac:spMkLst>
        </pc:spChg>
        <pc:spChg chg="add mod">
          <ac:chgData name="George Stephen, Reuben" userId="f36fcdba-2387-45bd-94a7-0c45a8a9ccec" providerId="ADAL" clId="{27126801-0F36-48FD-8DC9-4F4EBE7B587C}" dt="2024-08-31T06:00:48.998" v="1896" actId="1076"/>
          <ac:spMkLst>
            <pc:docMk/>
            <pc:sldMk cId="3030387144" sldId="1911"/>
            <ac:spMk id="4" creationId="{BCA3BDF6-5DF3-A889-CEBF-EA151B929D24}"/>
          </ac:spMkLst>
        </pc:spChg>
        <pc:spChg chg="add mod">
          <ac:chgData name="George Stephen, Reuben" userId="f36fcdba-2387-45bd-94a7-0c45a8a9ccec" providerId="ADAL" clId="{27126801-0F36-48FD-8DC9-4F4EBE7B587C}" dt="2024-08-31T06:01:09.896" v="1900" actId="1076"/>
          <ac:spMkLst>
            <pc:docMk/>
            <pc:sldMk cId="3030387144" sldId="1911"/>
            <ac:spMk id="6" creationId="{4405C7E9-7E83-AC96-F5F9-91D1E3E8B17C}"/>
          </ac:spMkLst>
        </pc:spChg>
        <pc:spChg chg="add mod">
          <ac:chgData name="George Stephen, Reuben" userId="f36fcdba-2387-45bd-94a7-0c45a8a9ccec" providerId="ADAL" clId="{27126801-0F36-48FD-8DC9-4F4EBE7B587C}" dt="2024-08-31T06:01:15.863" v="1902" actId="1076"/>
          <ac:spMkLst>
            <pc:docMk/>
            <pc:sldMk cId="3030387144" sldId="1911"/>
            <ac:spMk id="7" creationId="{61E5A2E5-9B00-17F9-27CB-20E4C9092E0A}"/>
          </ac:spMkLst>
        </pc:spChg>
        <pc:spChg chg="add mod">
          <ac:chgData name="George Stephen, Reuben" userId="f36fcdba-2387-45bd-94a7-0c45a8a9ccec" providerId="ADAL" clId="{27126801-0F36-48FD-8DC9-4F4EBE7B587C}" dt="2024-08-31T06:01:29.010" v="1905" actId="1076"/>
          <ac:spMkLst>
            <pc:docMk/>
            <pc:sldMk cId="3030387144" sldId="1911"/>
            <ac:spMk id="8" creationId="{5376F342-71A1-05BB-0AC9-41B29388B67B}"/>
          </ac:spMkLst>
        </pc:spChg>
        <pc:spChg chg="add mod">
          <ac:chgData name="George Stephen, Reuben" userId="f36fcdba-2387-45bd-94a7-0c45a8a9ccec" providerId="ADAL" clId="{27126801-0F36-48FD-8DC9-4F4EBE7B587C}" dt="2024-08-31T06:01:29.010" v="1905" actId="1076"/>
          <ac:spMkLst>
            <pc:docMk/>
            <pc:sldMk cId="3030387144" sldId="1911"/>
            <ac:spMk id="9" creationId="{9BF0FD84-9CF4-0AF3-6DCC-6CF65ACAFD23}"/>
          </ac:spMkLst>
        </pc:spChg>
        <pc:spChg chg="add mod">
          <ac:chgData name="George Stephen, Reuben" userId="f36fcdba-2387-45bd-94a7-0c45a8a9ccec" providerId="ADAL" clId="{27126801-0F36-48FD-8DC9-4F4EBE7B587C}" dt="2024-08-31T06:01:38.230" v="1907" actId="1076"/>
          <ac:spMkLst>
            <pc:docMk/>
            <pc:sldMk cId="3030387144" sldId="1911"/>
            <ac:spMk id="10" creationId="{B955076C-C7D2-D9C4-A85F-AA917C377CBB}"/>
          </ac:spMkLst>
        </pc:spChg>
        <pc:spChg chg="add mod">
          <ac:chgData name="George Stephen, Reuben" userId="f36fcdba-2387-45bd-94a7-0c45a8a9ccec" providerId="ADAL" clId="{27126801-0F36-48FD-8DC9-4F4EBE7B587C}" dt="2024-08-31T06:01:38.230" v="1907" actId="1076"/>
          <ac:spMkLst>
            <pc:docMk/>
            <pc:sldMk cId="3030387144" sldId="1911"/>
            <ac:spMk id="11" creationId="{91B268B4-BA43-A9B2-8491-428EEA929C02}"/>
          </ac:spMkLst>
        </pc:spChg>
        <pc:spChg chg="mod">
          <ac:chgData name="George Stephen, Reuben" userId="f36fcdba-2387-45bd-94a7-0c45a8a9ccec" providerId="ADAL" clId="{27126801-0F36-48FD-8DC9-4F4EBE7B587C}" dt="2024-08-31T06:32:16.736" v="2306" actId="20577"/>
          <ac:spMkLst>
            <pc:docMk/>
            <pc:sldMk cId="3030387144" sldId="1911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6:00:27.415" v="1890" actId="12788"/>
          <ac:spMkLst>
            <pc:docMk/>
            <pc:sldMk cId="3030387144" sldId="1911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27126801-0F36-48FD-8DC9-4F4EBE7B587C}" dt="2024-08-31T06:00:34.603" v="1892" actId="6549"/>
          <ac:spMkLst>
            <pc:docMk/>
            <pc:sldMk cId="3030387144" sldId="1911"/>
            <ac:spMk id="15" creationId="{93D11A35-D320-C38B-FE72-A124FE9D198E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2:24.023" v="2309" actId="20577"/>
        <pc:sldMkLst>
          <pc:docMk/>
          <pc:sldMk cId="3964498539" sldId="1912"/>
        </pc:sldMkLst>
        <pc:spChg chg="mod">
          <ac:chgData name="George Stephen, Reuben" userId="f36fcdba-2387-45bd-94a7-0c45a8a9ccec" providerId="ADAL" clId="{27126801-0F36-48FD-8DC9-4F4EBE7B587C}" dt="2024-08-31T06:04:32.086" v="1938" actId="1076"/>
          <ac:spMkLst>
            <pc:docMk/>
            <pc:sldMk cId="3964498539" sldId="1912"/>
            <ac:spMk id="3" creationId="{F38BB0E9-2350-17D8-3537-B5E360D0B444}"/>
          </ac:spMkLst>
        </pc:spChg>
        <pc:spChg chg="mod">
          <ac:chgData name="George Stephen, Reuben" userId="f36fcdba-2387-45bd-94a7-0c45a8a9ccec" providerId="ADAL" clId="{27126801-0F36-48FD-8DC9-4F4EBE7B587C}" dt="2024-08-31T06:04:36.999" v="1939" actId="1076"/>
          <ac:spMkLst>
            <pc:docMk/>
            <pc:sldMk cId="3964498539" sldId="1912"/>
            <ac:spMk id="4" creationId="{BCA3BDF6-5DF3-A889-CEBF-EA151B929D24}"/>
          </ac:spMkLst>
        </pc:spChg>
        <pc:spChg chg="mod">
          <ac:chgData name="George Stephen, Reuben" userId="f36fcdba-2387-45bd-94a7-0c45a8a9ccec" providerId="ADAL" clId="{27126801-0F36-48FD-8DC9-4F4EBE7B587C}" dt="2024-08-31T06:04:32.086" v="1938" actId="1076"/>
          <ac:spMkLst>
            <pc:docMk/>
            <pc:sldMk cId="3964498539" sldId="1912"/>
            <ac:spMk id="6" creationId="{4405C7E9-7E83-AC96-F5F9-91D1E3E8B17C}"/>
          </ac:spMkLst>
        </pc:spChg>
        <pc:spChg chg="mod">
          <ac:chgData name="George Stephen, Reuben" userId="f36fcdba-2387-45bd-94a7-0c45a8a9ccec" providerId="ADAL" clId="{27126801-0F36-48FD-8DC9-4F4EBE7B587C}" dt="2024-08-31T06:04:36.999" v="1939" actId="1076"/>
          <ac:spMkLst>
            <pc:docMk/>
            <pc:sldMk cId="3964498539" sldId="1912"/>
            <ac:spMk id="7" creationId="{61E5A2E5-9B00-17F9-27CB-20E4C9092E0A}"/>
          </ac:spMkLst>
        </pc:spChg>
        <pc:spChg chg="mod">
          <ac:chgData name="George Stephen, Reuben" userId="f36fcdba-2387-45bd-94a7-0c45a8a9ccec" providerId="ADAL" clId="{27126801-0F36-48FD-8DC9-4F4EBE7B587C}" dt="2024-08-31T06:32:24.023" v="2309" actId="20577"/>
          <ac:spMkLst>
            <pc:docMk/>
            <pc:sldMk cId="3964498539" sldId="1912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6:04:18.211" v="1937" actId="12788"/>
          <ac:spMkLst>
            <pc:docMk/>
            <pc:sldMk cId="3964498539" sldId="1912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27126801-0F36-48FD-8DC9-4F4EBE7B587C}" dt="2024-08-31T06:03:50.592" v="1924" actId="6549"/>
          <ac:spMkLst>
            <pc:docMk/>
            <pc:sldMk cId="3964498539" sldId="1912"/>
            <ac:spMk id="15" creationId="{93D11A35-D320-C38B-FE72-A124FE9D198E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6:32:19.357" v="2307" actId="20577"/>
        <pc:sldMkLst>
          <pc:docMk/>
          <pc:sldMk cId="604521604" sldId="1913"/>
        </pc:sldMkLst>
        <pc:spChg chg="mod">
          <ac:chgData name="George Stephen, Reuben" userId="f36fcdba-2387-45bd-94a7-0c45a8a9ccec" providerId="ADAL" clId="{27126801-0F36-48FD-8DC9-4F4EBE7B587C}" dt="2024-08-31T06:32:19.357" v="2307" actId="20577"/>
          <ac:spMkLst>
            <pc:docMk/>
            <pc:sldMk cId="604521604" sldId="191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2:27.354" v="2310" actId="20577"/>
        <pc:sldMkLst>
          <pc:docMk/>
          <pc:sldMk cId="3554567462" sldId="1914"/>
        </pc:sldMkLst>
        <pc:spChg chg="mod">
          <ac:chgData name="George Stephen, Reuben" userId="f36fcdba-2387-45bd-94a7-0c45a8a9ccec" providerId="ADAL" clId="{27126801-0F36-48FD-8DC9-4F4EBE7B587C}" dt="2024-08-31T06:32:27.354" v="2310" actId="20577"/>
          <ac:spMkLst>
            <pc:docMk/>
            <pc:sldMk cId="3554567462" sldId="1914"/>
            <ac:spMk id="13" creationId="{007BB913-9B65-46EC-B661-42A703EE22EC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6:32:33.807" v="2311" actId="20577"/>
        <pc:sldMkLst>
          <pc:docMk/>
          <pc:sldMk cId="305414296" sldId="1915"/>
        </pc:sldMkLst>
        <pc:spChg chg="mod">
          <ac:chgData name="George Stephen, Reuben" userId="f36fcdba-2387-45bd-94a7-0c45a8a9ccec" providerId="ADAL" clId="{27126801-0F36-48FD-8DC9-4F4EBE7B587C}" dt="2024-08-31T06:06:06.301" v="1972" actId="1076"/>
          <ac:spMkLst>
            <pc:docMk/>
            <pc:sldMk cId="305414296" sldId="1915"/>
            <ac:spMk id="3" creationId="{F38BB0E9-2350-17D8-3537-B5E360D0B444}"/>
          </ac:spMkLst>
        </pc:spChg>
        <pc:spChg chg="mod">
          <ac:chgData name="George Stephen, Reuben" userId="f36fcdba-2387-45bd-94a7-0c45a8a9ccec" providerId="ADAL" clId="{27126801-0F36-48FD-8DC9-4F4EBE7B587C}" dt="2024-08-31T06:06:00.228" v="1971" actId="1076"/>
          <ac:spMkLst>
            <pc:docMk/>
            <pc:sldMk cId="305414296" sldId="1915"/>
            <ac:spMk id="4" creationId="{BCA3BDF6-5DF3-A889-CEBF-EA151B929D24}"/>
          </ac:spMkLst>
        </pc:spChg>
        <pc:spChg chg="mod">
          <ac:chgData name="George Stephen, Reuben" userId="f36fcdba-2387-45bd-94a7-0c45a8a9ccec" providerId="ADAL" clId="{27126801-0F36-48FD-8DC9-4F4EBE7B587C}" dt="2024-08-31T06:06:06.301" v="1972" actId="1076"/>
          <ac:spMkLst>
            <pc:docMk/>
            <pc:sldMk cId="305414296" sldId="1915"/>
            <ac:spMk id="6" creationId="{4405C7E9-7E83-AC96-F5F9-91D1E3E8B17C}"/>
          </ac:spMkLst>
        </pc:spChg>
        <pc:spChg chg="mod">
          <ac:chgData name="George Stephen, Reuben" userId="f36fcdba-2387-45bd-94a7-0c45a8a9ccec" providerId="ADAL" clId="{27126801-0F36-48FD-8DC9-4F4EBE7B587C}" dt="2024-08-31T06:06:00.228" v="1971" actId="1076"/>
          <ac:spMkLst>
            <pc:docMk/>
            <pc:sldMk cId="305414296" sldId="1915"/>
            <ac:spMk id="7" creationId="{61E5A2E5-9B00-17F9-27CB-20E4C9092E0A}"/>
          </ac:spMkLst>
        </pc:spChg>
        <pc:spChg chg="mod">
          <ac:chgData name="George Stephen, Reuben" userId="f36fcdba-2387-45bd-94a7-0c45a8a9ccec" providerId="ADAL" clId="{27126801-0F36-48FD-8DC9-4F4EBE7B587C}" dt="2024-08-31T06:32:33.807" v="2311" actId="20577"/>
          <ac:spMkLst>
            <pc:docMk/>
            <pc:sldMk cId="305414296" sldId="1915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6:05:50.884" v="1970" actId="6549"/>
          <ac:spMkLst>
            <pc:docMk/>
            <pc:sldMk cId="305414296" sldId="1915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27126801-0F36-48FD-8DC9-4F4EBE7B587C}" dt="2024-08-31T06:05:36.440" v="1959" actId="6549"/>
          <ac:spMkLst>
            <pc:docMk/>
            <pc:sldMk cId="305414296" sldId="1915"/>
            <ac:spMk id="15" creationId="{93D11A35-D320-C38B-FE72-A124FE9D198E}"/>
          </ac:spMkLst>
        </pc:spChg>
      </pc:sldChg>
      <pc:sldChg chg="new del">
        <pc:chgData name="George Stephen, Reuben" userId="f36fcdba-2387-45bd-94a7-0c45a8a9ccec" providerId="ADAL" clId="{27126801-0F36-48FD-8DC9-4F4EBE7B587C}" dt="2024-08-31T06:05:14.580" v="1944" actId="680"/>
        <pc:sldMkLst>
          <pc:docMk/>
          <pc:sldMk cId="1044220633" sldId="1915"/>
        </pc:sldMkLst>
      </pc:sldChg>
      <pc:sldChg chg="modSp add mod">
        <pc:chgData name="George Stephen, Reuben" userId="f36fcdba-2387-45bd-94a7-0c45a8a9ccec" providerId="ADAL" clId="{27126801-0F36-48FD-8DC9-4F4EBE7B587C}" dt="2024-08-31T06:32:38.786" v="2312" actId="20577"/>
        <pc:sldMkLst>
          <pc:docMk/>
          <pc:sldMk cId="2472591556" sldId="1916"/>
        </pc:sldMkLst>
        <pc:spChg chg="mod">
          <ac:chgData name="George Stephen, Reuben" userId="f36fcdba-2387-45bd-94a7-0c45a8a9ccec" providerId="ADAL" clId="{27126801-0F36-48FD-8DC9-4F4EBE7B587C}" dt="2024-08-31T06:32:38.786" v="2312" actId="20577"/>
          <ac:spMkLst>
            <pc:docMk/>
            <pc:sldMk cId="2472591556" sldId="1916"/>
            <ac:spMk id="13" creationId="{007BB913-9B65-46EC-B661-42A703EE22EC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6:32:42.274" v="2313" actId="20577"/>
        <pc:sldMkLst>
          <pc:docMk/>
          <pc:sldMk cId="1956617235" sldId="1917"/>
        </pc:sldMkLst>
        <pc:spChg chg="mod">
          <ac:chgData name="George Stephen, Reuben" userId="f36fcdba-2387-45bd-94a7-0c45a8a9ccec" providerId="ADAL" clId="{27126801-0F36-48FD-8DC9-4F4EBE7B587C}" dt="2024-08-31T06:32:42.274" v="2313" actId="20577"/>
          <ac:spMkLst>
            <pc:docMk/>
            <pc:sldMk cId="1956617235" sldId="191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2:45.825" v="2314" actId="20577"/>
        <pc:sldMkLst>
          <pc:docMk/>
          <pc:sldMk cId="237132595" sldId="1918"/>
        </pc:sldMkLst>
        <pc:spChg chg="mod">
          <ac:chgData name="George Stephen, Reuben" userId="f36fcdba-2387-45bd-94a7-0c45a8a9ccec" providerId="ADAL" clId="{27126801-0F36-48FD-8DC9-4F4EBE7B587C}" dt="2024-08-31T06:32:45.825" v="2314" actId="20577"/>
          <ac:spMkLst>
            <pc:docMk/>
            <pc:sldMk cId="237132595" sldId="1918"/>
            <ac:spMk id="13" creationId="{007BB913-9B65-46EC-B661-42A703EE22EC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6:32:49.459" v="2315" actId="20577"/>
        <pc:sldMkLst>
          <pc:docMk/>
          <pc:sldMk cId="554677126" sldId="1919"/>
        </pc:sldMkLst>
        <pc:spChg chg="mod">
          <ac:chgData name="George Stephen, Reuben" userId="f36fcdba-2387-45bd-94a7-0c45a8a9ccec" providerId="ADAL" clId="{27126801-0F36-48FD-8DC9-4F4EBE7B587C}" dt="2024-08-31T06:09:22.358" v="2008" actId="1076"/>
          <ac:spMkLst>
            <pc:docMk/>
            <pc:sldMk cId="554677126" sldId="1919"/>
            <ac:spMk id="8" creationId="{5376F342-71A1-05BB-0AC9-41B29388B67B}"/>
          </ac:spMkLst>
        </pc:spChg>
        <pc:spChg chg="mod">
          <ac:chgData name="George Stephen, Reuben" userId="f36fcdba-2387-45bd-94a7-0c45a8a9ccec" providerId="ADAL" clId="{27126801-0F36-48FD-8DC9-4F4EBE7B587C}" dt="2024-08-31T06:09:22.358" v="2008" actId="1076"/>
          <ac:spMkLst>
            <pc:docMk/>
            <pc:sldMk cId="554677126" sldId="1919"/>
            <ac:spMk id="9" creationId="{9BF0FD84-9CF4-0AF3-6DCC-6CF65ACAFD23}"/>
          </ac:spMkLst>
        </pc:spChg>
        <pc:spChg chg="mod">
          <ac:chgData name="George Stephen, Reuben" userId="f36fcdba-2387-45bd-94a7-0c45a8a9ccec" providerId="ADAL" clId="{27126801-0F36-48FD-8DC9-4F4EBE7B587C}" dt="2024-08-31T06:09:22.358" v="2008" actId="1076"/>
          <ac:spMkLst>
            <pc:docMk/>
            <pc:sldMk cId="554677126" sldId="1919"/>
            <ac:spMk id="10" creationId="{B955076C-C7D2-D9C4-A85F-AA917C377CBB}"/>
          </ac:spMkLst>
        </pc:spChg>
        <pc:spChg chg="mod">
          <ac:chgData name="George Stephen, Reuben" userId="f36fcdba-2387-45bd-94a7-0c45a8a9ccec" providerId="ADAL" clId="{27126801-0F36-48FD-8DC9-4F4EBE7B587C}" dt="2024-08-31T06:09:22.358" v="2008" actId="1076"/>
          <ac:spMkLst>
            <pc:docMk/>
            <pc:sldMk cId="554677126" sldId="1919"/>
            <ac:spMk id="11" creationId="{91B268B4-BA43-A9B2-8491-428EEA929C02}"/>
          </ac:spMkLst>
        </pc:spChg>
        <pc:spChg chg="mod">
          <ac:chgData name="George Stephen, Reuben" userId="f36fcdba-2387-45bd-94a7-0c45a8a9ccec" providerId="ADAL" clId="{27126801-0F36-48FD-8DC9-4F4EBE7B587C}" dt="2024-08-31T06:32:49.459" v="2315" actId="20577"/>
          <ac:spMkLst>
            <pc:docMk/>
            <pc:sldMk cId="554677126" sldId="1919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27126801-0F36-48FD-8DC9-4F4EBE7B587C}" dt="2024-08-31T06:09:41.834" v="2019" actId="6549"/>
          <ac:spMkLst>
            <pc:docMk/>
            <pc:sldMk cId="554677126" sldId="1919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27126801-0F36-48FD-8DC9-4F4EBE7B587C}" dt="2024-08-31T06:09:10.117" v="2007" actId="12788"/>
          <ac:spMkLst>
            <pc:docMk/>
            <pc:sldMk cId="554677126" sldId="1919"/>
            <ac:spMk id="15" creationId="{93D11A35-D320-C38B-FE72-A124FE9D198E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2:51.792" v="2316" actId="20577"/>
        <pc:sldMkLst>
          <pc:docMk/>
          <pc:sldMk cId="168239878" sldId="1920"/>
        </pc:sldMkLst>
        <pc:spChg chg="mod">
          <ac:chgData name="George Stephen, Reuben" userId="f36fcdba-2387-45bd-94a7-0c45a8a9ccec" providerId="ADAL" clId="{27126801-0F36-48FD-8DC9-4F4EBE7B587C}" dt="2024-08-31T06:32:51.792" v="2316" actId="20577"/>
          <ac:spMkLst>
            <pc:docMk/>
            <pc:sldMk cId="168239878" sldId="1920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22:16.792" v="2157" actId="20577"/>
        <pc:sldMkLst>
          <pc:docMk/>
          <pc:sldMk cId="3316053523" sldId="1921"/>
        </pc:sldMkLst>
        <pc:spChg chg="mod">
          <ac:chgData name="George Stephen, Reuben" userId="f36fcdba-2387-45bd-94a7-0c45a8a9ccec" providerId="ADAL" clId="{27126801-0F36-48FD-8DC9-4F4EBE7B587C}" dt="2024-08-31T06:19:30.831" v="2120" actId="12788"/>
          <ac:spMkLst>
            <pc:docMk/>
            <pc:sldMk cId="3316053523" sldId="1921"/>
            <ac:spMk id="3" creationId="{3DD7E497-16E3-4D0B-D67F-B0783CD0DB3A}"/>
          </ac:spMkLst>
        </pc:spChg>
        <pc:spChg chg="mod">
          <ac:chgData name="George Stephen, Reuben" userId="f36fcdba-2387-45bd-94a7-0c45a8a9ccec" providerId="ADAL" clId="{27126801-0F36-48FD-8DC9-4F4EBE7B587C}" dt="2024-08-31T06:19:38.736" v="2122" actId="1076"/>
          <ac:spMkLst>
            <pc:docMk/>
            <pc:sldMk cId="3316053523" sldId="1921"/>
            <ac:spMk id="5" creationId="{112E09B5-E893-4800-2C09-D538794564EC}"/>
          </ac:spMkLst>
        </pc:spChg>
        <pc:spChg chg="mod">
          <ac:chgData name="George Stephen, Reuben" userId="f36fcdba-2387-45bd-94a7-0c45a8a9ccec" providerId="ADAL" clId="{27126801-0F36-48FD-8DC9-4F4EBE7B587C}" dt="2024-08-31T06:22:16.792" v="2157" actId="20577"/>
          <ac:spMkLst>
            <pc:docMk/>
            <pc:sldMk cId="3316053523" sldId="1921"/>
            <ac:spMk id="6" creationId="{A97AC8B4-2EEA-43E2-9E53-E9E68E4002A0}"/>
          </ac:spMkLst>
        </pc:spChg>
      </pc:sldChg>
      <pc:sldChg chg="modSp add mod ord">
        <pc:chgData name="George Stephen, Reuben" userId="f36fcdba-2387-45bd-94a7-0c45a8a9ccec" providerId="ADAL" clId="{27126801-0F36-48FD-8DC9-4F4EBE7B587C}" dt="2024-08-31T06:22:11.892" v="2156" actId="20577"/>
        <pc:sldMkLst>
          <pc:docMk/>
          <pc:sldMk cId="2736216225" sldId="1922"/>
        </pc:sldMkLst>
        <pc:spChg chg="mod">
          <ac:chgData name="George Stephen, Reuben" userId="f36fcdba-2387-45bd-94a7-0c45a8a9ccec" providerId="ADAL" clId="{27126801-0F36-48FD-8DC9-4F4EBE7B587C}" dt="2024-08-31T06:21:28.428" v="2144" actId="12788"/>
          <ac:spMkLst>
            <pc:docMk/>
            <pc:sldMk cId="2736216225" sldId="1922"/>
            <ac:spMk id="3" creationId="{3DD7E497-16E3-4D0B-D67F-B0783CD0DB3A}"/>
          </ac:spMkLst>
        </pc:spChg>
        <pc:spChg chg="mod">
          <ac:chgData name="George Stephen, Reuben" userId="f36fcdba-2387-45bd-94a7-0c45a8a9ccec" providerId="ADAL" clId="{27126801-0F36-48FD-8DC9-4F4EBE7B587C}" dt="2024-08-31T06:21:55.051" v="2151" actId="6549"/>
          <ac:spMkLst>
            <pc:docMk/>
            <pc:sldMk cId="2736216225" sldId="1922"/>
            <ac:spMk id="5" creationId="{112E09B5-E893-4800-2C09-D538794564EC}"/>
          </ac:spMkLst>
        </pc:spChg>
        <pc:spChg chg="mod">
          <ac:chgData name="George Stephen, Reuben" userId="f36fcdba-2387-45bd-94a7-0c45a8a9ccec" providerId="ADAL" clId="{27126801-0F36-48FD-8DC9-4F4EBE7B587C}" dt="2024-08-31T06:22:11.892" v="2156" actId="20577"/>
          <ac:spMkLst>
            <pc:docMk/>
            <pc:sldMk cId="2736216225" sldId="1922"/>
            <ac:spMk id="6" creationId="{A97AC8B4-2EEA-43E2-9E53-E9E68E4002A0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22:08.530" v="2154" actId="20577"/>
        <pc:sldMkLst>
          <pc:docMk/>
          <pc:sldMk cId="2709157062" sldId="1923"/>
        </pc:sldMkLst>
        <pc:spChg chg="mod">
          <ac:chgData name="George Stephen, Reuben" userId="f36fcdba-2387-45bd-94a7-0c45a8a9ccec" providerId="ADAL" clId="{27126801-0F36-48FD-8DC9-4F4EBE7B587C}" dt="2024-08-31T06:22:08.530" v="2154" actId="20577"/>
          <ac:spMkLst>
            <pc:docMk/>
            <pc:sldMk cId="2709157062" sldId="1923"/>
            <ac:spMk id="6" creationId="{A97AC8B4-2EEA-43E2-9E53-E9E68E4002A0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22:56.680" v="2181" actId="6549"/>
        <pc:sldMkLst>
          <pc:docMk/>
          <pc:sldMk cId="2771654753" sldId="1924"/>
        </pc:sldMkLst>
        <pc:spChg chg="mod">
          <ac:chgData name="George Stephen, Reuben" userId="f36fcdba-2387-45bd-94a7-0c45a8a9ccec" providerId="ADAL" clId="{27126801-0F36-48FD-8DC9-4F4EBE7B587C}" dt="2024-08-31T06:22:56.680" v="2181" actId="6549"/>
          <ac:spMkLst>
            <pc:docMk/>
            <pc:sldMk cId="2771654753" sldId="1924"/>
            <ac:spMk id="2" creationId="{00000000-0000-0000-0000-000000000000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37:57.819" v="2407" actId="20577"/>
        <pc:sldMkLst>
          <pc:docMk/>
          <pc:sldMk cId="1121349201" sldId="1925"/>
        </pc:sldMkLst>
        <pc:spChg chg="mod">
          <ac:chgData name="George Stephen, Reuben" userId="f36fcdba-2387-45bd-94a7-0c45a8a9ccec" providerId="ADAL" clId="{27126801-0F36-48FD-8DC9-4F4EBE7B587C}" dt="2024-08-31T06:23:13.016" v="2183"/>
          <ac:spMkLst>
            <pc:docMk/>
            <pc:sldMk cId="1121349201" sldId="1925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27126801-0F36-48FD-8DC9-4F4EBE7B587C}" dt="2024-08-31T06:34:16.393" v="2322" actId="1076"/>
          <ac:spMkLst>
            <pc:docMk/>
            <pc:sldMk cId="1121349201" sldId="1925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6:31:21.648" v="2292" actId="12788"/>
          <ac:spMkLst>
            <pc:docMk/>
            <pc:sldMk cId="1121349201" sldId="1925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7:57.819" v="2407" actId="20577"/>
          <ac:spMkLst>
            <pc:docMk/>
            <pc:sldMk cId="1121349201" sldId="1925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8:02:33.736" v="2449" actId="20577"/>
        <pc:sldMkLst>
          <pc:docMk/>
          <pc:sldMk cId="3676449927" sldId="1926"/>
        </pc:sldMkLst>
        <pc:spChg chg="mod">
          <ac:chgData name="George Stephen, Reuben" userId="f36fcdba-2387-45bd-94a7-0c45a8a9ccec" providerId="ADAL" clId="{27126801-0F36-48FD-8DC9-4F4EBE7B587C}" dt="2024-08-31T08:02:33.736" v="2449" actId="20577"/>
          <ac:spMkLst>
            <pc:docMk/>
            <pc:sldMk cId="3676449927" sldId="1926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6:37:39.167" v="2403" actId="12788"/>
          <ac:spMkLst>
            <pc:docMk/>
            <pc:sldMk cId="3676449927" sldId="1926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37:54.145" v="2406" actId="20577"/>
          <ac:spMkLst>
            <pc:docMk/>
            <pc:sldMk cId="3676449927" sldId="192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42:27.681" v="2443" actId="20577"/>
        <pc:sldMkLst>
          <pc:docMk/>
          <pc:sldMk cId="3224709370" sldId="1927"/>
        </pc:sldMkLst>
        <pc:spChg chg="mod">
          <ac:chgData name="George Stephen, Reuben" userId="f36fcdba-2387-45bd-94a7-0c45a8a9ccec" providerId="ADAL" clId="{27126801-0F36-48FD-8DC9-4F4EBE7B587C}" dt="2024-08-31T06:38:25.649" v="2414" actId="12788"/>
          <ac:spMkLst>
            <pc:docMk/>
            <pc:sldMk cId="3224709370" sldId="1927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27126801-0F36-48FD-8DC9-4F4EBE7B587C}" dt="2024-08-31T06:42:22.381" v="2442" actId="1076"/>
          <ac:spMkLst>
            <pc:docMk/>
            <pc:sldMk cId="3224709370" sldId="192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27126801-0F36-48FD-8DC9-4F4EBE7B587C}" dt="2024-08-31T06:42:27.681" v="2443" actId="20577"/>
          <ac:spMkLst>
            <pc:docMk/>
            <pc:sldMk cId="3224709370" sldId="192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27126801-0F36-48FD-8DC9-4F4EBE7B587C}" dt="2024-08-31T06:42:37.171" v="2446" actId="20577"/>
        <pc:sldMkLst>
          <pc:docMk/>
          <pc:sldMk cId="2321217703" sldId="1928"/>
        </pc:sldMkLst>
        <pc:spChg chg="mod">
          <ac:chgData name="George Stephen, Reuben" userId="f36fcdba-2387-45bd-94a7-0c45a8a9ccec" providerId="ADAL" clId="{27126801-0F36-48FD-8DC9-4F4EBE7B587C}" dt="2024-08-31T06:42:37.171" v="2446" actId="20577"/>
          <ac:spMkLst>
            <pc:docMk/>
            <pc:sldMk cId="2321217703" sldId="1928"/>
            <ac:spMk id="13" creationId="{007BB913-9B65-46EC-B661-42A703EE22EC}"/>
          </ac:spMkLst>
        </pc:spChg>
      </pc:sldChg>
    </pc:docChg>
  </pc:docChgLst>
  <pc:docChgLst>
    <pc:chgData name="George Stephen, Reuben" userId="f36fcdba-2387-45bd-94a7-0c45a8a9ccec" providerId="ADAL" clId="{937E76F1-C89A-4077-A6EB-54AC603F7FF0}"/>
    <pc:docChg chg="undo redo custSel addSld modSld">
      <pc:chgData name="George Stephen, Reuben" userId="f36fcdba-2387-45bd-94a7-0c45a8a9ccec" providerId="ADAL" clId="{937E76F1-C89A-4077-A6EB-54AC603F7FF0}" dt="2024-06-08T03:38:58.353" v="76" actId="20577"/>
      <pc:docMkLst>
        <pc:docMk/>
      </pc:docMkLst>
      <pc:sldChg chg="modSp mod">
        <pc:chgData name="George Stephen, Reuben" userId="f36fcdba-2387-45bd-94a7-0c45a8a9ccec" providerId="ADAL" clId="{937E76F1-C89A-4077-A6EB-54AC603F7FF0}" dt="2024-06-08T03:35:02.980" v="48" actId="20577"/>
        <pc:sldMkLst>
          <pc:docMk/>
          <pc:sldMk cId="3749989706" sldId="439"/>
        </pc:sldMkLst>
        <pc:spChg chg="mod">
          <ac:chgData name="George Stephen, Reuben" userId="f36fcdba-2387-45bd-94a7-0c45a8a9ccec" providerId="ADAL" clId="{937E76F1-C89A-4077-A6EB-54AC603F7FF0}" dt="2024-06-08T03:35:02.980" v="48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4:28.393" v="25" actId="20577"/>
        <pc:sldMkLst>
          <pc:docMk/>
          <pc:sldMk cId="347759732" sldId="952"/>
        </pc:sldMkLst>
        <pc:spChg chg="mod">
          <ac:chgData name="George Stephen, Reuben" userId="f36fcdba-2387-45bd-94a7-0c45a8a9ccec" providerId="ADAL" clId="{937E76F1-C89A-4077-A6EB-54AC603F7FF0}" dt="2024-06-08T03:34:28.393" v="25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5:16.495" v="57" actId="20577"/>
        <pc:sldMkLst>
          <pc:docMk/>
          <pc:sldMk cId="290555766" sldId="1539"/>
        </pc:sldMkLst>
        <pc:spChg chg="mod">
          <ac:chgData name="George Stephen, Reuben" userId="f36fcdba-2387-45bd-94a7-0c45a8a9ccec" providerId="ADAL" clId="{937E76F1-C89A-4077-A6EB-54AC603F7FF0}" dt="2024-06-08T03:35:16.495" v="57" actId="20577"/>
          <ac:spMkLst>
            <pc:docMk/>
            <pc:sldMk cId="290555766" sldId="1539"/>
            <ac:spMk id="3" creationId="{53CFF2E4-6CD7-C54A-96A9-EDD25A5854ED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4:42.668" v="30"/>
        <pc:sldMkLst>
          <pc:docMk/>
          <pc:sldMk cId="1738488628" sldId="1543"/>
        </pc:sldMkLst>
        <pc:spChg chg="mod">
          <ac:chgData name="George Stephen, Reuben" userId="f36fcdba-2387-45bd-94a7-0c45a8a9ccec" providerId="ADAL" clId="{937E76F1-C89A-4077-A6EB-54AC603F7FF0}" dt="2024-06-08T03:34:42.668" v="30"/>
          <ac:spMkLst>
            <pc:docMk/>
            <pc:sldMk cId="1738488628" sldId="1543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8:27.420" v="61" actId="20577"/>
        <pc:sldMkLst>
          <pc:docMk/>
          <pc:sldMk cId="2386726509" sldId="1689"/>
        </pc:sldMkLst>
        <pc:spChg chg="mod">
          <ac:chgData name="George Stephen, Reuben" userId="f36fcdba-2387-45bd-94a7-0c45a8a9ccec" providerId="ADAL" clId="{937E76F1-C89A-4077-A6EB-54AC603F7FF0}" dt="2024-06-08T03:38:27.420" v="61" actId="20577"/>
          <ac:spMkLst>
            <pc:docMk/>
            <pc:sldMk cId="2386726509" sldId="1689"/>
            <ac:spMk id="2" creationId="{1DA63A6A-450D-4603-B02C-80F270CA1D46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8:33.782" v="64" actId="20577"/>
        <pc:sldMkLst>
          <pc:docMk/>
          <pc:sldMk cId="2344344095" sldId="1853"/>
        </pc:sldMkLst>
        <pc:spChg chg="mod">
          <ac:chgData name="George Stephen, Reuben" userId="f36fcdba-2387-45bd-94a7-0c45a8a9ccec" providerId="ADAL" clId="{937E76F1-C89A-4077-A6EB-54AC603F7FF0}" dt="2024-06-08T03:38:33.782" v="64" actId="20577"/>
          <ac:spMkLst>
            <pc:docMk/>
            <pc:sldMk cId="2344344095" sldId="1853"/>
            <ac:spMk id="2" creationId="{1DA63A6A-450D-4603-B02C-80F270CA1D46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8:40.062" v="67" actId="20577"/>
        <pc:sldMkLst>
          <pc:docMk/>
          <pc:sldMk cId="2233774523" sldId="1854"/>
        </pc:sldMkLst>
        <pc:spChg chg="mod">
          <ac:chgData name="George Stephen, Reuben" userId="f36fcdba-2387-45bd-94a7-0c45a8a9ccec" providerId="ADAL" clId="{937E76F1-C89A-4077-A6EB-54AC603F7FF0}" dt="2024-06-08T03:38:40.062" v="67" actId="20577"/>
          <ac:spMkLst>
            <pc:docMk/>
            <pc:sldMk cId="2233774523" sldId="1854"/>
            <ac:spMk id="2" creationId="{1DA63A6A-450D-4603-B02C-80F270CA1D46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8:47.102" v="70" actId="20577"/>
        <pc:sldMkLst>
          <pc:docMk/>
          <pc:sldMk cId="42649003" sldId="1855"/>
        </pc:sldMkLst>
        <pc:spChg chg="mod">
          <ac:chgData name="George Stephen, Reuben" userId="f36fcdba-2387-45bd-94a7-0c45a8a9ccec" providerId="ADAL" clId="{937E76F1-C89A-4077-A6EB-54AC603F7FF0}" dt="2024-06-08T03:38:47.102" v="70" actId="20577"/>
          <ac:spMkLst>
            <pc:docMk/>
            <pc:sldMk cId="42649003" sldId="1855"/>
            <ac:spMk id="2" creationId="{1DA63A6A-450D-4603-B02C-80F270CA1D46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8:53.298" v="73" actId="20577"/>
        <pc:sldMkLst>
          <pc:docMk/>
          <pc:sldMk cId="1870763965" sldId="1856"/>
        </pc:sldMkLst>
        <pc:spChg chg="mod">
          <ac:chgData name="George Stephen, Reuben" userId="f36fcdba-2387-45bd-94a7-0c45a8a9ccec" providerId="ADAL" clId="{937E76F1-C89A-4077-A6EB-54AC603F7FF0}" dt="2024-06-08T03:38:53.298" v="73" actId="20577"/>
          <ac:spMkLst>
            <pc:docMk/>
            <pc:sldMk cId="1870763965" sldId="1856"/>
            <ac:spMk id="2" creationId="{1DA63A6A-450D-4603-B02C-80F270CA1D46}"/>
          </ac:spMkLst>
        </pc:spChg>
      </pc:sldChg>
      <pc:sldChg chg="modSp mod">
        <pc:chgData name="George Stephen, Reuben" userId="f36fcdba-2387-45bd-94a7-0c45a8a9ccec" providerId="ADAL" clId="{937E76F1-C89A-4077-A6EB-54AC603F7FF0}" dt="2024-06-08T03:38:58.353" v="76" actId="20577"/>
        <pc:sldMkLst>
          <pc:docMk/>
          <pc:sldMk cId="2772470669" sldId="1857"/>
        </pc:sldMkLst>
        <pc:spChg chg="mod">
          <ac:chgData name="George Stephen, Reuben" userId="f36fcdba-2387-45bd-94a7-0c45a8a9ccec" providerId="ADAL" clId="{937E76F1-C89A-4077-A6EB-54AC603F7FF0}" dt="2024-06-08T03:38:58.353" v="76" actId="20577"/>
          <ac:spMkLst>
            <pc:docMk/>
            <pc:sldMk cId="2772470669" sldId="1857"/>
            <ac:spMk id="2" creationId="{1DA63A6A-450D-4603-B02C-80F270CA1D46}"/>
          </ac:spMkLst>
        </pc:spChg>
      </pc:sldChg>
      <pc:sldChg chg="add">
        <pc:chgData name="George Stephen, Reuben" userId="f36fcdba-2387-45bd-94a7-0c45a8a9ccec" providerId="ADAL" clId="{937E76F1-C89A-4077-A6EB-54AC603F7FF0}" dt="2024-06-08T03:35:40.241" v="58"/>
        <pc:sldMkLst>
          <pc:docMk/>
          <pc:sldMk cId="2827482444" sldId="1876"/>
        </pc:sldMkLst>
      </pc:sldChg>
    </pc:docChg>
  </pc:docChgLst>
  <pc:docChgLst>
    <pc:chgData name="George Stephen, Reuben" userId="f36fcdba-2387-45bd-94a7-0c45a8a9ccec" providerId="ADAL" clId="{18BF91BF-2E15-4024-B8D6-27DEE4DC4BD0}"/>
    <pc:docChg chg="undo redo custSel addSld delSld modSld sldOrd">
      <pc:chgData name="George Stephen, Reuben" userId="f36fcdba-2387-45bd-94a7-0c45a8a9ccec" providerId="ADAL" clId="{18BF91BF-2E15-4024-B8D6-27DEE4DC4BD0}" dt="2024-06-07T08:45:52.073" v="2726" actId="20577"/>
      <pc:docMkLst>
        <pc:docMk/>
      </pc:docMkLst>
      <pc:sldChg chg="modSp mod">
        <pc:chgData name="George Stephen, Reuben" userId="f36fcdba-2387-45bd-94a7-0c45a8a9ccec" providerId="ADAL" clId="{18BF91BF-2E15-4024-B8D6-27DEE4DC4BD0}" dt="2024-06-07T07:12:14.786" v="404" actId="20577"/>
        <pc:sldMkLst>
          <pc:docMk/>
          <pc:sldMk cId="2329691217" sldId="511"/>
        </pc:sldMkLst>
        <pc:spChg chg="mod">
          <ac:chgData name="George Stephen, Reuben" userId="f36fcdba-2387-45bd-94a7-0c45a8a9ccec" providerId="ADAL" clId="{18BF91BF-2E15-4024-B8D6-27DEE4DC4BD0}" dt="2024-06-07T07:12:14.786" v="404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George Stephen, Reuben" userId="f36fcdba-2387-45bd-94a7-0c45a8a9ccec" providerId="ADAL" clId="{18BF91BF-2E15-4024-B8D6-27DEE4DC4BD0}" dt="2024-06-07T08:30:21.701" v="2546"/>
        <pc:sldMkLst>
          <pc:docMk/>
          <pc:sldMk cId="2646698185" sldId="1444"/>
        </pc:sldMkLst>
        <pc:spChg chg="mod">
          <ac:chgData name="George Stephen, Reuben" userId="f36fcdba-2387-45bd-94a7-0c45a8a9ccec" providerId="ADAL" clId="{18BF91BF-2E15-4024-B8D6-27DEE4DC4BD0}" dt="2024-06-07T08:30:21.701" v="2546"/>
          <ac:spMkLst>
            <pc:docMk/>
            <pc:sldMk cId="2646698185" sldId="1444"/>
            <ac:spMk id="12" creationId="{A03D52CF-E261-624A-BC5A-964DA31E576D}"/>
          </ac:spMkLst>
        </pc:spChg>
      </pc:sldChg>
      <pc:sldChg chg="modSp mod">
        <pc:chgData name="George Stephen, Reuben" userId="f36fcdba-2387-45bd-94a7-0c45a8a9ccec" providerId="ADAL" clId="{18BF91BF-2E15-4024-B8D6-27DEE4DC4BD0}" dt="2024-06-04T12:52:28.976" v="397" actId="20577"/>
        <pc:sldMkLst>
          <pc:docMk/>
          <pc:sldMk cId="3287452963" sldId="1468"/>
        </pc:sldMkLst>
        <pc:spChg chg="mod">
          <ac:chgData name="George Stephen, Reuben" userId="f36fcdba-2387-45bd-94a7-0c45a8a9ccec" providerId="ADAL" clId="{18BF91BF-2E15-4024-B8D6-27DEE4DC4BD0}" dt="2024-06-04T12:52:28.976" v="397" actId="20577"/>
          <ac:spMkLst>
            <pc:docMk/>
            <pc:sldMk cId="3287452963" sldId="1468"/>
            <ac:spMk id="4" creationId="{11638D45-CE17-40C1-F11F-770D918C473D}"/>
          </ac:spMkLst>
        </pc:spChg>
      </pc:sldChg>
      <pc:sldChg chg="modSp mod">
        <pc:chgData name="George Stephen, Reuben" userId="f36fcdba-2387-45bd-94a7-0c45a8a9ccec" providerId="ADAL" clId="{18BF91BF-2E15-4024-B8D6-27DEE4DC4BD0}" dt="2024-06-07T07:46:09.203" v="1250" actId="12788"/>
        <pc:sldMkLst>
          <pc:docMk/>
          <pc:sldMk cId="1584923939" sldId="1472"/>
        </pc:sldMkLst>
        <pc:spChg chg="mod">
          <ac:chgData name="George Stephen, Reuben" userId="f36fcdba-2387-45bd-94a7-0c45a8a9ccec" providerId="ADAL" clId="{18BF91BF-2E15-4024-B8D6-27DEE4DC4BD0}" dt="2024-06-07T07:44:21.513" v="1228" actId="20577"/>
          <ac:spMkLst>
            <pc:docMk/>
            <pc:sldMk cId="1584923939" sldId="1472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18BF91BF-2E15-4024-B8D6-27DEE4DC4BD0}" dt="2024-06-07T07:44:40.554" v="1230"/>
          <ac:spMkLst>
            <pc:docMk/>
            <pc:sldMk cId="1584923939" sldId="1472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18BF91BF-2E15-4024-B8D6-27DEE4DC4BD0}" dt="2024-06-07T07:46:09.203" v="1250" actId="12788"/>
          <ac:spMkLst>
            <pc:docMk/>
            <pc:sldMk cId="1584923939" sldId="1472"/>
            <ac:spMk id="12" creationId="{4BF9CA61-6680-419C-A597-2B8F90F492F3}"/>
          </ac:spMkLst>
        </pc:spChg>
      </pc:sldChg>
      <pc:sldChg chg="modSp mod">
        <pc:chgData name="George Stephen, Reuben" userId="f36fcdba-2387-45bd-94a7-0c45a8a9ccec" providerId="ADAL" clId="{18BF91BF-2E15-4024-B8D6-27DEE4DC4BD0}" dt="2024-06-07T08:31:32.802" v="2622" actId="12788"/>
        <pc:sldMkLst>
          <pc:docMk/>
          <pc:sldMk cId="2256598713" sldId="1474"/>
        </pc:sldMkLst>
        <pc:spChg chg="mod">
          <ac:chgData name="George Stephen, Reuben" userId="f36fcdba-2387-45bd-94a7-0c45a8a9ccec" providerId="ADAL" clId="{18BF91BF-2E15-4024-B8D6-27DEE4DC4BD0}" dt="2024-06-07T08:30:12.520" v="2543" actId="20577"/>
          <ac:spMkLst>
            <pc:docMk/>
            <pc:sldMk cId="2256598713" sldId="1474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18BF91BF-2E15-4024-B8D6-27DEE4DC4BD0}" dt="2024-06-07T08:31:29.760" v="2621" actId="12788"/>
          <ac:spMkLst>
            <pc:docMk/>
            <pc:sldMk cId="2256598713" sldId="1474"/>
            <ac:spMk id="3" creationId="{3DD7E497-16E3-4D0B-D67F-B0783CD0DB3A}"/>
          </ac:spMkLst>
        </pc:spChg>
        <pc:spChg chg="mod">
          <ac:chgData name="George Stephen, Reuben" userId="f36fcdba-2387-45bd-94a7-0c45a8a9ccec" providerId="ADAL" clId="{18BF91BF-2E15-4024-B8D6-27DEE4DC4BD0}" dt="2024-06-07T08:31:32.802" v="2622" actId="12788"/>
          <ac:spMkLst>
            <pc:docMk/>
            <pc:sldMk cId="2256598713" sldId="1474"/>
            <ac:spMk id="5" creationId="{112E09B5-E893-4800-2C09-D538794564EC}"/>
          </ac:spMkLst>
        </pc:spChg>
        <pc:spChg chg="mod">
          <ac:chgData name="George Stephen, Reuben" userId="f36fcdba-2387-45bd-94a7-0c45a8a9ccec" providerId="ADAL" clId="{18BF91BF-2E15-4024-B8D6-27DEE4DC4BD0}" dt="2024-06-07T08:30:27.154" v="2547" actId="20577"/>
          <ac:spMkLst>
            <pc:docMk/>
            <pc:sldMk cId="2256598713" sldId="1474"/>
            <ac:spMk id="6" creationId="{A97AC8B4-2EEA-43E2-9E53-E9E68E4002A0}"/>
          </ac:spMkLst>
        </pc:spChg>
      </pc:sldChg>
      <pc:sldChg chg="modSp mod">
        <pc:chgData name="George Stephen, Reuben" userId="f36fcdba-2387-45bd-94a7-0c45a8a9ccec" providerId="ADAL" clId="{18BF91BF-2E15-4024-B8D6-27DEE4DC4BD0}" dt="2024-06-07T07:57:43.200" v="1425" actId="6549"/>
        <pc:sldMkLst>
          <pc:docMk/>
          <pc:sldMk cId="2146797636" sldId="1510"/>
        </pc:sldMkLst>
        <pc:spChg chg="mod">
          <ac:chgData name="George Stephen, Reuben" userId="f36fcdba-2387-45bd-94a7-0c45a8a9ccec" providerId="ADAL" clId="{18BF91BF-2E15-4024-B8D6-27DEE4DC4BD0}" dt="2024-06-07T07:54:16.303" v="1372" actId="20577"/>
          <ac:spMkLst>
            <pc:docMk/>
            <pc:sldMk cId="2146797636" sldId="1510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18BF91BF-2E15-4024-B8D6-27DEE4DC4BD0}" dt="2024-06-07T07:55:17.087" v="1384" actId="12788"/>
          <ac:spMkLst>
            <pc:docMk/>
            <pc:sldMk cId="2146797636" sldId="1510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18BF91BF-2E15-4024-B8D6-27DEE4DC4BD0}" dt="2024-06-07T07:55:33.530" v="1392" actId="20577"/>
          <ac:spMkLst>
            <pc:docMk/>
            <pc:sldMk cId="2146797636" sldId="1510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7:57:43.200" v="1425" actId="6549"/>
          <ac:spMkLst>
            <pc:docMk/>
            <pc:sldMk cId="2146797636" sldId="1510"/>
            <ac:spMk id="13" creationId="{007BB913-9B65-46EC-B661-42A703EE22EC}"/>
          </ac:spMkLst>
        </pc:spChg>
      </pc:sldChg>
      <pc:sldChg chg="modSp mod">
        <pc:chgData name="George Stephen, Reuben" userId="f36fcdba-2387-45bd-94a7-0c45a8a9ccec" providerId="ADAL" clId="{18BF91BF-2E15-4024-B8D6-27DEE4DC4BD0}" dt="2024-06-07T07:54:12.069" v="1369" actId="20577"/>
        <pc:sldMkLst>
          <pc:docMk/>
          <pc:sldMk cId="260328523" sldId="1517"/>
        </pc:sldMkLst>
        <pc:spChg chg="mod">
          <ac:chgData name="George Stephen, Reuben" userId="f36fcdba-2387-45bd-94a7-0c45a8a9ccec" providerId="ADAL" clId="{18BF91BF-2E15-4024-B8D6-27DEE4DC4BD0}" dt="2024-06-07T07:54:12.069" v="1369" actId="20577"/>
          <ac:spMkLst>
            <pc:docMk/>
            <pc:sldMk cId="260328523" sldId="1517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18BF91BF-2E15-4024-B8D6-27DEE4DC4BD0}" dt="2024-06-04T12:56:42.162" v="402"/>
        <pc:sldMkLst>
          <pc:docMk/>
          <pc:sldMk cId="1738488628" sldId="1543"/>
        </pc:sldMkLst>
        <pc:spChg chg="mod">
          <ac:chgData name="George Stephen, Reuben" userId="f36fcdba-2387-45bd-94a7-0c45a8a9ccec" providerId="ADAL" clId="{18BF91BF-2E15-4024-B8D6-27DEE4DC4BD0}" dt="2024-06-04T12:56:42.162" v="402"/>
          <ac:spMkLst>
            <pc:docMk/>
            <pc:sldMk cId="1738488628" sldId="1543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18BF91BF-2E15-4024-B8D6-27DEE4DC4BD0}" dt="2024-06-04T12:56:21.555" v="401"/>
          <ac:spMkLst>
            <pc:docMk/>
            <pc:sldMk cId="1738488628" sldId="1543"/>
            <ac:spMk id="7" creationId="{094E9A69-B612-35E4-DEEF-5092DA0A0A97}"/>
          </ac:spMkLst>
        </pc:spChg>
      </pc:sldChg>
      <pc:sldChg chg="addSp delSp modSp mod">
        <pc:chgData name="George Stephen, Reuben" userId="f36fcdba-2387-45bd-94a7-0c45a8a9ccec" providerId="ADAL" clId="{18BF91BF-2E15-4024-B8D6-27DEE4DC4BD0}" dt="2024-06-07T07:33:43.720" v="1154" actId="1076"/>
        <pc:sldMkLst>
          <pc:docMk/>
          <pc:sldMk cId="2454455385" sldId="1545"/>
        </pc:sldMkLst>
        <pc:spChg chg="mod">
          <ac:chgData name="George Stephen, Reuben" userId="f36fcdba-2387-45bd-94a7-0c45a8a9ccec" providerId="ADAL" clId="{18BF91BF-2E15-4024-B8D6-27DEE4DC4BD0}" dt="2024-06-07T07:25:41.228" v="573" actId="20577"/>
          <ac:spMkLst>
            <pc:docMk/>
            <pc:sldMk cId="2454455385" sldId="1545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18BF91BF-2E15-4024-B8D6-27DEE4DC4BD0}" dt="2024-06-07T07:25:12.082" v="551" actId="1076"/>
          <ac:spMkLst>
            <pc:docMk/>
            <pc:sldMk cId="2454455385" sldId="154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18BF91BF-2E15-4024-B8D6-27DEE4DC4BD0}" dt="2024-06-07T07:32:22.570" v="1139" actId="1076"/>
          <ac:spMkLst>
            <pc:docMk/>
            <pc:sldMk cId="2454455385" sldId="1545"/>
            <ac:spMk id="4" creationId="{064DE8CA-B187-EC06-A4FA-4F11CB386D6A}"/>
          </ac:spMkLst>
        </pc:spChg>
        <pc:spChg chg="add mod">
          <ac:chgData name="George Stephen, Reuben" userId="f36fcdba-2387-45bd-94a7-0c45a8a9ccec" providerId="ADAL" clId="{18BF91BF-2E15-4024-B8D6-27DEE4DC4BD0}" dt="2024-06-07T07:31:25.605" v="1124" actId="13822"/>
          <ac:spMkLst>
            <pc:docMk/>
            <pc:sldMk cId="2454455385" sldId="1545"/>
            <ac:spMk id="7" creationId="{3629CD68-703C-04E6-1A8B-35B00244D310}"/>
          </ac:spMkLst>
        </pc:spChg>
        <pc:spChg chg="add mod">
          <ac:chgData name="George Stephen, Reuben" userId="f36fcdba-2387-45bd-94a7-0c45a8a9ccec" providerId="ADAL" clId="{18BF91BF-2E15-4024-B8D6-27DEE4DC4BD0}" dt="2024-06-07T07:31:57.335" v="1132" actId="1076"/>
          <ac:spMkLst>
            <pc:docMk/>
            <pc:sldMk cId="2454455385" sldId="1545"/>
            <ac:spMk id="8" creationId="{E41AF24C-12D7-8349-271B-BDAE770EC237}"/>
          </ac:spMkLst>
        </pc:spChg>
        <pc:spChg chg="add del mod">
          <ac:chgData name="George Stephen, Reuben" userId="f36fcdba-2387-45bd-94a7-0c45a8a9ccec" providerId="ADAL" clId="{18BF91BF-2E15-4024-B8D6-27DEE4DC4BD0}" dt="2024-06-07T07:32:14.128" v="1136"/>
          <ac:spMkLst>
            <pc:docMk/>
            <pc:sldMk cId="2454455385" sldId="1545"/>
            <ac:spMk id="9" creationId="{E19D29EA-EDCC-72BB-0D3C-5CACD85A6290}"/>
          </ac:spMkLst>
        </pc:spChg>
        <pc:spChg chg="add mod">
          <ac:chgData name="George Stephen, Reuben" userId="f36fcdba-2387-45bd-94a7-0c45a8a9ccec" providerId="ADAL" clId="{18BF91BF-2E15-4024-B8D6-27DEE4DC4BD0}" dt="2024-06-07T07:32:33.987" v="1142" actId="1076"/>
          <ac:spMkLst>
            <pc:docMk/>
            <pc:sldMk cId="2454455385" sldId="1545"/>
            <ac:spMk id="11" creationId="{AF294555-5571-2B17-6A0A-0C17E3E8566E}"/>
          </ac:spMkLst>
        </pc:spChg>
        <pc:spChg chg="add mod">
          <ac:chgData name="George Stephen, Reuben" userId="f36fcdba-2387-45bd-94a7-0c45a8a9ccec" providerId="ADAL" clId="{18BF91BF-2E15-4024-B8D6-27DEE4DC4BD0}" dt="2024-06-07T07:32:46.081" v="1144" actId="1076"/>
          <ac:spMkLst>
            <pc:docMk/>
            <pc:sldMk cId="2454455385" sldId="1545"/>
            <ac:spMk id="12" creationId="{FCCD7EF2-F284-D6E5-6E2B-8049F68D5F05}"/>
          </ac:spMkLst>
        </pc:spChg>
        <pc:spChg chg="add mod">
          <ac:chgData name="George Stephen, Reuben" userId="f36fcdba-2387-45bd-94a7-0c45a8a9ccec" providerId="ADAL" clId="{18BF91BF-2E15-4024-B8D6-27DEE4DC4BD0}" dt="2024-06-07T07:33:15.538" v="1148" actId="13822"/>
          <ac:spMkLst>
            <pc:docMk/>
            <pc:sldMk cId="2454455385" sldId="1545"/>
            <ac:spMk id="13" creationId="{6B1897F0-EA91-1BCA-E0F9-1AD76B242E02}"/>
          </ac:spMkLst>
        </pc:spChg>
        <pc:spChg chg="add mod">
          <ac:chgData name="George Stephen, Reuben" userId="f36fcdba-2387-45bd-94a7-0c45a8a9ccec" providerId="ADAL" clId="{18BF91BF-2E15-4024-B8D6-27DEE4DC4BD0}" dt="2024-06-07T07:33:24.137" v="1150" actId="1076"/>
          <ac:spMkLst>
            <pc:docMk/>
            <pc:sldMk cId="2454455385" sldId="1545"/>
            <ac:spMk id="14" creationId="{BB410DC0-C475-7366-B368-1FDBED5686EE}"/>
          </ac:spMkLst>
        </pc:spChg>
        <pc:spChg chg="add mod">
          <ac:chgData name="George Stephen, Reuben" userId="f36fcdba-2387-45bd-94a7-0c45a8a9ccec" providerId="ADAL" clId="{18BF91BF-2E15-4024-B8D6-27DEE4DC4BD0}" dt="2024-06-07T07:33:36.558" v="1152" actId="1076"/>
          <ac:spMkLst>
            <pc:docMk/>
            <pc:sldMk cId="2454455385" sldId="1545"/>
            <ac:spMk id="15" creationId="{5308DBCC-CC01-A4EC-1E24-4DF52565173E}"/>
          </ac:spMkLst>
        </pc:spChg>
        <pc:spChg chg="add mod">
          <ac:chgData name="George Stephen, Reuben" userId="f36fcdba-2387-45bd-94a7-0c45a8a9ccec" providerId="ADAL" clId="{18BF91BF-2E15-4024-B8D6-27DEE4DC4BD0}" dt="2024-06-07T07:33:43.720" v="1154" actId="1076"/>
          <ac:spMkLst>
            <pc:docMk/>
            <pc:sldMk cId="2454455385" sldId="1545"/>
            <ac:spMk id="16" creationId="{235DED98-4D64-1F9D-CEDB-801C769B29FF}"/>
          </ac:spMkLst>
        </pc:spChg>
      </pc:sldChg>
      <pc:sldChg chg="addSp delSp modSp mod">
        <pc:chgData name="George Stephen, Reuben" userId="f36fcdba-2387-45bd-94a7-0c45a8a9ccec" providerId="ADAL" clId="{18BF91BF-2E15-4024-B8D6-27DEE4DC4BD0}" dt="2024-06-07T08:45:52.073" v="2726" actId="20577"/>
        <pc:sldMkLst>
          <pc:docMk/>
          <pc:sldMk cId="1506339394" sldId="1567"/>
        </pc:sldMkLst>
        <pc:spChg chg="mod">
          <ac:chgData name="George Stephen, Reuben" userId="f36fcdba-2387-45bd-94a7-0c45a8a9ccec" providerId="ADAL" clId="{18BF91BF-2E15-4024-B8D6-27DEE4DC4BD0}" dt="2024-06-07T07:53:49.244" v="1363"/>
          <ac:spMkLst>
            <pc:docMk/>
            <pc:sldMk cId="1506339394" sldId="1567"/>
            <ac:spMk id="2" creationId="{1DA63A6A-450D-4603-B02C-80F270CA1D46}"/>
          </ac:spMkLst>
        </pc:spChg>
        <pc:spChg chg="del mod">
          <ac:chgData name="George Stephen, Reuben" userId="f36fcdba-2387-45bd-94a7-0c45a8a9ccec" providerId="ADAL" clId="{18BF91BF-2E15-4024-B8D6-27DEE4DC4BD0}" dt="2024-06-07T07:53:35.003" v="1361"/>
          <ac:spMkLst>
            <pc:docMk/>
            <pc:sldMk cId="1506339394" sldId="1567"/>
            <ac:spMk id="3" creationId="{9DC31BB5-4FB1-4317-4BA3-ECF2060ACD8A}"/>
          </ac:spMkLst>
        </pc:spChg>
        <pc:spChg chg="add mod">
          <ac:chgData name="George Stephen, Reuben" userId="f36fcdba-2387-45bd-94a7-0c45a8a9ccec" providerId="ADAL" clId="{18BF91BF-2E15-4024-B8D6-27DEE4DC4BD0}" dt="2024-06-07T08:40:04.563" v="2690" actId="12788"/>
          <ac:spMkLst>
            <pc:docMk/>
            <pc:sldMk cId="1506339394" sldId="1567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18BF91BF-2E15-4024-B8D6-27DEE4DC4BD0}" dt="2024-06-07T07:53:30.747" v="1356" actId="6549"/>
          <ac:spMkLst>
            <pc:docMk/>
            <pc:sldMk cId="1506339394" sldId="156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8:45:52.073" v="2726" actId="20577"/>
          <ac:spMkLst>
            <pc:docMk/>
            <pc:sldMk cId="1506339394" sldId="1567"/>
            <ac:spMk id="13" creationId="{007BB913-9B65-46EC-B661-42A703EE22EC}"/>
          </ac:spMkLst>
        </pc:spChg>
        <pc:spChg chg="add mod">
          <ac:chgData name="George Stephen, Reuben" userId="f36fcdba-2387-45bd-94a7-0c45a8a9ccec" providerId="ADAL" clId="{18BF91BF-2E15-4024-B8D6-27DEE4DC4BD0}" dt="2024-06-07T08:39:55.455" v="2688" actId="12788"/>
          <ac:spMkLst>
            <pc:docMk/>
            <pc:sldMk cId="1506339394" sldId="1567"/>
            <ac:spMk id="14" creationId="{6B5C07C5-478F-8C5E-9799-96B690B3C07D}"/>
          </ac:spMkLst>
        </pc:spChg>
        <pc:grpChg chg="del">
          <ac:chgData name="George Stephen, Reuben" userId="f36fcdba-2387-45bd-94a7-0c45a8a9ccec" providerId="ADAL" clId="{18BF91BF-2E15-4024-B8D6-27DEE4DC4BD0}" dt="2024-06-07T07:53:31.752" v="1357" actId="478"/>
          <ac:grpSpMkLst>
            <pc:docMk/>
            <pc:sldMk cId="1506339394" sldId="1567"/>
            <ac:grpSpMk id="7" creationId="{DB4430CA-DC04-3F77-602F-05925981D8C8}"/>
          </ac:grpSpMkLst>
        </pc:grpChg>
        <pc:grpChg chg="del">
          <ac:chgData name="George Stephen, Reuben" userId="f36fcdba-2387-45bd-94a7-0c45a8a9ccec" providerId="ADAL" clId="{18BF91BF-2E15-4024-B8D6-27DEE4DC4BD0}" dt="2024-06-07T07:53:35.003" v="1359" actId="478"/>
          <ac:grpSpMkLst>
            <pc:docMk/>
            <pc:sldMk cId="1506339394" sldId="1567"/>
            <ac:grpSpMk id="11" creationId="{F35C9E11-0E60-0561-5D7E-35D943DADEA0}"/>
          </ac:grpSpMkLst>
        </pc:grpChg>
      </pc:sldChg>
      <pc:sldChg chg="modSp mod">
        <pc:chgData name="George Stephen, Reuben" userId="f36fcdba-2387-45bd-94a7-0c45a8a9ccec" providerId="ADAL" clId="{18BF91BF-2E15-4024-B8D6-27DEE4DC4BD0}" dt="2024-06-07T07:43:35.589" v="1225" actId="20577"/>
        <pc:sldMkLst>
          <pc:docMk/>
          <pc:sldMk cId="1599712125" sldId="1613"/>
        </pc:sldMkLst>
        <pc:spChg chg="mod">
          <ac:chgData name="George Stephen, Reuben" userId="f36fcdba-2387-45bd-94a7-0c45a8a9ccec" providerId="ADAL" clId="{18BF91BF-2E15-4024-B8D6-27DEE4DC4BD0}" dt="2024-06-07T07:43:35.589" v="1225" actId="20577"/>
          <ac:spMkLst>
            <pc:docMk/>
            <pc:sldMk cId="1599712125" sldId="1613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18BF91BF-2E15-4024-B8D6-27DEE4DC4BD0}" dt="2024-06-07T07:43:02.291" v="1214" actId="20577"/>
          <ac:spMkLst>
            <pc:docMk/>
            <pc:sldMk cId="1599712125" sldId="1613"/>
            <ac:spMk id="3" creationId="{F4F37495-18F4-C9C2-2EFB-AF1BFA141887}"/>
          </ac:spMkLst>
        </pc:spChg>
        <pc:spChg chg="mod">
          <ac:chgData name="George Stephen, Reuben" userId="f36fcdba-2387-45bd-94a7-0c45a8a9ccec" providerId="ADAL" clId="{18BF91BF-2E15-4024-B8D6-27DEE4DC4BD0}" dt="2024-06-07T07:43:00.504" v="1210" actId="20577"/>
          <ac:spMkLst>
            <pc:docMk/>
            <pc:sldMk cId="1599712125" sldId="1613"/>
            <ac:spMk id="7" creationId="{094E9A69-B612-35E4-DEEF-5092DA0A0A97}"/>
          </ac:spMkLst>
        </pc:spChg>
        <pc:spChg chg="mod">
          <ac:chgData name="George Stephen, Reuben" userId="f36fcdba-2387-45bd-94a7-0c45a8a9ccec" providerId="ADAL" clId="{18BF91BF-2E15-4024-B8D6-27DEE4DC4BD0}" dt="2024-06-07T07:43:06.088" v="1215" actId="1076"/>
          <ac:spMkLst>
            <pc:docMk/>
            <pc:sldMk cId="1599712125" sldId="1613"/>
            <ac:spMk id="11" creationId="{AE0B09D2-3D08-7809-FCD5-CA7EBC749F3E}"/>
          </ac:spMkLst>
        </pc:spChg>
        <pc:spChg chg="mod">
          <ac:chgData name="George Stephen, Reuben" userId="f36fcdba-2387-45bd-94a7-0c45a8a9ccec" providerId="ADAL" clId="{18BF91BF-2E15-4024-B8D6-27DEE4DC4BD0}" dt="2024-06-07T07:43:09.183" v="1216" actId="1076"/>
          <ac:spMkLst>
            <pc:docMk/>
            <pc:sldMk cId="1599712125" sldId="1613"/>
            <ac:spMk id="12" creationId="{7C148978-BAFE-1125-1A24-6B69CA7BB16F}"/>
          </ac:spMkLst>
        </pc:spChg>
        <pc:grpChg chg="mod">
          <ac:chgData name="George Stephen, Reuben" userId="f36fcdba-2387-45bd-94a7-0c45a8a9ccec" providerId="ADAL" clId="{18BF91BF-2E15-4024-B8D6-27DEE4DC4BD0}" dt="2024-06-07T07:43:20.095" v="1217" actId="1076"/>
          <ac:grpSpMkLst>
            <pc:docMk/>
            <pc:sldMk cId="1599712125" sldId="1613"/>
            <ac:grpSpMk id="5" creationId="{F19E9099-3046-9072-E92F-F3E40A4920C1}"/>
          </ac:grpSpMkLst>
        </pc:grpChg>
      </pc:sldChg>
      <pc:sldChg chg="modSp mod">
        <pc:chgData name="George Stephen, Reuben" userId="f36fcdba-2387-45bd-94a7-0c45a8a9ccec" providerId="ADAL" clId="{18BF91BF-2E15-4024-B8D6-27DEE4DC4BD0}" dt="2024-06-07T07:53:16.920" v="1355" actId="20577"/>
        <pc:sldMkLst>
          <pc:docMk/>
          <pc:sldMk cId="1977561733" sldId="1624"/>
        </pc:sldMkLst>
        <pc:spChg chg="mod">
          <ac:chgData name="George Stephen, Reuben" userId="f36fcdba-2387-45bd-94a7-0c45a8a9ccec" providerId="ADAL" clId="{18BF91BF-2E15-4024-B8D6-27DEE4DC4BD0}" dt="2024-06-07T07:53:16.920" v="1355" actId="20577"/>
          <ac:spMkLst>
            <pc:docMk/>
            <pc:sldMk cId="1977561733" sldId="1624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18BF91BF-2E15-4024-B8D6-27DEE4DC4BD0}" dt="2024-06-07T07:58:48.371" v="1429" actId="20577"/>
        <pc:sldMkLst>
          <pc:docMk/>
          <pc:sldMk cId="2274938212" sldId="1644"/>
        </pc:sldMkLst>
        <pc:spChg chg="mod">
          <ac:chgData name="George Stephen, Reuben" userId="f36fcdba-2387-45bd-94a7-0c45a8a9ccec" providerId="ADAL" clId="{18BF91BF-2E15-4024-B8D6-27DEE4DC4BD0}" dt="2024-06-07T07:58:48.371" v="1429" actId="20577"/>
          <ac:spMkLst>
            <pc:docMk/>
            <pc:sldMk cId="2274938212" sldId="1644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18BF91BF-2E15-4024-B8D6-27DEE4DC4BD0}" dt="2024-06-07T08:00:41.510" v="1460" actId="20577"/>
        <pc:sldMkLst>
          <pc:docMk/>
          <pc:sldMk cId="1968476102" sldId="1645"/>
        </pc:sldMkLst>
        <pc:spChg chg="mod">
          <ac:chgData name="George Stephen, Reuben" userId="f36fcdba-2387-45bd-94a7-0c45a8a9ccec" providerId="ADAL" clId="{18BF91BF-2E15-4024-B8D6-27DEE4DC4BD0}" dt="2024-06-07T08:00:41.510" v="1460" actId="20577"/>
          <ac:spMkLst>
            <pc:docMk/>
            <pc:sldMk cId="1968476102" sldId="1645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18BF91BF-2E15-4024-B8D6-27DEE4DC4BD0}" dt="2024-06-07T08:00:01.114" v="1445" actId="27636"/>
          <ac:spMkLst>
            <pc:docMk/>
            <pc:sldMk cId="1968476102" sldId="1645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18BF91BF-2E15-4024-B8D6-27DEE4DC4BD0}" dt="2024-06-07T08:00:31.389" v="1457" actId="403"/>
          <ac:spMkLst>
            <pc:docMk/>
            <pc:sldMk cId="1968476102" sldId="1645"/>
            <ac:spMk id="15" creationId="{93D11A35-D320-C38B-FE72-A124FE9D198E}"/>
          </ac:spMkLst>
        </pc:spChg>
      </pc:sldChg>
      <pc:sldChg chg="addSp modSp mod">
        <pc:chgData name="George Stephen, Reuben" userId="f36fcdba-2387-45bd-94a7-0c45a8a9ccec" providerId="ADAL" clId="{18BF91BF-2E15-4024-B8D6-27DEE4DC4BD0}" dt="2024-06-07T08:11:57.331" v="1589" actId="20577"/>
        <pc:sldMkLst>
          <pc:docMk/>
          <pc:sldMk cId="2386726509" sldId="1689"/>
        </pc:sldMkLst>
        <pc:spChg chg="mod">
          <ac:chgData name="George Stephen, Reuben" userId="f36fcdba-2387-45bd-94a7-0c45a8a9ccec" providerId="ADAL" clId="{18BF91BF-2E15-4024-B8D6-27DEE4DC4BD0}" dt="2024-06-07T08:05:48.443" v="1503" actId="20577"/>
          <ac:spMkLst>
            <pc:docMk/>
            <pc:sldMk cId="2386726509" sldId="1689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04:42.489" v="1492" actId="14100"/>
          <ac:spMkLst>
            <pc:docMk/>
            <pc:sldMk cId="2386726509" sldId="1689"/>
            <ac:spMk id="4" creationId="{A9E52683-AECA-33B6-F5AB-C8CBD215CF08}"/>
          </ac:spMkLst>
        </pc:spChg>
        <pc:spChg chg="add mod">
          <ac:chgData name="George Stephen, Reuben" userId="f36fcdba-2387-45bd-94a7-0c45a8a9ccec" providerId="ADAL" clId="{18BF91BF-2E15-4024-B8D6-27DEE4DC4BD0}" dt="2024-06-07T08:03:00.192" v="1481" actId="13822"/>
          <ac:spMkLst>
            <pc:docMk/>
            <pc:sldMk cId="2386726509" sldId="1689"/>
            <ac:spMk id="6" creationId="{E192FBE5-E303-7F61-3E75-F410B3EF35E0}"/>
          </ac:spMkLst>
        </pc:spChg>
        <pc:spChg chg="add mod">
          <ac:chgData name="George Stephen, Reuben" userId="f36fcdba-2387-45bd-94a7-0c45a8a9ccec" providerId="ADAL" clId="{18BF91BF-2E15-4024-B8D6-27DEE4DC4BD0}" dt="2024-06-07T08:03:18.186" v="1487" actId="1076"/>
          <ac:spMkLst>
            <pc:docMk/>
            <pc:sldMk cId="2386726509" sldId="1689"/>
            <ac:spMk id="7" creationId="{A80EA8ED-1E4A-9760-F58E-1C45F68947E8}"/>
          </ac:spMkLst>
        </pc:spChg>
        <pc:spChg chg="add mod">
          <ac:chgData name="George Stephen, Reuben" userId="f36fcdba-2387-45bd-94a7-0c45a8a9ccec" providerId="ADAL" clId="{18BF91BF-2E15-4024-B8D6-27DEE4DC4BD0}" dt="2024-06-07T08:04:55.383" v="1494" actId="1076"/>
          <ac:spMkLst>
            <pc:docMk/>
            <pc:sldMk cId="2386726509" sldId="1689"/>
            <ac:spMk id="8" creationId="{CD9B5FBB-A3DD-8626-5DE1-6CF40C7FAA3F}"/>
          </ac:spMkLst>
        </pc:spChg>
        <pc:spChg chg="add mod">
          <ac:chgData name="George Stephen, Reuben" userId="f36fcdba-2387-45bd-94a7-0c45a8a9ccec" providerId="ADAL" clId="{18BF91BF-2E15-4024-B8D6-27DEE4DC4BD0}" dt="2024-06-07T08:04:55.383" v="1494" actId="1076"/>
          <ac:spMkLst>
            <pc:docMk/>
            <pc:sldMk cId="2386726509" sldId="1689"/>
            <ac:spMk id="9" creationId="{6C057879-0AD4-5522-3E2E-12AA8CEC3126}"/>
          </ac:spMkLst>
        </pc:spChg>
        <pc:spChg chg="mod">
          <ac:chgData name="George Stephen, Reuben" userId="f36fcdba-2387-45bd-94a7-0c45a8a9ccec" providerId="ADAL" clId="{18BF91BF-2E15-4024-B8D6-27DEE4DC4BD0}" dt="2024-06-07T08:11:57.331" v="1589" actId="20577"/>
          <ac:spMkLst>
            <pc:docMk/>
            <pc:sldMk cId="2386726509" sldId="1689"/>
            <ac:spMk id="13" creationId="{007BB913-9B65-46EC-B661-42A703EE22EC}"/>
          </ac:spMkLst>
        </pc:spChg>
      </pc:sldChg>
      <pc:sldChg chg="modSp mod">
        <pc:chgData name="George Stephen, Reuben" userId="f36fcdba-2387-45bd-94a7-0c45a8a9ccec" providerId="ADAL" clId="{18BF91BF-2E15-4024-B8D6-27DEE4DC4BD0}" dt="2024-06-07T08:12:39.904" v="1593" actId="20577"/>
        <pc:sldMkLst>
          <pc:docMk/>
          <pc:sldMk cId="1032899352" sldId="1697"/>
        </pc:sldMkLst>
        <pc:spChg chg="mod">
          <ac:chgData name="George Stephen, Reuben" userId="f36fcdba-2387-45bd-94a7-0c45a8a9ccec" providerId="ADAL" clId="{18BF91BF-2E15-4024-B8D6-27DEE4DC4BD0}" dt="2024-06-07T08:12:39.904" v="1593" actId="20577"/>
          <ac:spMkLst>
            <pc:docMk/>
            <pc:sldMk cId="1032899352" sldId="1697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18BF91BF-2E15-4024-B8D6-27DEE4DC4BD0}" dt="2024-06-07T07:51:02.359" v="1330" actId="47"/>
        <pc:sldMkLst>
          <pc:docMk/>
          <pc:sldMk cId="803285320" sldId="1725"/>
        </pc:sldMkLst>
      </pc:sldChg>
      <pc:sldChg chg="del">
        <pc:chgData name="George Stephen, Reuben" userId="f36fcdba-2387-45bd-94a7-0c45a8a9ccec" providerId="ADAL" clId="{18BF91BF-2E15-4024-B8D6-27DEE4DC4BD0}" dt="2024-06-07T07:51:02.359" v="1330" actId="47"/>
        <pc:sldMkLst>
          <pc:docMk/>
          <pc:sldMk cId="4009096736" sldId="1726"/>
        </pc:sldMkLst>
      </pc:sldChg>
      <pc:sldChg chg="del">
        <pc:chgData name="George Stephen, Reuben" userId="f36fcdba-2387-45bd-94a7-0c45a8a9ccec" providerId="ADAL" clId="{18BF91BF-2E15-4024-B8D6-27DEE4DC4BD0}" dt="2024-06-07T07:51:02.359" v="1330" actId="47"/>
        <pc:sldMkLst>
          <pc:docMk/>
          <pc:sldMk cId="3745079864" sldId="1727"/>
        </pc:sldMkLst>
      </pc:sldChg>
      <pc:sldChg chg="del">
        <pc:chgData name="George Stephen, Reuben" userId="f36fcdba-2387-45bd-94a7-0c45a8a9ccec" providerId="ADAL" clId="{18BF91BF-2E15-4024-B8D6-27DEE4DC4BD0}" dt="2024-06-07T07:26:59.572" v="720" actId="47"/>
        <pc:sldMkLst>
          <pc:docMk/>
          <pc:sldMk cId="1675906095" sldId="1728"/>
        </pc:sldMkLst>
      </pc:sldChg>
      <pc:sldChg chg="del">
        <pc:chgData name="George Stephen, Reuben" userId="f36fcdba-2387-45bd-94a7-0c45a8a9ccec" providerId="ADAL" clId="{18BF91BF-2E15-4024-B8D6-27DEE4DC4BD0}" dt="2024-06-07T07:36:33.229" v="1196" actId="47"/>
        <pc:sldMkLst>
          <pc:docMk/>
          <pc:sldMk cId="368650678" sldId="1729"/>
        </pc:sldMkLst>
      </pc:sldChg>
      <pc:sldChg chg="del">
        <pc:chgData name="George Stephen, Reuben" userId="f36fcdba-2387-45bd-94a7-0c45a8a9ccec" providerId="ADAL" clId="{18BF91BF-2E15-4024-B8D6-27DEE4DC4BD0}" dt="2024-06-07T07:36:33.229" v="1196" actId="47"/>
        <pc:sldMkLst>
          <pc:docMk/>
          <pc:sldMk cId="3748808882" sldId="1730"/>
        </pc:sldMkLst>
      </pc:sldChg>
      <pc:sldChg chg="del">
        <pc:chgData name="George Stephen, Reuben" userId="f36fcdba-2387-45bd-94a7-0c45a8a9ccec" providerId="ADAL" clId="{18BF91BF-2E15-4024-B8D6-27DEE4DC4BD0}" dt="2024-06-07T07:36:33.229" v="1196" actId="47"/>
        <pc:sldMkLst>
          <pc:docMk/>
          <pc:sldMk cId="3188973648" sldId="1731"/>
        </pc:sldMkLst>
      </pc:sldChg>
      <pc:sldChg chg="modSp del mod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1295355165" sldId="1734"/>
        </pc:sldMkLst>
        <pc:spChg chg="mod">
          <ac:chgData name="George Stephen, Reuben" userId="f36fcdba-2387-45bd-94a7-0c45a8a9ccec" providerId="ADAL" clId="{18BF91BF-2E15-4024-B8D6-27DEE4DC4BD0}" dt="2024-06-07T07:53:41.463" v="1362"/>
          <ac:spMkLst>
            <pc:docMk/>
            <pc:sldMk cId="1295355165" sldId="1734"/>
            <ac:spMk id="2" creationId="{1DA63A6A-450D-4603-B02C-80F270CA1D46}"/>
          </ac:spMkLst>
        </pc:spChg>
      </pc:sldChg>
      <pc:sldChg chg="modSp mod">
        <pc:chgData name="George Stephen, Reuben" userId="f36fcdba-2387-45bd-94a7-0c45a8a9ccec" providerId="ADAL" clId="{18BF91BF-2E15-4024-B8D6-27DEE4DC4BD0}" dt="2024-06-07T08:02:35.445" v="1474" actId="20577"/>
        <pc:sldMkLst>
          <pc:docMk/>
          <pc:sldMk cId="2073351709" sldId="1758"/>
        </pc:sldMkLst>
        <pc:spChg chg="mod">
          <ac:chgData name="George Stephen, Reuben" userId="f36fcdba-2387-45bd-94a7-0c45a8a9ccec" providerId="ADAL" clId="{18BF91BF-2E15-4024-B8D6-27DEE4DC4BD0}" dt="2024-06-07T08:02:35.445" v="1474" actId="20577"/>
          <ac:spMkLst>
            <pc:docMk/>
            <pc:sldMk cId="2073351709" sldId="1758"/>
            <ac:spMk id="2" creationId="{00000000-0000-0000-0000-000000000000}"/>
          </ac:spMkLst>
        </pc:spChg>
      </pc:sldChg>
      <pc:sldChg chg="delSp modSp mod">
        <pc:chgData name="George Stephen, Reuben" userId="f36fcdba-2387-45bd-94a7-0c45a8a9ccec" providerId="ADAL" clId="{18BF91BF-2E15-4024-B8D6-27DEE4DC4BD0}" dt="2024-06-07T08:17:36.244" v="2237" actId="20577"/>
        <pc:sldMkLst>
          <pc:docMk/>
          <pc:sldMk cId="3140970812" sldId="1766"/>
        </pc:sldMkLst>
        <pc:spChg chg="mod">
          <ac:chgData name="George Stephen, Reuben" userId="f36fcdba-2387-45bd-94a7-0c45a8a9ccec" providerId="ADAL" clId="{18BF91BF-2E15-4024-B8D6-27DEE4DC4BD0}" dt="2024-06-07T08:13:26.506" v="1681"/>
          <ac:spMkLst>
            <pc:docMk/>
            <pc:sldMk cId="3140970812" sldId="1766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18BF91BF-2E15-4024-B8D6-27DEE4DC4BD0}" dt="2024-06-07T08:13:07.802" v="1678" actId="20577"/>
          <ac:spMkLst>
            <pc:docMk/>
            <pc:sldMk cId="3140970812" sldId="1766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2:45.972" v="1596"/>
          <ac:spMkLst>
            <pc:docMk/>
            <pc:sldMk cId="3140970812" sldId="1766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7:36.244" v="2237" actId="20577"/>
          <ac:spMkLst>
            <pc:docMk/>
            <pc:sldMk cId="3140970812" sldId="1766"/>
            <ac:spMk id="13" creationId="{007BB913-9B65-46EC-B661-42A703EE22EC}"/>
          </ac:spMkLst>
        </pc:spChg>
        <pc:grpChg chg="del">
          <ac:chgData name="George Stephen, Reuben" userId="f36fcdba-2387-45bd-94a7-0c45a8a9ccec" providerId="ADAL" clId="{18BF91BF-2E15-4024-B8D6-27DEE4DC4BD0}" dt="2024-06-07T08:13:11.251" v="1680" actId="478"/>
          <ac:grpSpMkLst>
            <pc:docMk/>
            <pc:sldMk cId="3140970812" sldId="1766"/>
            <ac:grpSpMk id="12" creationId="{85255164-008A-63F7-2F85-28836A2174B0}"/>
          </ac:grpSpMkLst>
        </pc:grpChg>
        <pc:grpChg chg="del">
          <ac:chgData name="George Stephen, Reuben" userId="f36fcdba-2387-45bd-94a7-0c45a8a9ccec" providerId="ADAL" clId="{18BF91BF-2E15-4024-B8D6-27DEE4DC4BD0}" dt="2024-06-07T08:13:10.317" v="1679" actId="478"/>
          <ac:grpSpMkLst>
            <pc:docMk/>
            <pc:sldMk cId="3140970812" sldId="1766"/>
            <ac:grpSpMk id="14" creationId="{5E53F700-EE64-82B9-D720-8E42A1F882A2}"/>
          </ac:grpSpMkLst>
        </pc:grpChg>
      </pc:sldChg>
      <pc:sldChg chg="del">
        <pc:chgData name="George Stephen, Reuben" userId="f36fcdba-2387-45bd-94a7-0c45a8a9ccec" providerId="ADAL" clId="{18BF91BF-2E15-4024-B8D6-27DEE4DC4BD0}" dt="2024-06-04T12:56:08.837" v="398" actId="47"/>
        <pc:sldMkLst>
          <pc:docMk/>
          <pc:sldMk cId="2370377695" sldId="1780"/>
        </pc:sldMkLst>
      </pc:sldChg>
      <pc:sldChg chg="del">
        <pc:chgData name="George Stephen, Reuben" userId="f36fcdba-2387-45bd-94a7-0c45a8a9ccec" providerId="ADAL" clId="{18BF91BF-2E15-4024-B8D6-27DEE4DC4BD0}" dt="2024-06-04T12:56:08.837" v="398" actId="47"/>
        <pc:sldMkLst>
          <pc:docMk/>
          <pc:sldMk cId="2250771736" sldId="1781"/>
        </pc:sldMkLst>
      </pc:sldChg>
      <pc:sldChg chg="del">
        <pc:chgData name="George Stephen, Reuben" userId="f36fcdba-2387-45bd-94a7-0c45a8a9ccec" providerId="ADAL" clId="{18BF91BF-2E15-4024-B8D6-27DEE4DC4BD0}" dt="2024-06-04T12:56:08.837" v="398" actId="47"/>
        <pc:sldMkLst>
          <pc:docMk/>
          <pc:sldMk cId="2587544067" sldId="1782"/>
        </pc:sldMkLst>
      </pc:sldChg>
      <pc:sldChg chg="del">
        <pc:chgData name="George Stephen, Reuben" userId="f36fcdba-2387-45bd-94a7-0c45a8a9ccec" providerId="ADAL" clId="{18BF91BF-2E15-4024-B8D6-27DEE4DC4BD0}" dt="2024-06-04T12:56:08.837" v="398" actId="47"/>
        <pc:sldMkLst>
          <pc:docMk/>
          <pc:sldMk cId="3750431086" sldId="1783"/>
        </pc:sldMkLst>
      </pc:sldChg>
      <pc:sldChg chg="del">
        <pc:chgData name="George Stephen, Reuben" userId="f36fcdba-2387-45bd-94a7-0c45a8a9ccec" providerId="ADAL" clId="{18BF91BF-2E15-4024-B8D6-27DEE4DC4BD0}" dt="2024-06-07T07:36:33.229" v="1196" actId="47"/>
        <pc:sldMkLst>
          <pc:docMk/>
          <pc:sldMk cId="3560470871" sldId="1785"/>
        </pc:sldMkLst>
      </pc:sldChg>
      <pc:sldChg chg="del">
        <pc:chgData name="George Stephen, Reuben" userId="f36fcdba-2387-45bd-94a7-0c45a8a9ccec" providerId="ADAL" clId="{18BF91BF-2E15-4024-B8D6-27DEE4DC4BD0}" dt="2024-06-07T07:36:33.229" v="1196" actId="47"/>
        <pc:sldMkLst>
          <pc:docMk/>
          <pc:sldMk cId="484326163" sldId="1786"/>
        </pc:sldMkLst>
      </pc:sldChg>
      <pc:sldChg chg="del">
        <pc:chgData name="George Stephen, Reuben" userId="f36fcdba-2387-45bd-94a7-0c45a8a9ccec" providerId="ADAL" clId="{18BF91BF-2E15-4024-B8D6-27DEE4DC4BD0}" dt="2024-06-07T07:36:33.229" v="1196" actId="47"/>
        <pc:sldMkLst>
          <pc:docMk/>
          <pc:sldMk cId="912870788" sldId="1787"/>
        </pc:sldMkLst>
      </pc:sldChg>
      <pc:sldChg chg="del">
        <pc:chgData name="George Stephen, Reuben" userId="f36fcdba-2387-45bd-94a7-0c45a8a9ccec" providerId="ADAL" clId="{18BF91BF-2E15-4024-B8D6-27DEE4DC4BD0}" dt="2024-06-07T07:51:02.359" v="1330" actId="47"/>
        <pc:sldMkLst>
          <pc:docMk/>
          <pc:sldMk cId="1359755581" sldId="1788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3276595799" sldId="1789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571763657" sldId="1790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1874545362" sldId="1791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1070947398" sldId="1792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1404730746" sldId="1793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1121546170" sldId="1794"/>
        </pc:sldMkLst>
      </pc:sldChg>
      <pc:sldChg chg="del">
        <pc:chgData name="George Stephen, Reuben" userId="f36fcdba-2387-45bd-94a7-0c45a8a9ccec" providerId="ADAL" clId="{18BF91BF-2E15-4024-B8D6-27DEE4DC4BD0}" dt="2024-06-07T07:53:58.974" v="1364" actId="47"/>
        <pc:sldMkLst>
          <pc:docMk/>
          <pc:sldMk cId="3644538224" sldId="1795"/>
        </pc:sldMkLst>
      </pc:sldChg>
      <pc:sldChg chg="del">
        <pc:chgData name="George Stephen, Reuben" userId="f36fcdba-2387-45bd-94a7-0c45a8a9ccec" providerId="ADAL" clId="{18BF91BF-2E15-4024-B8D6-27DEE4DC4BD0}" dt="2024-06-07T07:57:49.138" v="1426" actId="47"/>
        <pc:sldMkLst>
          <pc:docMk/>
          <pc:sldMk cId="800182683" sldId="1796"/>
        </pc:sldMkLst>
      </pc:sldChg>
      <pc:sldChg chg="del">
        <pc:chgData name="George Stephen, Reuben" userId="f36fcdba-2387-45bd-94a7-0c45a8a9ccec" providerId="ADAL" clId="{18BF91BF-2E15-4024-B8D6-27DEE4DC4BD0}" dt="2024-06-07T07:57:49.138" v="1426" actId="47"/>
        <pc:sldMkLst>
          <pc:docMk/>
          <pc:sldMk cId="424586814" sldId="1797"/>
        </pc:sldMkLst>
      </pc:sldChg>
      <pc:sldChg chg="del">
        <pc:chgData name="George Stephen, Reuben" userId="f36fcdba-2387-45bd-94a7-0c45a8a9ccec" providerId="ADAL" clId="{18BF91BF-2E15-4024-B8D6-27DEE4DC4BD0}" dt="2024-06-07T07:57:49.138" v="1426" actId="47"/>
        <pc:sldMkLst>
          <pc:docMk/>
          <pc:sldMk cId="3698533738" sldId="1798"/>
        </pc:sldMkLst>
      </pc:sldChg>
      <pc:sldChg chg="del">
        <pc:chgData name="George Stephen, Reuben" userId="f36fcdba-2387-45bd-94a7-0c45a8a9ccec" providerId="ADAL" clId="{18BF91BF-2E15-4024-B8D6-27DEE4DC4BD0}" dt="2024-06-07T07:57:49.138" v="1426" actId="47"/>
        <pc:sldMkLst>
          <pc:docMk/>
          <pc:sldMk cId="2227555706" sldId="1799"/>
        </pc:sldMkLst>
      </pc:sldChg>
      <pc:sldChg chg="del">
        <pc:chgData name="George Stephen, Reuben" userId="f36fcdba-2387-45bd-94a7-0c45a8a9ccec" providerId="ADAL" clId="{18BF91BF-2E15-4024-B8D6-27DEE4DC4BD0}" dt="2024-06-07T08:01:37.228" v="1469" actId="47"/>
        <pc:sldMkLst>
          <pc:docMk/>
          <pc:sldMk cId="2117452636" sldId="1800"/>
        </pc:sldMkLst>
      </pc:sldChg>
      <pc:sldChg chg="del">
        <pc:chgData name="George Stephen, Reuben" userId="f36fcdba-2387-45bd-94a7-0c45a8a9ccec" providerId="ADAL" clId="{18BF91BF-2E15-4024-B8D6-27DEE4DC4BD0}" dt="2024-06-07T08:01:54.502" v="1471" actId="47"/>
        <pc:sldMkLst>
          <pc:docMk/>
          <pc:sldMk cId="2611638526" sldId="1801"/>
        </pc:sldMkLst>
      </pc:sldChg>
      <pc:sldChg chg="del">
        <pc:chgData name="George Stephen, Reuben" userId="f36fcdba-2387-45bd-94a7-0c45a8a9ccec" providerId="ADAL" clId="{18BF91BF-2E15-4024-B8D6-27DEE4DC4BD0}" dt="2024-06-07T08:01:54.502" v="1471" actId="47"/>
        <pc:sldMkLst>
          <pc:docMk/>
          <pc:sldMk cId="1060279014" sldId="1802"/>
        </pc:sldMkLst>
      </pc:sldChg>
      <pc:sldChg chg="del">
        <pc:chgData name="George Stephen, Reuben" userId="f36fcdba-2387-45bd-94a7-0c45a8a9ccec" providerId="ADAL" clId="{18BF91BF-2E15-4024-B8D6-27DEE4DC4BD0}" dt="2024-06-07T08:01:54.502" v="1471" actId="47"/>
        <pc:sldMkLst>
          <pc:docMk/>
          <pc:sldMk cId="1590642696" sldId="1803"/>
        </pc:sldMkLst>
      </pc:sldChg>
      <pc:sldChg chg="del">
        <pc:chgData name="George Stephen, Reuben" userId="f36fcdba-2387-45bd-94a7-0c45a8a9ccec" providerId="ADAL" clId="{18BF91BF-2E15-4024-B8D6-27DEE4DC4BD0}" dt="2024-06-07T08:01:54.502" v="1471" actId="47"/>
        <pc:sldMkLst>
          <pc:docMk/>
          <pc:sldMk cId="2102735359" sldId="1804"/>
        </pc:sldMkLst>
      </pc:sldChg>
      <pc:sldChg chg="del">
        <pc:chgData name="George Stephen, Reuben" userId="f36fcdba-2387-45bd-94a7-0c45a8a9ccec" providerId="ADAL" clId="{18BF91BF-2E15-4024-B8D6-27DEE4DC4BD0}" dt="2024-06-07T08:12:03.690" v="1590" actId="47"/>
        <pc:sldMkLst>
          <pc:docMk/>
          <pc:sldMk cId="2181668049" sldId="1805"/>
        </pc:sldMkLst>
      </pc:sldChg>
      <pc:sldChg chg="del">
        <pc:chgData name="George Stephen, Reuben" userId="f36fcdba-2387-45bd-94a7-0c45a8a9ccec" providerId="ADAL" clId="{18BF91BF-2E15-4024-B8D6-27DEE4DC4BD0}" dt="2024-06-07T08:12:03.690" v="1590" actId="47"/>
        <pc:sldMkLst>
          <pc:docMk/>
          <pc:sldMk cId="1655790776" sldId="1806"/>
        </pc:sldMkLst>
      </pc:sldChg>
      <pc:sldChg chg="del">
        <pc:chgData name="George Stephen, Reuben" userId="f36fcdba-2387-45bd-94a7-0c45a8a9ccec" providerId="ADAL" clId="{18BF91BF-2E15-4024-B8D6-27DEE4DC4BD0}" dt="2024-06-07T08:12:03.690" v="1590" actId="47"/>
        <pc:sldMkLst>
          <pc:docMk/>
          <pc:sldMk cId="2582962548" sldId="1807"/>
        </pc:sldMkLst>
      </pc:sldChg>
      <pc:sldChg chg="del">
        <pc:chgData name="George Stephen, Reuben" userId="f36fcdba-2387-45bd-94a7-0c45a8a9ccec" providerId="ADAL" clId="{18BF91BF-2E15-4024-B8D6-27DEE4DC4BD0}" dt="2024-06-07T08:12:03.690" v="1590" actId="47"/>
        <pc:sldMkLst>
          <pc:docMk/>
          <pc:sldMk cId="1337917791" sldId="1808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876972469" sldId="1809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1780954387" sldId="1810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2356186748" sldId="1811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2135661098" sldId="1812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3431146419" sldId="1813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2478660082" sldId="1814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1606808055" sldId="1815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580161758" sldId="1816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3983157674" sldId="1817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4000246266" sldId="1818"/>
        </pc:sldMkLst>
      </pc:sldChg>
      <pc:sldChg chg="del">
        <pc:chgData name="George Stephen, Reuben" userId="f36fcdba-2387-45bd-94a7-0c45a8a9ccec" providerId="ADAL" clId="{18BF91BF-2E15-4024-B8D6-27DEE4DC4BD0}" dt="2024-06-07T08:17:45.888" v="2238" actId="47"/>
        <pc:sldMkLst>
          <pc:docMk/>
          <pc:sldMk cId="17706175" sldId="1819"/>
        </pc:sldMkLst>
      </pc:sldChg>
      <pc:sldChg chg="modSp mod">
        <pc:chgData name="George Stephen, Reuben" userId="f36fcdba-2387-45bd-94a7-0c45a8a9ccec" providerId="ADAL" clId="{18BF91BF-2E15-4024-B8D6-27DEE4DC4BD0}" dt="2024-06-07T08:18:01.627" v="2242" actId="20577"/>
        <pc:sldMkLst>
          <pc:docMk/>
          <pc:sldMk cId="1812052994" sldId="1820"/>
        </pc:sldMkLst>
        <pc:spChg chg="mod">
          <ac:chgData name="George Stephen, Reuben" userId="f36fcdba-2387-45bd-94a7-0c45a8a9ccec" providerId="ADAL" clId="{18BF91BF-2E15-4024-B8D6-27DEE4DC4BD0}" dt="2024-06-07T08:18:01.627" v="2242" actId="20577"/>
          <ac:spMkLst>
            <pc:docMk/>
            <pc:sldMk cId="1812052994" sldId="1820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18BF91BF-2E15-4024-B8D6-27DEE4DC4BD0}" dt="2024-06-07T08:26:21.624" v="2376" actId="20577"/>
        <pc:sldMkLst>
          <pc:docMk/>
          <pc:sldMk cId="1743440640" sldId="1821"/>
        </pc:sldMkLst>
        <pc:spChg chg="mod">
          <ac:chgData name="George Stephen, Reuben" userId="f36fcdba-2387-45bd-94a7-0c45a8a9ccec" providerId="ADAL" clId="{18BF91BF-2E15-4024-B8D6-27DEE4DC4BD0}" dt="2024-06-07T08:18:07.536" v="2243"/>
          <ac:spMkLst>
            <pc:docMk/>
            <pc:sldMk cId="1743440640" sldId="1821"/>
            <ac:spMk id="2" creationId="{1DA63A6A-450D-4603-B02C-80F270CA1D46}"/>
          </ac:spMkLst>
        </pc:spChg>
        <pc:spChg chg="mod">
          <ac:chgData name="George Stephen, Reuben" userId="f36fcdba-2387-45bd-94a7-0c45a8a9ccec" providerId="ADAL" clId="{18BF91BF-2E15-4024-B8D6-27DEE4DC4BD0}" dt="2024-06-07T08:19:08.238" v="2257" actId="27636"/>
          <ac:spMkLst>
            <pc:docMk/>
            <pc:sldMk cId="1743440640" sldId="1821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9:32.026" v="2263" actId="14100"/>
          <ac:spMkLst>
            <pc:docMk/>
            <pc:sldMk cId="1743440640" sldId="1821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26:21.624" v="2376" actId="20577"/>
          <ac:spMkLst>
            <pc:docMk/>
            <pc:sldMk cId="1743440640" sldId="1821"/>
            <ac:spMk id="13" creationId="{007BB913-9B65-46EC-B661-42A703EE22EC}"/>
          </ac:spMkLst>
        </pc:spChg>
      </pc:sldChg>
      <pc:sldChg chg="del">
        <pc:chgData name="George Stephen, Reuben" userId="f36fcdba-2387-45bd-94a7-0c45a8a9ccec" providerId="ADAL" clId="{18BF91BF-2E15-4024-B8D6-27DEE4DC4BD0}" dt="2024-06-07T08:25:37.884" v="2370" actId="47"/>
        <pc:sldMkLst>
          <pc:docMk/>
          <pc:sldMk cId="3720792001" sldId="1822"/>
        </pc:sldMkLst>
      </pc:sldChg>
      <pc:sldChg chg="del">
        <pc:chgData name="George Stephen, Reuben" userId="f36fcdba-2387-45bd-94a7-0c45a8a9ccec" providerId="ADAL" clId="{18BF91BF-2E15-4024-B8D6-27DEE4DC4BD0}" dt="2024-06-07T08:25:37.884" v="2370" actId="47"/>
        <pc:sldMkLst>
          <pc:docMk/>
          <pc:sldMk cId="1362386225" sldId="1823"/>
        </pc:sldMkLst>
      </pc:sldChg>
      <pc:sldChg chg="del">
        <pc:chgData name="George Stephen, Reuben" userId="f36fcdba-2387-45bd-94a7-0c45a8a9ccec" providerId="ADAL" clId="{18BF91BF-2E15-4024-B8D6-27DEE4DC4BD0}" dt="2024-06-07T08:25:37.884" v="2370" actId="47"/>
        <pc:sldMkLst>
          <pc:docMk/>
          <pc:sldMk cId="3075917374" sldId="1824"/>
        </pc:sldMkLst>
      </pc:sldChg>
      <pc:sldChg chg="del">
        <pc:chgData name="George Stephen, Reuben" userId="f36fcdba-2387-45bd-94a7-0c45a8a9ccec" providerId="ADAL" clId="{18BF91BF-2E15-4024-B8D6-27DEE4DC4BD0}" dt="2024-06-07T08:25:37.884" v="2370" actId="47"/>
        <pc:sldMkLst>
          <pc:docMk/>
          <pc:sldMk cId="1746303267" sldId="1825"/>
        </pc:sldMkLst>
      </pc:sldChg>
      <pc:sldChg chg="del">
        <pc:chgData name="George Stephen, Reuben" userId="f36fcdba-2387-45bd-94a7-0c45a8a9ccec" providerId="ADAL" clId="{18BF91BF-2E15-4024-B8D6-27DEE4DC4BD0}" dt="2024-06-07T08:26:02.408" v="2371" actId="47"/>
        <pc:sldMkLst>
          <pc:docMk/>
          <pc:sldMk cId="232034516" sldId="1826"/>
        </pc:sldMkLst>
      </pc:sldChg>
      <pc:sldChg chg="del">
        <pc:chgData name="George Stephen, Reuben" userId="f36fcdba-2387-45bd-94a7-0c45a8a9ccec" providerId="ADAL" clId="{18BF91BF-2E15-4024-B8D6-27DEE4DC4BD0}" dt="2024-06-07T08:26:02.408" v="2371" actId="47"/>
        <pc:sldMkLst>
          <pc:docMk/>
          <pc:sldMk cId="773228840" sldId="1827"/>
        </pc:sldMkLst>
      </pc:sldChg>
      <pc:sldChg chg="del">
        <pc:chgData name="George Stephen, Reuben" userId="f36fcdba-2387-45bd-94a7-0c45a8a9ccec" providerId="ADAL" clId="{18BF91BF-2E15-4024-B8D6-27DEE4DC4BD0}" dt="2024-06-07T08:26:02.408" v="2371" actId="47"/>
        <pc:sldMkLst>
          <pc:docMk/>
          <pc:sldMk cId="4293626008" sldId="1828"/>
        </pc:sldMkLst>
      </pc:sldChg>
      <pc:sldChg chg="del">
        <pc:chgData name="George Stephen, Reuben" userId="f36fcdba-2387-45bd-94a7-0c45a8a9ccec" providerId="ADAL" clId="{18BF91BF-2E15-4024-B8D6-27DEE4DC4BD0}" dt="2024-06-07T08:26:02.408" v="2371" actId="47"/>
        <pc:sldMkLst>
          <pc:docMk/>
          <pc:sldMk cId="3377429405" sldId="1829"/>
        </pc:sldMkLst>
      </pc:sldChg>
      <pc:sldChg chg="del">
        <pc:chgData name="George Stephen, Reuben" userId="f36fcdba-2387-45bd-94a7-0c45a8a9ccec" providerId="ADAL" clId="{18BF91BF-2E15-4024-B8D6-27DEE4DC4BD0}" dt="2024-06-07T08:26:02.408" v="2371" actId="47"/>
        <pc:sldMkLst>
          <pc:docMk/>
          <pc:sldMk cId="3776429111" sldId="1830"/>
        </pc:sldMkLst>
      </pc:sldChg>
      <pc:sldChg chg="del">
        <pc:chgData name="George Stephen, Reuben" userId="f36fcdba-2387-45bd-94a7-0c45a8a9ccec" providerId="ADAL" clId="{18BF91BF-2E15-4024-B8D6-27DEE4DC4BD0}" dt="2024-06-07T08:26:02.408" v="2371" actId="47"/>
        <pc:sldMkLst>
          <pc:docMk/>
          <pc:sldMk cId="1392031297" sldId="1831"/>
        </pc:sldMkLst>
      </pc:sldChg>
      <pc:sldChg chg="del">
        <pc:chgData name="George Stephen, Reuben" userId="f36fcdba-2387-45bd-94a7-0c45a8a9ccec" providerId="ADAL" clId="{18BF91BF-2E15-4024-B8D6-27DEE4DC4BD0}" dt="2024-06-04T12:56:08.837" v="398" actId="47"/>
        <pc:sldMkLst>
          <pc:docMk/>
          <pc:sldMk cId="1255908250" sldId="1832"/>
        </pc:sldMkLst>
      </pc:sldChg>
      <pc:sldChg chg="modSp mod">
        <pc:chgData name="George Stephen, Reuben" userId="f36fcdba-2387-45bd-94a7-0c45a8a9ccec" providerId="ADAL" clId="{18BF91BF-2E15-4024-B8D6-27DEE4DC4BD0}" dt="2024-06-04T12:52:23.539" v="396" actId="20577"/>
        <pc:sldMkLst>
          <pc:docMk/>
          <pc:sldMk cId="616066990" sldId="1833"/>
        </pc:sldMkLst>
        <pc:spChg chg="mod">
          <ac:chgData name="George Stephen, Reuben" userId="f36fcdba-2387-45bd-94a7-0c45a8a9ccec" providerId="ADAL" clId="{18BF91BF-2E15-4024-B8D6-27DEE4DC4BD0}" dt="2024-06-04T12:52:23.539" v="396" actId="20577"/>
          <ac:spMkLst>
            <pc:docMk/>
            <pc:sldMk cId="616066990" sldId="1833"/>
            <ac:spMk id="4" creationId="{11638D45-CE17-40C1-F11F-770D918C473D}"/>
          </ac:spMkLst>
        </pc:spChg>
      </pc:sldChg>
      <pc:sldChg chg="modSp add mod ord">
        <pc:chgData name="George Stephen, Reuben" userId="f36fcdba-2387-45bd-94a7-0c45a8a9ccec" providerId="ADAL" clId="{18BF91BF-2E15-4024-B8D6-27DEE4DC4BD0}" dt="2024-06-04T12:52:19.407" v="395" actId="20577"/>
        <pc:sldMkLst>
          <pc:docMk/>
          <pc:sldMk cId="125942975" sldId="1834"/>
        </pc:sldMkLst>
        <pc:spChg chg="mod">
          <ac:chgData name="George Stephen, Reuben" userId="f36fcdba-2387-45bd-94a7-0c45a8a9ccec" providerId="ADAL" clId="{18BF91BF-2E15-4024-B8D6-27DEE4DC4BD0}" dt="2024-06-04T12:48:38.707" v="9" actId="403"/>
          <ac:spMkLst>
            <pc:docMk/>
            <pc:sldMk cId="125942975" sldId="1834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18BF91BF-2E15-4024-B8D6-27DEE4DC4BD0}" dt="2024-06-04T12:52:19.407" v="395" actId="20577"/>
          <ac:spMkLst>
            <pc:docMk/>
            <pc:sldMk cId="125942975" sldId="183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18BF91BF-2E15-4024-B8D6-27DEE4DC4BD0}" dt="2024-06-04T12:49:10.930" v="115" actId="20577"/>
          <ac:spMkLst>
            <pc:docMk/>
            <pc:sldMk cId="125942975" sldId="1834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18BF91BF-2E15-4024-B8D6-27DEE4DC4BD0}" dt="2024-06-04T12:52:14.187" v="394" actId="20577"/>
        <pc:sldMkLst>
          <pc:docMk/>
          <pc:sldMk cId="116315588" sldId="1835"/>
        </pc:sldMkLst>
        <pc:spChg chg="mod">
          <ac:chgData name="George Stephen, Reuben" userId="f36fcdba-2387-45bd-94a7-0c45a8a9ccec" providerId="ADAL" clId="{18BF91BF-2E15-4024-B8D6-27DEE4DC4BD0}" dt="2024-06-04T12:52:14.187" v="394" actId="20577"/>
          <ac:spMkLst>
            <pc:docMk/>
            <pc:sldMk cId="116315588" sldId="1835"/>
            <ac:spMk id="4" creationId="{11638D45-CE17-40C1-F11F-770D918C473D}"/>
          </ac:spMkLst>
        </pc:spChg>
      </pc:sldChg>
      <pc:sldChg chg="modSp add mod ord">
        <pc:chgData name="George Stephen, Reuben" userId="f36fcdba-2387-45bd-94a7-0c45a8a9ccec" providerId="ADAL" clId="{18BF91BF-2E15-4024-B8D6-27DEE4DC4BD0}" dt="2024-06-04T12:52:09.482" v="393" actId="20577"/>
        <pc:sldMkLst>
          <pc:docMk/>
          <pc:sldMk cId="2345363522" sldId="1836"/>
        </pc:sldMkLst>
        <pc:spChg chg="mod">
          <ac:chgData name="George Stephen, Reuben" userId="f36fcdba-2387-45bd-94a7-0c45a8a9ccec" providerId="ADAL" clId="{18BF91BF-2E15-4024-B8D6-27DEE4DC4BD0}" dt="2024-06-04T12:49:44.300" v="125"/>
          <ac:spMkLst>
            <pc:docMk/>
            <pc:sldMk cId="2345363522" sldId="1836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18BF91BF-2E15-4024-B8D6-27DEE4DC4BD0}" dt="2024-06-04T12:52:09.482" v="393" actId="20577"/>
          <ac:spMkLst>
            <pc:docMk/>
            <pc:sldMk cId="2345363522" sldId="183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18BF91BF-2E15-4024-B8D6-27DEE4DC4BD0}" dt="2024-06-04T12:50:32.622" v="263" actId="6549"/>
          <ac:spMkLst>
            <pc:docMk/>
            <pc:sldMk cId="2345363522" sldId="1836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18BF91BF-2E15-4024-B8D6-27DEE4DC4BD0}" dt="2024-06-04T12:52:00.407" v="392" actId="20577"/>
        <pc:sldMkLst>
          <pc:docMk/>
          <pc:sldMk cId="610206957" sldId="1837"/>
        </pc:sldMkLst>
        <pc:spChg chg="mod">
          <ac:chgData name="George Stephen, Reuben" userId="f36fcdba-2387-45bd-94a7-0c45a8a9ccec" providerId="ADAL" clId="{18BF91BF-2E15-4024-B8D6-27DEE4DC4BD0}" dt="2024-06-04T12:52:00.407" v="392" actId="20577"/>
          <ac:spMkLst>
            <pc:docMk/>
            <pc:sldMk cId="610206957" sldId="1837"/>
            <ac:spMk id="4" creationId="{11638D45-CE17-40C1-F11F-770D918C473D}"/>
          </ac:spMkLst>
        </pc:spChg>
      </pc:sldChg>
      <pc:sldChg chg="modSp add mod ord">
        <pc:chgData name="George Stephen, Reuben" userId="f36fcdba-2387-45bd-94a7-0c45a8a9ccec" providerId="ADAL" clId="{18BF91BF-2E15-4024-B8D6-27DEE4DC4BD0}" dt="2024-06-04T12:51:56.730" v="391" actId="20577"/>
        <pc:sldMkLst>
          <pc:docMk/>
          <pc:sldMk cId="162026284" sldId="1838"/>
        </pc:sldMkLst>
        <pc:spChg chg="mod">
          <ac:chgData name="George Stephen, Reuben" userId="f36fcdba-2387-45bd-94a7-0c45a8a9ccec" providerId="ADAL" clId="{18BF91BF-2E15-4024-B8D6-27DEE4DC4BD0}" dt="2024-06-04T12:51:04.235" v="272"/>
          <ac:spMkLst>
            <pc:docMk/>
            <pc:sldMk cId="162026284" sldId="1838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18BF91BF-2E15-4024-B8D6-27DEE4DC4BD0}" dt="2024-06-04T12:51:56.730" v="391" actId="20577"/>
          <ac:spMkLst>
            <pc:docMk/>
            <pc:sldMk cId="162026284" sldId="183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18BF91BF-2E15-4024-B8D6-27DEE4DC4BD0}" dt="2024-06-04T12:51:35.437" v="386" actId="20577"/>
          <ac:spMkLst>
            <pc:docMk/>
            <pc:sldMk cId="162026284" sldId="1838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18BF91BF-2E15-4024-B8D6-27DEE4DC4BD0}" dt="2024-06-04T12:51:52.391" v="390" actId="20577"/>
        <pc:sldMkLst>
          <pc:docMk/>
          <pc:sldMk cId="84921887" sldId="1839"/>
        </pc:sldMkLst>
        <pc:spChg chg="mod">
          <ac:chgData name="George Stephen, Reuben" userId="f36fcdba-2387-45bd-94a7-0c45a8a9ccec" providerId="ADAL" clId="{18BF91BF-2E15-4024-B8D6-27DEE4DC4BD0}" dt="2024-06-04T12:51:52.391" v="390" actId="20577"/>
          <ac:spMkLst>
            <pc:docMk/>
            <pc:sldMk cId="84921887" sldId="1839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29:10.445" v="980" actId="20577"/>
        <pc:sldMkLst>
          <pc:docMk/>
          <pc:sldMk cId="294367231" sldId="1840"/>
        </pc:sldMkLst>
        <pc:spChg chg="mod">
          <ac:chgData name="George Stephen, Reuben" userId="f36fcdba-2387-45bd-94a7-0c45a8a9ccec" providerId="ADAL" clId="{18BF91BF-2E15-4024-B8D6-27DEE4DC4BD0}" dt="2024-06-07T07:25:57.916" v="575"/>
          <ac:spMkLst>
            <pc:docMk/>
            <pc:sldMk cId="294367231" sldId="1840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18BF91BF-2E15-4024-B8D6-27DEE4DC4BD0}" dt="2024-06-07T07:26:31.556" v="718" actId="27636"/>
          <ac:spMkLst>
            <pc:docMk/>
            <pc:sldMk cId="294367231" sldId="1840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18BF91BF-2E15-4024-B8D6-27DEE4DC4BD0}" dt="2024-06-07T07:29:10.445" v="980" actId="20577"/>
          <ac:spMkLst>
            <pc:docMk/>
            <pc:sldMk cId="294367231" sldId="1840"/>
            <ac:spMk id="5" creationId="{CAE21420-34C8-30C5-50CE-1D01ED744F93}"/>
          </ac:spMkLst>
        </pc:spChg>
      </pc:sldChg>
      <pc:sldChg chg="addSp modSp add mod">
        <pc:chgData name="George Stephen, Reuben" userId="f36fcdba-2387-45bd-94a7-0c45a8a9ccec" providerId="ADAL" clId="{18BF91BF-2E15-4024-B8D6-27DEE4DC4BD0}" dt="2024-06-07T07:34:44.733" v="1162" actId="1076"/>
        <pc:sldMkLst>
          <pc:docMk/>
          <pc:sldMk cId="3102193708" sldId="1841"/>
        </pc:sldMkLst>
        <pc:spChg chg="mod">
          <ac:chgData name="George Stephen, Reuben" userId="f36fcdba-2387-45bd-94a7-0c45a8a9ccec" providerId="ADAL" clId="{18BF91BF-2E15-4024-B8D6-27DEE4DC4BD0}" dt="2024-06-07T07:27:04.309" v="721"/>
          <ac:spMkLst>
            <pc:docMk/>
            <pc:sldMk cId="3102193708" sldId="184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18BF91BF-2E15-4024-B8D6-27DEE4DC4BD0}" dt="2024-06-07T07:27:47.054" v="857" actId="20577"/>
          <ac:spMkLst>
            <pc:docMk/>
            <pc:sldMk cId="3102193708" sldId="1841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18BF91BF-2E15-4024-B8D6-27DEE4DC4BD0}" dt="2024-06-07T07:29:13.236" v="981" actId="20577"/>
          <ac:spMkLst>
            <pc:docMk/>
            <pc:sldMk cId="3102193708" sldId="1841"/>
            <ac:spMk id="5" creationId="{CAE21420-34C8-30C5-50CE-1D01ED744F93}"/>
          </ac:spMkLst>
        </pc:spChg>
        <pc:spChg chg="add mod">
          <ac:chgData name="George Stephen, Reuben" userId="f36fcdba-2387-45bd-94a7-0c45a8a9ccec" providerId="ADAL" clId="{18BF91BF-2E15-4024-B8D6-27DEE4DC4BD0}" dt="2024-06-07T07:34:11.271" v="1156" actId="1076"/>
          <ac:spMkLst>
            <pc:docMk/>
            <pc:sldMk cId="3102193708" sldId="1841"/>
            <ac:spMk id="7" creationId="{1CE5E442-BF60-0BBC-4AA1-C6FE99A2D78D}"/>
          </ac:spMkLst>
        </pc:spChg>
        <pc:spChg chg="add mod">
          <ac:chgData name="George Stephen, Reuben" userId="f36fcdba-2387-45bd-94a7-0c45a8a9ccec" providerId="ADAL" clId="{18BF91BF-2E15-4024-B8D6-27DEE4DC4BD0}" dt="2024-06-07T07:34:11.271" v="1156" actId="1076"/>
          <ac:spMkLst>
            <pc:docMk/>
            <pc:sldMk cId="3102193708" sldId="1841"/>
            <ac:spMk id="8" creationId="{A3F367D0-FB79-A023-8EA5-DFB4E79144BC}"/>
          </ac:spMkLst>
        </pc:spChg>
        <pc:spChg chg="add mod">
          <ac:chgData name="George Stephen, Reuben" userId="f36fcdba-2387-45bd-94a7-0c45a8a9ccec" providerId="ADAL" clId="{18BF91BF-2E15-4024-B8D6-27DEE4DC4BD0}" dt="2024-06-07T07:34:24.002" v="1158" actId="1076"/>
          <ac:spMkLst>
            <pc:docMk/>
            <pc:sldMk cId="3102193708" sldId="1841"/>
            <ac:spMk id="9" creationId="{47617A73-BB78-39F4-7D78-E07B7998C1EE}"/>
          </ac:spMkLst>
        </pc:spChg>
        <pc:spChg chg="add mod">
          <ac:chgData name="George Stephen, Reuben" userId="f36fcdba-2387-45bd-94a7-0c45a8a9ccec" providerId="ADAL" clId="{18BF91BF-2E15-4024-B8D6-27DEE4DC4BD0}" dt="2024-06-07T07:34:24.002" v="1158" actId="1076"/>
          <ac:spMkLst>
            <pc:docMk/>
            <pc:sldMk cId="3102193708" sldId="1841"/>
            <ac:spMk id="11" creationId="{B875B3CD-E2E0-0724-9149-893A96B0967D}"/>
          </ac:spMkLst>
        </pc:spChg>
        <pc:spChg chg="add mod">
          <ac:chgData name="George Stephen, Reuben" userId="f36fcdba-2387-45bd-94a7-0c45a8a9ccec" providerId="ADAL" clId="{18BF91BF-2E15-4024-B8D6-27DEE4DC4BD0}" dt="2024-06-07T07:34:37.026" v="1160" actId="1076"/>
          <ac:spMkLst>
            <pc:docMk/>
            <pc:sldMk cId="3102193708" sldId="1841"/>
            <ac:spMk id="12" creationId="{0C62586B-4B18-078D-F2D9-1A906C46E06A}"/>
          </ac:spMkLst>
        </pc:spChg>
        <pc:spChg chg="add mod">
          <ac:chgData name="George Stephen, Reuben" userId="f36fcdba-2387-45bd-94a7-0c45a8a9ccec" providerId="ADAL" clId="{18BF91BF-2E15-4024-B8D6-27DEE4DC4BD0}" dt="2024-06-07T07:34:37.026" v="1160" actId="1076"/>
          <ac:spMkLst>
            <pc:docMk/>
            <pc:sldMk cId="3102193708" sldId="1841"/>
            <ac:spMk id="13" creationId="{CDC05DD7-6E94-712C-1814-DE79C63529D6}"/>
          </ac:spMkLst>
        </pc:spChg>
        <pc:spChg chg="add mod">
          <ac:chgData name="George Stephen, Reuben" userId="f36fcdba-2387-45bd-94a7-0c45a8a9ccec" providerId="ADAL" clId="{18BF91BF-2E15-4024-B8D6-27DEE4DC4BD0}" dt="2024-06-07T07:34:44.733" v="1162" actId="1076"/>
          <ac:spMkLst>
            <pc:docMk/>
            <pc:sldMk cId="3102193708" sldId="1841"/>
            <ac:spMk id="14" creationId="{385F3667-D463-61CC-EF64-EFE7528758A6}"/>
          </ac:spMkLst>
        </pc:spChg>
        <pc:spChg chg="add mod">
          <ac:chgData name="George Stephen, Reuben" userId="f36fcdba-2387-45bd-94a7-0c45a8a9ccec" providerId="ADAL" clId="{18BF91BF-2E15-4024-B8D6-27DEE4DC4BD0}" dt="2024-06-07T07:34:44.733" v="1162" actId="1076"/>
          <ac:spMkLst>
            <pc:docMk/>
            <pc:sldMk cId="3102193708" sldId="1841"/>
            <ac:spMk id="15" creationId="{FC4559AD-EE4A-3E29-F13E-3DDAEDD43B65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29:16.892" v="982" actId="20577"/>
        <pc:sldMkLst>
          <pc:docMk/>
          <pc:sldMk cId="434344496" sldId="1842"/>
        </pc:sldMkLst>
        <pc:spChg chg="mod">
          <ac:chgData name="George Stephen, Reuben" userId="f36fcdba-2387-45bd-94a7-0c45a8a9ccec" providerId="ADAL" clId="{18BF91BF-2E15-4024-B8D6-27DEE4DC4BD0}" dt="2024-06-07T07:29:16.892" v="982" actId="20577"/>
          <ac:spMkLst>
            <pc:docMk/>
            <pc:sldMk cId="434344496" sldId="1842"/>
            <ac:spMk id="5" creationId="{CAE21420-34C8-30C5-50CE-1D01ED744F93}"/>
          </ac:spMkLst>
        </pc:spChg>
      </pc:sldChg>
      <pc:sldChg chg="addSp modSp add mod ord">
        <pc:chgData name="George Stephen, Reuben" userId="f36fcdba-2387-45bd-94a7-0c45a8a9ccec" providerId="ADAL" clId="{18BF91BF-2E15-4024-B8D6-27DEE4DC4BD0}" dt="2024-06-07T07:35:33.550" v="1179" actId="1076"/>
        <pc:sldMkLst>
          <pc:docMk/>
          <pc:sldMk cId="2831618310" sldId="1843"/>
        </pc:sldMkLst>
        <pc:spChg chg="mod">
          <ac:chgData name="George Stephen, Reuben" userId="f36fcdba-2387-45bd-94a7-0c45a8a9ccec" providerId="ADAL" clId="{18BF91BF-2E15-4024-B8D6-27DEE4DC4BD0}" dt="2024-06-07T07:35:12.869" v="1174" actId="20577"/>
          <ac:spMkLst>
            <pc:docMk/>
            <pc:sldMk cId="2831618310" sldId="1843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18BF91BF-2E15-4024-B8D6-27DEE4DC4BD0}" dt="2024-06-07T07:34:53.225" v="1165" actId="1076"/>
          <ac:spMkLst>
            <pc:docMk/>
            <pc:sldMk cId="2831618310" sldId="1843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18BF91BF-2E15-4024-B8D6-27DEE4DC4BD0}" dt="2024-06-07T07:29:20.523" v="983" actId="20577"/>
          <ac:spMkLst>
            <pc:docMk/>
            <pc:sldMk cId="2831618310" sldId="1843"/>
            <ac:spMk id="5" creationId="{CAE21420-34C8-30C5-50CE-1D01ED744F93}"/>
          </ac:spMkLst>
        </pc:spChg>
        <pc:spChg chg="add mod">
          <ac:chgData name="George Stephen, Reuben" userId="f36fcdba-2387-45bd-94a7-0c45a8a9ccec" providerId="ADAL" clId="{18BF91BF-2E15-4024-B8D6-27DEE4DC4BD0}" dt="2024-06-07T07:34:59.621" v="1166" actId="1076"/>
          <ac:spMkLst>
            <pc:docMk/>
            <pc:sldMk cId="2831618310" sldId="1843"/>
            <ac:spMk id="7" creationId="{07CE026C-BF3A-D12F-DCB4-401206EC469A}"/>
          </ac:spMkLst>
        </pc:spChg>
        <pc:spChg chg="add mod">
          <ac:chgData name="George Stephen, Reuben" userId="f36fcdba-2387-45bd-94a7-0c45a8a9ccec" providerId="ADAL" clId="{18BF91BF-2E15-4024-B8D6-27DEE4DC4BD0}" dt="2024-06-07T07:34:59.621" v="1166" actId="1076"/>
          <ac:spMkLst>
            <pc:docMk/>
            <pc:sldMk cId="2831618310" sldId="1843"/>
            <ac:spMk id="8" creationId="{1F314005-D598-4DAE-A4D2-98C6175EE58C}"/>
          </ac:spMkLst>
        </pc:spChg>
        <pc:spChg chg="add mod">
          <ac:chgData name="George Stephen, Reuben" userId="f36fcdba-2387-45bd-94a7-0c45a8a9ccec" providerId="ADAL" clId="{18BF91BF-2E15-4024-B8D6-27DEE4DC4BD0}" dt="2024-06-07T07:35:04.791" v="1168" actId="1076"/>
          <ac:spMkLst>
            <pc:docMk/>
            <pc:sldMk cId="2831618310" sldId="1843"/>
            <ac:spMk id="9" creationId="{8E65B73F-D00A-DFB0-966D-F753A569534C}"/>
          </ac:spMkLst>
        </pc:spChg>
        <pc:spChg chg="add mod">
          <ac:chgData name="George Stephen, Reuben" userId="f36fcdba-2387-45bd-94a7-0c45a8a9ccec" providerId="ADAL" clId="{18BF91BF-2E15-4024-B8D6-27DEE4DC4BD0}" dt="2024-06-07T07:35:04.791" v="1168" actId="1076"/>
          <ac:spMkLst>
            <pc:docMk/>
            <pc:sldMk cId="2831618310" sldId="1843"/>
            <ac:spMk id="11" creationId="{5E275E12-554F-B248-43AA-1FC0DCAB3BD2}"/>
          </ac:spMkLst>
        </pc:spChg>
        <pc:spChg chg="add mod">
          <ac:chgData name="George Stephen, Reuben" userId="f36fcdba-2387-45bd-94a7-0c45a8a9ccec" providerId="ADAL" clId="{18BF91BF-2E15-4024-B8D6-27DEE4DC4BD0}" dt="2024-06-07T07:35:18.217" v="1175" actId="1076"/>
          <ac:spMkLst>
            <pc:docMk/>
            <pc:sldMk cId="2831618310" sldId="1843"/>
            <ac:spMk id="12" creationId="{B83B5624-1724-B45F-FDD8-9458D276395F}"/>
          </ac:spMkLst>
        </pc:spChg>
        <pc:spChg chg="add mod">
          <ac:chgData name="George Stephen, Reuben" userId="f36fcdba-2387-45bd-94a7-0c45a8a9ccec" providerId="ADAL" clId="{18BF91BF-2E15-4024-B8D6-27DEE4DC4BD0}" dt="2024-06-07T07:35:22.633" v="1177" actId="1076"/>
          <ac:spMkLst>
            <pc:docMk/>
            <pc:sldMk cId="2831618310" sldId="1843"/>
            <ac:spMk id="13" creationId="{0F81248F-E065-EC90-DC05-7537D4DDB94D}"/>
          </ac:spMkLst>
        </pc:spChg>
        <pc:spChg chg="add mod">
          <ac:chgData name="George Stephen, Reuben" userId="f36fcdba-2387-45bd-94a7-0c45a8a9ccec" providerId="ADAL" clId="{18BF91BF-2E15-4024-B8D6-27DEE4DC4BD0}" dt="2024-06-07T07:35:33.550" v="1179" actId="1076"/>
          <ac:spMkLst>
            <pc:docMk/>
            <pc:sldMk cId="2831618310" sldId="1843"/>
            <ac:spMk id="14" creationId="{DF1E2DD8-928E-2F96-85A9-3BEF87E2456D}"/>
          </ac:spMkLst>
        </pc:spChg>
        <pc:spChg chg="add mod">
          <ac:chgData name="George Stephen, Reuben" userId="f36fcdba-2387-45bd-94a7-0c45a8a9ccec" providerId="ADAL" clId="{18BF91BF-2E15-4024-B8D6-27DEE4DC4BD0}" dt="2024-06-07T07:35:33.550" v="1179" actId="1076"/>
          <ac:spMkLst>
            <pc:docMk/>
            <pc:sldMk cId="2831618310" sldId="1843"/>
            <ac:spMk id="15" creationId="{6524C7EB-EC90-C1DA-540C-87613FCF29DF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29:25.384" v="984" actId="20577"/>
        <pc:sldMkLst>
          <pc:docMk/>
          <pc:sldMk cId="3442717183" sldId="1844"/>
        </pc:sldMkLst>
        <pc:spChg chg="mod">
          <ac:chgData name="George Stephen, Reuben" userId="f36fcdba-2387-45bd-94a7-0c45a8a9ccec" providerId="ADAL" clId="{18BF91BF-2E15-4024-B8D6-27DEE4DC4BD0}" dt="2024-06-07T07:29:25.384" v="984" actId="20577"/>
          <ac:spMkLst>
            <pc:docMk/>
            <pc:sldMk cId="3442717183" sldId="1844"/>
            <ac:spMk id="5" creationId="{CAE21420-34C8-30C5-50CE-1D01ED744F93}"/>
          </ac:spMkLst>
        </pc:spChg>
      </pc:sldChg>
      <pc:sldChg chg="addSp modSp add mod ord">
        <pc:chgData name="George Stephen, Reuben" userId="f36fcdba-2387-45bd-94a7-0c45a8a9ccec" providerId="ADAL" clId="{18BF91BF-2E15-4024-B8D6-27DEE4DC4BD0}" dt="2024-06-07T07:36:23.534" v="1195" actId="20577"/>
        <pc:sldMkLst>
          <pc:docMk/>
          <pc:sldMk cId="2722518376" sldId="1845"/>
        </pc:sldMkLst>
        <pc:spChg chg="mod">
          <ac:chgData name="George Stephen, Reuben" userId="f36fcdba-2387-45bd-94a7-0c45a8a9ccec" providerId="ADAL" clId="{18BF91BF-2E15-4024-B8D6-27DEE4DC4BD0}" dt="2024-06-07T07:36:08.783" v="1189" actId="20577"/>
          <ac:spMkLst>
            <pc:docMk/>
            <pc:sldMk cId="2722518376" sldId="184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18BF91BF-2E15-4024-B8D6-27DEE4DC4BD0}" dt="2024-06-07T07:36:23.534" v="1195" actId="20577"/>
          <ac:spMkLst>
            <pc:docMk/>
            <pc:sldMk cId="2722518376" sldId="1845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18BF91BF-2E15-4024-B8D6-27DEE4DC4BD0}" dt="2024-06-07T07:29:39.061" v="988" actId="20577"/>
          <ac:spMkLst>
            <pc:docMk/>
            <pc:sldMk cId="2722518376" sldId="1845"/>
            <ac:spMk id="5" creationId="{CAE21420-34C8-30C5-50CE-1D01ED744F93}"/>
          </ac:spMkLst>
        </pc:spChg>
        <pc:spChg chg="add mod">
          <ac:chgData name="George Stephen, Reuben" userId="f36fcdba-2387-45bd-94a7-0c45a8a9ccec" providerId="ADAL" clId="{18BF91BF-2E15-4024-B8D6-27DEE4DC4BD0}" dt="2024-06-07T07:35:51.998" v="1181" actId="1076"/>
          <ac:spMkLst>
            <pc:docMk/>
            <pc:sldMk cId="2722518376" sldId="1845"/>
            <ac:spMk id="7" creationId="{63210898-3524-FDFE-CF78-6642CDFA97C6}"/>
          </ac:spMkLst>
        </pc:spChg>
        <pc:spChg chg="add mod">
          <ac:chgData name="George Stephen, Reuben" userId="f36fcdba-2387-45bd-94a7-0c45a8a9ccec" providerId="ADAL" clId="{18BF91BF-2E15-4024-B8D6-27DEE4DC4BD0}" dt="2024-06-07T07:35:51.998" v="1181" actId="1076"/>
          <ac:spMkLst>
            <pc:docMk/>
            <pc:sldMk cId="2722518376" sldId="1845"/>
            <ac:spMk id="8" creationId="{562589C6-931D-7BB1-FDFB-4CF37A878620}"/>
          </ac:spMkLst>
        </pc:spChg>
        <pc:spChg chg="add mod">
          <ac:chgData name="George Stephen, Reuben" userId="f36fcdba-2387-45bd-94a7-0c45a8a9ccec" providerId="ADAL" clId="{18BF91BF-2E15-4024-B8D6-27DEE4DC4BD0}" dt="2024-06-07T07:35:59.230" v="1183" actId="1076"/>
          <ac:spMkLst>
            <pc:docMk/>
            <pc:sldMk cId="2722518376" sldId="1845"/>
            <ac:spMk id="9" creationId="{368DC342-1C52-367A-A313-8FAECDAC8014}"/>
          </ac:spMkLst>
        </pc:spChg>
        <pc:spChg chg="add mod">
          <ac:chgData name="George Stephen, Reuben" userId="f36fcdba-2387-45bd-94a7-0c45a8a9ccec" providerId="ADAL" clId="{18BF91BF-2E15-4024-B8D6-27DEE4DC4BD0}" dt="2024-06-07T07:35:59.230" v="1183" actId="1076"/>
          <ac:spMkLst>
            <pc:docMk/>
            <pc:sldMk cId="2722518376" sldId="1845"/>
            <ac:spMk id="11" creationId="{1A705C17-A65B-B33F-D72F-5F367CA17BF7}"/>
          </ac:spMkLst>
        </pc:spChg>
        <pc:spChg chg="add mod">
          <ac:chgData name="George Stephen, Reuben" userId="f36fcdba-2387-45bd-94a7-0c45a8a9ccec" providerId="ADAL" clId="{18BF91BF-2E15-4024-B8D6-27DEE4DC4BD0}" dt="2024-06-07T07:36:06.792" v="1185" actId="1076"/>
          <ac:spMkLst>
            <pc:docMk/>
            <pc:sldMk cId="2722518376" sldId="1845"/>
            <ac:spMk id="12" creationId="{0C22D8FB-4298-CF95-B128-F3681F588B89}"/>
          </ac:spMkLst>
        </pc:spChg>
        <pc:spChg chg="add mod">
          <ac:chgData name="George Stephen, Reuben" userId="f36fcdba-2387-45bd-94a7-0c45a8a9ccec" providerId="ADAL" clId="{18BF91BF-2E15-4024-B8D6-27DEE4DC4BD0}" dt="2024-06-07T07:36:06.792" v="1185" actId="1076"/>
          <ac:spMkLst>
            <pc:docMk/>
            <pc:sldMk cId="2722518376" sldId="1845"/>
            <ac:spMk id="13" creationId="{6BC2B436-96AB-E8AA-1F67-7A0849FBCAA5}"/>
          </ac:spMkLst>
        </pc:spChg>
        <pc:spChg chg="add mod">
          <ac:chgData name="George Stephen, Reuben" userId="f36fcdba-2387-45bd-94a7-0c45a8a9ccec" providerId="ADAL" clId="{18BF91BF-2E15-4024-B8D6-27DEE4DC4BD0}" dt="2024-06-07T07:36:19.044" v="1191" actId="1076"/>
          <ac:spMkLst>
            <pc:docMk/>
            <pc:sldMk cId="2722518376" sldId="1845"/>
            <ac:spMk id="14" creationId="{E5924361-5FE8-2470-785C-B6FA2A3C1CDA}"/>
          </ac:spMkLst>
        </pc:spChg>
        <pc:spChg chg="add mod">
          <ac:chgData name="George Stephen, Reuben" userId="f36fcdba-2387-45bd-94a7-0c45a8a9ccec" providerId="ADAL" clId="{18BF91BF-2E15-4024-B8D6-27DEE4DC4BD0}" dt="2024-06-07T07:36:19.044" v="1191" actId="1076"/>
          <ac:spMkLst>
            <pc:docMk/>
            <pc:sldMk cId="2722518376" sldId="1845"/>
            <ac:spMk id="15" creationId="{13B7FD8E-6701-02FC-0874-9965CD4F6474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47:20.859" v="1276" actId="20577"/>
        <pc:sldMkLst>
          <pc:docMk/>
          <pc:sldMk cId="3398680693" sldId="1846"/>
        </pc:sldMkLst>
        <pc:spChg chg="mod">
          <ac:chgData name="George Stephen, Reuben" userId="f36fcdba-2387-45bd-94a7-0c45a8a9ccec" providerId="ADAL" clId="{18BF91BF-2E15-4024-B8D6-27DEE4DC4BD0}" dt="2024-06-07T07:45:09.491" v="1235" actId="12788"/>
          <ac:spMkLst>
            <pc:docMk/>
            <pc:sldMk cId="3398680693" sldId="1846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18BF91BF-2E15-4024-B8D6-27DEE4DC4BD0}" dt="2024-06-07T07:47:20.859" v="1276" actId="20577"/>
          <ac:spMkLst>
            <pc:docMk/>
            <pc:sldMk cId="3398680693" sldId="1846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7:44:51.542" v="1232" actId="20577"/>
          <ac:spMkLst>
            <pc:docMk/>
            <pc:sldMk cId="3398680693" sldId="184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48:57.657" v="1300" actId="20577"/>
        <pc:sldMkLst>
          <pc:docMk/>
          <pc:sldMk cId="2558943354" sldId="1847"/>
        </pc:sldMkLst>
        <pc:spChg chg="mod">
          <ac:chgData name="George Stephen, Reuben" userId="f36fcdba-2387-45bd-94a7-0c45a8a9ccec" providerId="ADAL" clId="{18BF91BF-2E15-4024-B8D6-27DEE4DC4BD0}" dt="2024-06-07T07:48:53.849" v="1299" actId="12788"/>
          <ac:spMkLst>
            <pc:docMk/>
            <pc:sldMk cId="2558943354" sldId="1847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18BF91BF-2E15-4024-B8D6-27DEE4DC4BD0}" dt="2024-06-07T07:48:47.379" v="1297" actId="12788"/>
          <ac:spMkLst>
            <pc:docMk/>
            <pc:sldMk cId="2558943354" sldId="1847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7:48:57.657" v="1300" actId="20577"/>
          <ac:spMkLst>
            <pc:docMk/>
            <pc:sldMk cId="2558943354" sldId="184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50:55.126" v="1329" actId="20577"/>
        <pc:sldMkLst>
          <pc:docMk/>
          <pc:sldMk cId="2931365651" sldId="1848"/>
        </pc:sldMkLst>
        <pc:spChg chg="mod">
          <ac:chgData name="George Stephen, Reuben" userId="f36fcdba-2387-45bd-94a7-0c45a8a9ccec" providerId="ADAL" clId="{18BF91BF-2E15-4024-B8D6-27DEE4DC4BD0}" dt="2024-06-07T07:50:49.669" v="1328" actId="12788"/>
          <ac:spMkLst>
            <pc:docMk/>
            <pc:sldMk cId="2931365651" sldId="1848"/>
            <ac:spMk id="3" creationId="{325AF87E-9D48-CE0B-9C0A-5C85175F49A4}"/>
          </ac:spMkLst>
        </pc:spChg>
        <pc:spChg chg="mod">
          <ac:chgData name="George Stephen, Reuben" userId="f36fcdba-2387-45bd-94a7-0c45a8a9ccec" providerId="ADAL" clId="{18BF91BF-2E15-4024-B8D6-27DEE4DC4BD0}" dt="2024-06-07T07:50:23.157" v="1323" actId="12788"/>
          <ac:spMkLst>
            <pc:docMk/>
            <pc:sldMk cId="2931365651" sldId="1848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7:50:55.126" v="1329" actId="20577"/>
          <ac:spMkLst>
            <pc:docMk/>
            <pc:sldMk cId="2931365651" sldId="184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57:39.307" v="1423" actId="20577"/>
        <pc:sldMkLst>
          <pc:docMk/>
          <pc:sldMk cId="1115409948" sldId="1849"/>
        </pc:sldMkLst>
        <pc:spChg chg="mod">
          <ac:chgData name="George Stephen, Reuben" userId="f36fcdba-2387-45bd-94a7-0c45a8a9ccec" providerId="ADAL" clId="{18BF91BF-2E15-4024-B8D6-27DEE4DC4BD0}" dt="2024-06-07T07:56:20.599" v="1403"/>
          <ac:spMkLst>
            <pc:docMk/>
            <pc:sldMk cId="1115409948" sldId="1849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18BF91BF-2E15-4024-B8D6-27DEE4DC4BD0}" dt="2024-06-07T07:56:04.438" v="1398" actId="27636"/>
          <ac:spMkLst>
            <pc:docMk/>
            <pc:sldMk cId="1115409948" sldId="1849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7:57:39.307" v="1423" actId="20577"/>
          <ac:spMkLst>
            <pc:docMk/>
            <pc:sldMk cId="1115409948" sldId="1849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7:57:36.102" v="1422" actId="20577"/>
        <pc:sldMkLst>
          <pc:docMk/>
          <pc:sldMk cId="483360868" sldId="1850"/>
        </pc:sldMkLst>
        <pc:spChg chg="mod">
          <ac:chgData name="George Stephen, Reuben" userId="f36fcdba-2387-45bd-94a7-0c45a8a9ccec" providerId="ADAL" clId="{18BF91BF-2E15-4024-B8D6-27DEE4DC4BD0}" dt="2024-06-07T07:57:25.625" v="1418" actId="12788"/>
          <ac:spMkLst>
            <pc:docMk/>
            <pc:sldMk cId="483360868" sldId="1850"/>
            <ac:spMk id="11" creationId="{41655652-0AE6-4926-AF11-0CFC99B9211B}"/>
          </ac:spMkLst>
        </pc:spChg>
        <pc:spChg chg="mod">
          <ac:chgData name="George Stephen, Reuben" userId="f36fcdba-2387-45bd-94a7-0c45a8a9ccec" providerId="ADAL" clId="{18BF91BF-2E15-4024-B8D6-27DEE4DC4BD0}" dt="2024-06-07T07:57:07.477" v="1415" actId="12788"/>
          <ac:spMkLst>
            <pc:docMk/>
            <pc:sldMk cId="483360868" sldId="1850"/>
            <ac:spMk id="12" creationId="{4BF9CA61-6680-419C-A597-2B8F90F492F3}"/>
          </ac:spMkLst>
        </pc:spChg>
        <pc:spChg chg="mod">
          <ac:chgData name="George Stephen, Reuben" userId="f36fcdba-2387-45bd-94a7-0c45a8a9ccec" providerId="ADAL" clId="{18BF91BF-2E15-4024-B8D6-27DEE4DC4BD0}" dt="2024-06-07T07:57:36.102" v="1422" actId="20577"/>
          <ac:spMkLst>
            <pc:docMk/>
            <pc:sldMk cId="483360868" sldId="1850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01:19.280" v="1464" actId="20577"/>
        <pc:sldMkLst>
          <pc:docMk/>
          <pc:sldMk cId="3831441850" sldId="1851"/>
        </pc:sldMkLst>
        <pc:spChg chg="mod">
          <ac:chgData name="George Stephen, Reuben" userId="f36fcdba-2387-45bd-94a7-0c45a8a9ccec" providerId="ADAL" clId="{18BF91BF-2E15-4024-B8D6-27DEE4DC4BD0}" dt="2024-06-07T08:01:19.280" v="1464" actId="20577"/>
          <ac:spMkLst>
            <pc:docMk/>
            <pc:sldMk cId="3831441850" sldId="1851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18BF91BF-2E15-4024-B8D6-27DEE4DC4BD0}" dt="2024-06-07T08:00:56.208" v="1462"/>
          <ac:spMkLst>
            <pc:docMk/>
            <pc:sldMk cId="3831441850" sldId="1851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18BF91BF-2E15-4024-B8D6-27DEE4DC4BD0}" dt="2024-06-07T08:01:03.117" v="1463"/>
          <ac:spMkLst>
            <pc:docMk/>
            <pc:sldMk cId="3831441850" sldId="1851"/>
            <ac:spMk id="15" creationId="{93D11A35-D320-C38B-FE72-A124FE9D198E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01:33.444" v="1468" actId="20577"/>
        <pc:sldMkLst>
          <pc:docMk/>
          <pc:sldMk cId="2107157061" sldId="1852"/>
        </pc:sldMkLst>
        <pc:spChg chg="mod">
          <ac:chgData name="George Stephen, Reuben" userId="f36fcdba-2387-45bd-94a7-0c45a8a9ccec" providerId="ADAL" clId="{18BF91BF-2E15-4024-B8D6-27DEE4DC4BD0}" dt="2024-06-07T08:01:33.444" v="1468" actId="20577"/>
          <ac:spMkLst>
            <pc:docMk/>
            <pc:sldMk cId="2107157061" sldId="1852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18BF91BF-2E15-4024-B8D6-27DEE4DC4BD0}" dt="2024-06-07T08:01:24.218" v="1466"/>
          <ac:spMkLst>
            <pc:docMk/>
            <pc:sldMk cId="2107157061" sldId="1852"/>
            <ac:spMk id="14" creationId="{1F3C0C55-88CA-2C32-7C98-55467F92C0C6}"/>
          </ac:spMkLst>
        </pc:spChg>
        <pc:spChg chg="mod">
          <ac:chgData name="George Stephen, Reuben" userId="f36fcdba-2387-45bd-94a7-0c45a8a9ccec" providerId="ADAL" clId="{18BF91BF-2E15-4024-B8D6-27DEE4DC4BD0}" dt="2024-06-07T08:01:30.705" v="1467"/>
          <ac:spMkLst>
            <pc:docMk/>
            <pc:sldMk cId="2107157061" sldId="1852"/>
            <ac:spMk id="15" creationId="{93D11A35-D320-C38B-FE72-A124FE9D198E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1:54.242" v="1588" actId="20577"/>
        <pc:sldMkLst>
          <pc:docMk/>
          <pc:sldMk cId="2344344095" sldId="1853"/>
        </pc:sldMkLst>
        <pc:spChg chg="mod">
          <ac:chgData name="George Stephen, Reuben" userId="f36fcdba-2387-45bd-94a7-0c45a8a9ccec" providerId="ADAL" clId="{18BF91BF-2E15-4024-B8D6-27DEE4DC4BD0}" dt="2024-06-07T08:05:31.996" v="1502" actId="20577"/>
          <ac:spMkLst>
            <pc:docMk/>
            <pc:sldMk cId="2344344095" sldId="1853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06:05.840" v="1509" actId="403"/>
          <ac:spMkLst>
            <pc:docMk/>
            <pc:sldMk cId="2344344095" sldId="1853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06:12.329" v="1510" actId="1076"/>
          <ac:spMkLst>
            <pc:docMk/>
            <pc:sldMk cId="2344344095" sldId="1853"/>
            <ac:spMk id="8" creationId="{CD9B5FBB-A3DD-8626-5DE1-6CF40C7FAA3F}"/>
          </ac:spMkLst>
        </pc:spChg>
        <pc:spChg chg="mod">
          <ac:chgData name="George Stephen, Reuben" userId="f36fcdba-2387-45bd-94a7-0c45a8a9ccec" providerId="ADAL" clId="{18BF91BF-2E15-4024-B8D6-27DEE4DC4BD0}" dt="2024-06-07T08:06:14.787" v="1511" actId="1076"/>
          <ac:spMkLst>
            <pc:docMk/>
            <pc:sldMk cId="2344344095" sldId="1853"/>
            <ac:spMk id="9" creationId="{6C057879-0AD4-5522-3E2E-12AA8CEC3126}"/>
          </ac:spMkLst>
        </pc:spChg>
        <pc:spChg chg="mod">
          <ac:chgData name="George Stephen, Reuben" userId="f36fcdba-2387-45bd-94a7-0c45a8a9ccec" providerId="ADAL" clId="{18BF91BF-2E15-4024-B8D6-27DEE4DC4BD0}" dt="2024-06-07T08:11:54.242" v="1588" actId="20577"/>
          <ac:spMkLst>
            <pc:docMk/>
            <pc:sldMk cId="2344344095" sldId="1853"/>
            <ac:spMk id="13" creationId="{007BB913-9B65-46EC-B661-42A703EE22EC}"/>
          </ac:spMkLst>
        </pc:spChg>
      </pc:sldChg>
      <pc:sldChg chg="add del">
        <pc:chgData name="George Stephen, Reuben" userId="f36fcdba-2387-45bd-94a7-0c45a8a9ccec" providerId="ADAL" clId="{18BF91BF-2E15-4024-B8D6-27DEE4DC4BD0}" dt="2024-06-07T08:01:54.502" v="1471" actId="47"/>
        <pc:sldMkLst>
          <pc:docMk/>
          <pc:sldMk cId="3909536555" sldId="1853"/>
        </pc:sldMkLst>
      </pc:sldChg>
      <pc:sldChg chg="modSp add mod">
        <pc:chgData name="George Stephen, Reuben" userId="f36fcdba-2387-45bd-94a7-0c45a8a9ccec" providerId="ADAL" clId="{18BF91BF-2E15-4024-B8D6-27DEE4DC4BD0}" dt="2024-06-07T08:11:51.203" v="1587" actId="20577"/>
        <pc:sldMkLst>
          <pc:docMk/>
          <pc:sldMk cId="2233774523" sldId="1854"/>
        </pc:sldMkLst>
        <pc:spChg chg="mod">
          <ac:chgData name="George Stephen, Reuben" userId="f36fcdba-2387-45bd-94a7-0c45a8a9ccec" providerId="ADAL" clId="{18BF91BF-2E15-4024-B8D6-27DEE4DC4BD0}" dt="2024-06-07T08:07:16.771" v="1524" actId="20577"/>
          <ac:spMkLst>
            <pc:docMk/>
            <pc:sldMk cId="2233774523" sldId="1854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06:51.286" v="1519"/>
          <ac:spMkLst>
            <pc:docMk/>
            <pc:sldMk cId="2233774523" sldId="1854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1:51.203" v="1587" actId="20577"/>
          <ac:spMkLst>
            <pc:docMk/>
            <pc:sldMk cId="2233774523" sldId="1854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1:47.681" v="1586" actId="20577"/>
        <pc:sldMkLst>
          <pc:docMk/>
          <pc:sldMk cId="42649003" sldId="1855"/>
        </pc:sldMkLst>
        <pc:spChg chg="mod">
          <ac:chgData name="George Stephen, Reuben" userId="f36fcdba-2387-45bd-94a7-0c45a8a9ccec" providerId="ADAL" clId="{18BF91BF-2E15-4024-B8D6-27DEE4DC4BD0}" dt="2024-06-07T08:07:57.067" v="1533" actId="14100"/>
          <ac:spMkLst>
            <pc:docMk/>
            <pc:sldMk cId="42649003" sldId="1855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08:06.037" v="1535" actId="27636"/>
          <ac:spMkLst>
            <pc:docMk/>
            <pc:sldMk cId="42649003" sldId="1855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08:13.355" v="1536" actId="1076"/>
          <ac:spMkLst>
            <pc:docMk/>
            <pc:sldMk cId="42649003" sldId="1855"/>
            <ac:spMk id="8" creationId="{CD9B5FBB-A3DD-8626-5DE1-6CF40C7FAA3F}"/>
          </ac:spMkLst>
        </pc:spChg>
        <pc:spChg chg="mod">
          <ac:chgData name="George Stephen, Reuben" userId="f36fcdba-2387-45bd-94a7-0c45a8a9ccec" providerId="ADAL" clId="{18BF91BF-2E15-4024-B8D6-27DEE4DC4BD0}" dt="2024-06-07T08:08:13.355" v="1536" actId="1076"/>
          <ac:spMkLst>
            <pc:docMk/>
            <pc:sldMk cId="42649003" sldId="1855"/>
            <ac:spMk id="9" creationId="{6C057879-0AD4-5522-3E2E-12AA8CEC3126}"/>
          </ac:spMkLst>
        </pc:spChg>
        <pc:spChg chg="mod">
          <ac:chgData name="George Stephen, Reuben" userId="f36fcdba-2387-45bd-94a7-0c45a8a9ccec" providerId="ADAL" clId="{18BF91BF-2E15-4024-B8D6-27DEE4DC4BD0}" dt="2024-06-07T08:11:47.681" v="1586" actId="20577"/>
          <ac:spMkLst>
            <pc:docMk/>
            <pc:sldMk cId="42649003" sldId="1855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1:44.963" v="1585" actId="20577"/>
        <pc:sldMkLst>
          <pc:docMk/>
          <pc:sldMk cId="1870763965" sldId="1856"/>
        </pc:sldMkLst>
        <pc:spChg chg="mod">
          <ac:chgData name="George Stephen, Reuben" userId="f36fcdba-2387-45bd-94a7-0c45a8a9ccec" providerId="ADAL" clId="{18BF91BF-2E15-4024-B8D6-27DEE4DC4BD0}" dt="2024-06-07T08:11:02.162" v="1575" actId="20577"/>
          <ac:spMkLst>
            <pc:docMk/>
            <pc:sldMk cId="1870763965" sldId="1856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0:12.295" v="1564" actId="1076"/>
          <ac:spMkLst>
            <pc:docMk/>
            <pc:sldMk cId="1870763965" sldId="1856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0:16.919" v="1565" actId="1076"/>
          <ac:spMkLst>
            <pc:docMk/>
            <pc:sldMk cId="1870763965" sldId="1856"/>
            <ac:spMk id="8" creationId="{CD9B5FBB-A3DD-8626-5DE1-6CF40C7FAA3F}"/>
          </ac:spMkLst>
        </pc:spChg>
        <pc:spChg chg="mod">
          <ac:chgData name="George Stephen, Reuben" userId="f36fcdba-2387-45bd-94a7-0c45a8a9ccec" providerId="ADAL" clId="{18BF91BF-2E15-4024-B8D6-27DEE4DC4BD0}" dt="2024-06-07T08:10:16.919" v="1565" actId="1076"/>
          <ac:spMkLst>
            <pc:docMk/>
            <pc:sldMk cId="1870763965" sldId="1856"/>
            <ac:spMk id="9" creationId="{6C057879-0AD4-5522-3E2E-12AA8CEC3126}"/>
          </ac:spMkLst>
        </pc:spChg>
        <pc:spChg chg="mod">
          <ac:chgData name="George Stephen, Reuben" userId="f36fcdba-2387-45bd-94a7-0c45a8a9ccec" providerId="ADAL" clId="{18BF91BF-2E15-4024-B8D6-27DEE4DC4BD0}" dt="2024-06-07T08:11:44.963" v="1585" actId="20577"/>
          <ac:spMkLst>
            <pc:docMk/>
            <pc:sldMk cId="1870763965" sldId="185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1:40.069" v="1584" actId="20577"/>
        <pc:sldMkLst>
          <pc:docMk/>
          <pc:sldMk cId="2772470669" sldId="1857"/>
        </pc:sldMkLst>
        <pc:spChg chg="mod">
          <ac:chgData name="George Stephen, Reuben" userId="f36fcdba-2387-45bd-94a7-0c45a8a9ccec" providerId="ADAL" clId="{18BF91BF-2E15-4024-B8D6-27DEE4DC4BD0}" dt="2024-06-07T08:11:21.015" v="1582" actId="20577"/>
          <ac:spMkLst>
            <pc:docMk/>
            <pc:sldMk cId="2772470669" sldId="1857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0:45.008" v="1572" actId="27636"/>
          <ac:spMkLst>
            <pc:docMk/>
            <pc:sldMk cId="2772470669" sldId="1857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1:40.069" v="1584" actId="20577"/>
          <ac:spMkLst>
            <pc:docMk/>
            <pc:sldMk cId="2772470669" sldId="185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7:32.947" v="2236" actId="20577"/>
        <pc:sldMkLst>
          <pc:docMk/>
          <pc:sldMk cId="283445830" sldId="1858"/>
        </pc:sldMkLst>
        <pc:spChg chg="mod">
          <ac:chgData name="George Stephen, Reuben" userId="f36fcdba-2387-45bd-94a7-0c45a8a9ccec" providerId="ADAL" clId="{18BF91BF-2E15-4024-B8D6-27DEE4DC4BD0}" dt="2024-06-07T08:14:09.304" v="1794" actId="20577"/>
          <ac:spMkLst>
            <pc:docMk/>
            <pc:sldMk cId="283445830" sldId="1858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3:46.970" v="1685"/>
          <ac:spMkLst>
            <pc:docMk/>
            <pc:sldMk cId="283445830" sldId="1858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7:32.947" v="2236" actId="20577"/>
          <ac:spMkLst>
            <pc:docMk/>
            <pc:sldMk cId="283445830" sldId="1858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7:29.916" v="2235" actId="20577"/>
        <pc:sldMkLst>
          <pc:docMk/>
          <pc:sldMk cId="1812163899" sldId="1859"/>
        </pc:sldMkLst>
        <pc:spChg chg="mod">
          <ac:chgData name="George Stephen, Reuben" userId="f36fcdba-2387-45bd-94a7-0c45a8a9ccec" providerId="ADAL" clId="{18BF91BF-2E15-4024-B8D6-27DEE4DC4BD0}" dt="2024-06-07T08:14:51.541" v="1894" actId="20577"/>
          <ac:spMkLst>
            <pc:docMk/>
            <pc:sldMk cId="1812163899" sldId="1859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4:55.705" v="1896" actId="20577"/>
          <ac:spMkLst>
            <pc:docMk/>
            <pc:sldMk cId="1812163899" sldId="1859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7:29.916" v="2235" actId="20577"/>
          <ac:spMkLst>
            <pc:docMk/>
            <pc:sldMk cId="1812163899" sldId="1859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7:26.649" v="2234" actId="20577"/>
        <pc:sldMkLst>
          <pc:docMk/>
          <pc:sldMk cId="4118035144" sldId="1860"/>
        </pc:sldMkLst>
        <pc:spChg chg="mod">
          <ac:chgData name="George Stephen, Reuben" userId="f36fcdba-2387-45bd-94a7-0c45a8a9ccec" providerId="ADAL" clId="{18BF91BF-2E15-4024-B8D6-27DEE4DC4BD0}" dt="2024-06-07T08:15:42.471" v="2021" actId="20577"/>
          <ac:spMkLst>
            <pc:docMk/>
            <pc:sldMk cId="4118035144" sldId="1860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5:13.570" v="1901"/>
          <ac:spMkLst>
            <pc:docMk/>
            <pc:sldMk cId="4118035144" sldId="1860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7:26.649" v="2234" actId="20577"/>
          <ac:spMkLst>
            <pc:docMk/>
            <pc:sldMk cId="4118035144" sldId="1860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7:23.459" v="2233" actId="20577"/>
        <pc:sldMkLst>
          <pc:docMk/>
          <pc:sldMk cId="4164632730" sldId="1861"/>
        </pc:sldMkLst>
        <pc:spChg chg="mod">
          <ac:chgData name="George Stephen, Reuben" userId="f36fcdba-2387-45bd-94a7-0c45a8a9ccec" providerId="ADAL" clId="{18BF91BF-2E15-4024-B8D6-27DEE4DC4BD0}" dt="2024-06-07T08:16:26.943" v="2130" actId="20577"/>
          <ac:spMkLst>
            <pc:docMk/>
            <pc:sldMk cId="4164632730" sldId="1861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6:03.028" v="2026"/>
          <ac:spMkLst>
            <pc:docMk/>
            <pc:sldMk cId="4164632730" sldId="1861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7:23.459" v="2233" actId="20577"/>
          <ac:spMkLst>
            <pc:docMk/>
            <pc:sldMk cId="4164632730" sldId="1861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17:20.302" v="2232" actId="20577"/>
        <pc:sldMkLst>
          <pc:docMk/>
          <pc:sldMk cId="1358181630" sldId="1862"/>
        </pc:sldMkLst>
        <pc:spChg chg="mod">
          <ac:chgData name="George Stephen, Reuben" userId="f36fcdba-2387-45bd-94a7-0c45a8a9ccec" providerId="ADAL" clId="{18BF91BF-2E15-4024-B8D6-27DEE4DC4BD0}" dt="2024-06-07T08:17:14.363" v="2231" actId="20577"/>
          <ac:spMkLst>
            <pc:docMk/>
            <pc:sldMk cId="1358181630" sldId="1862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16:48.933" v="2135"/>
          <ac:spMkLst>
            <pc:docMk/>
            <pc:sldMk cId="1358181630" sldId="1862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17:20.302" v="2232" actId="20577"/>
          <ac:spMkLst>
            <pc:docMk/>
            <pc:sldMk cId="1358181630" sldId="1862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26:18.462" v="2375" actId="20577"/>
        <pc:sldMkLst>
          <pc:docMk/>
          <pc:sldMk cId="302552153" sldId="1863"/>
        </pc:sldMkLst>
        <pc:spChg chg="mod">
          <ac:chgData name="George Stephen, Reuben" userId="f36fcdba-2387-45bd-94a7-0c45a8a9ccec" providerId="ADAL" clId="{18BF91BF-2E15-4024-B8D6-27DEE4DC4BD0}" dt="2024-06-07T08:21:11.425" v="2284" actId="27636"/>
          <ac:spMkLst>
            <pc:docMk/>
            <pc:sldMk cId="302552153" sldId="1863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21:22.681" v="2287"/>
          <ac:spMkLst>
            <pc:docMk/>
            <pc:sldMk cId="302552153" sldId="1863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26:18.462" v="2375" actId="20577"/>
          <ac:spMkLst>
            <pc:docMk/>
            <pc:sldMk cId="302552153" sldId="186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26:15.278" v="2374" actId="20577"/>
        <pc:sldMkLst>
          <pc:docMk/>
          <pc:sldMk cId="3422396893" sldId="1864"/>
        </pc:sldMkLst>
        <pc:spChg chg="mod">
          <ac:chgData name="George Stephen, Reuben" userId="f36fcdba-2387-45bd-94a7-0c45a8a9ccec" providerId="ADAL" clId="{18BF91BF-2E15-4024-B8D6-27DEE4DC4BD0}" dt="2024-06-07T08:22:18.054" v="2302" actId="27636"/>
          <ac:spMkLst>
            <pc:docMk/>
            <pc:sldMk cId="3422396893" sldId="1864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22:32.057" v="2305"/>
          <ac:spMkLst>
            <pc:docMk/>
            <pc:sldMk cId="3422396893" sldId="1864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26:15.278" v="2374" actId="20577"/>
          <ac:spMkLst>
            <pc:docMk/>
            <pc:sldMk cId="3422396893" sldId="1864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26:11.306" v="2373" actId="20577"/>
        <pc:sldMkLst>
          <pc:docMk/>
          <pc:sldMk cId="4201043905" sldId="1865"/>
        </pc:sldMkLst>
        <pc:spChg chg="mod">
          <ac:chgData name="George Stephen, Reuben" userId="f36fcdba-2387-45bd-94a7-0c45a8a9ccec" providerId="ADAL" clId="{18BF91BF-2E15-4024-B8D6-27DEE4DC4BD0}" dt="2024-06-07T08:23:14.250" v="2320" actId="27636"/>
          <ac:spMkLst>
            <pc:docMk/>
            <pc:sldMk cId="4201043905" sldId="1865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23:27.773" v="2323"/>
          <ac:spMkLst>
            <pc:docMk/>
            <pc:sldMk cId="4201043905" sldId="1865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26:11.306" v="2373" actId="20577"/>
          <ac:spMkLst>
            <pc:docMk/>
            <pc:sldMk cId="4201043905" sldId="1865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26:07.803" v="2372" actId="20577"/>
        <pc:sldMkLst>
          <pc:docMk/>
          <pc:sldMk cId="4031396214" sldId="1866"/>
        </pc:sldMkLst>
        <pc:spChg chg="mod">
          <ac:chgData name="George Stephen, Reuben" userId="f36fcdba-2387-45bd-94a7-0c45a8a9ccec" providerId="ADAL" clId="{18BF91BF-2E15-4024-B8D6-27DEE4DC4BD0}" dt="2024-06-07T08:24:24.446" v="2346" actId="27636"/>
          <ac:spMkLst>
            <pc:docMk/>
            <pc:sldMk cId="4031396214" sldId="1866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24:34.853" v="2351"/>
          <ac:spMkLst>
            <pc:docMk/>
            <pc:sldMk cId="4031396214" sldId="1866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26:07.803" v="2372" actId="20577"/>
          <ac:spMkLst>
            <pc:docMk/>
            <pc:sldMk cId="4031396214" sldId="1866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25:28.961" v="2369" actId="20577"/>
        <pc:sldMkLst>
          <pc:docMk/>
          <pc:sldMk cId="2468733250" sldId="1867"/>
        </pc:sldMkLst>
        <pc:spChg chg="mod">
          <ac:chgData name="George Stephen, Reuben" userId="f36fcdba-2387-45bd-94a7-0c45a8a9ccec" providerId="ADAL" clId="{18BF91BF-2E15-4024-B8D6-27DEE4DC4BD0}" dt="2024-06-07T08:25:14.751" v="2365" actId="27636"/>
          <ac:spMkLst>
            <pc:docMk/>
            <pc:sldMk cId="2468733250" sldId="1867"/>
            <ac:spMk id="3" creationId="{33D1D61E-8707-D640-6E3E-C82DD0FD2FA0}"/>
          </ac:spMkLst>
        </pc:spChg>
        <pc:spChg chg="mod">
          <ac:chgData name="George Stephen, Reuben" userId="f36fcdba-2387-45bd-94a7-0c45a8a9ccec" providerId="ADAL" clId="{18BF91BF-2E15-4024-B8D6-27DEE4DC4BD0}" dt="2024-06-07T08:25:23.439" v="2368"/>
          <ac:spMkLst>
            <pc:docMk/>
            <pc:sldMk cId="2468733250" sldId="1867"/>
            <ac:spMk id="4" creationId="{A9E52683-AECA-33B6-F5AB-C8CBD215CF08}"/>
          </ac:spMkLst>
        </pc:spChg>
        <pc:spChg chg="mod">
          <ac:chgData name="George Stephen, Reuben" userId="f36fcdba-2387-45bd-94a7-0c45a8a9ccec" providerId="ADAL" clId="{18BF91BF-2E15-4024-B8D6-27DEE4DC4BD0}" dt="2024-06-07T08:25:28.961" v="2369" actId="20577"/>
          <ac:spMkLst>
            <pc:docMk/>
            <pc:sldMk cId="2468733250" sldId="1867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31:42.690" v="2625" actId="12788"/>
        <pc:sldMkLst>
          <pc:docMk/>
          <pc:sldMk cId="45000208" sldId="1868"/>
        </pc:sldMkLst>
        <pc:spChg chg="mod">
          <ac:chgData name="George Stephen, Reuben" userId="f36fcdba-2387-45bd-94a7-0c45a8a9ccec" providerId="ADAL" clId="{18BF91BF-2E15-4024-B8D6-27DEE4DC4BD0}" dt="2024-06-07T08:31:39.577" v="2624" actId="12788"/>
          <ac:spMkLst>
            <pc:docMk/>
            <pc:sldMk cId="45000208" sldId="1868"/>
            <ac:spMk id="3" creationId="{3DD7E497-16E3-4D0B-D67F-B0783CD0DB3A}"/>
          </ac:spMkLst>
        </pc:spChg>
        <pc:spChg chg="mod">
          <ac:chgData name="George Stephen, Reuben" userId="f36fcdba-2387-45bd-94a7-0c45a8a9ccec" providerId="ADAL" clId="{18BF91BF-2E15-4024-B8D6-27DEE4DC4BD0}" dt="2024-06-07T08:31:42.690" v="2625" actId="12788"/>
          <ac:spMkLst>
            <pc:docMk/>
            <pc:sldMk cId="45000208" sldId="1868"/>
            <ac:spMk id="5" creationId="{112E09B5-E893-4800-2C09-D538794564EC}"/>
          </ac:spMkLst>
        </pc:spChg>
        <pc:spChg chg="mod">
          <ac:chgData name="George Stephen, Reuben" userId="f36fcdba-2387-45bd-94a7-0c45a8a9ccec" providerId="ADAL" clId="{18BF91BF-2E15-4024-B8D6-27DEE4DC4BD0}" dt="2024-06-07T08:31:36.322" v="2623" actId="20577"/>
          <ac:spMkLst>
            <pc:docMk/>
            <pc:sldMk cId="45000208" sldId="1868"/>
            <ac:spMk id="6" creationId="{A97AC8B4-2EEA-43E2-9E53-E9E68E4002A0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45:48.907" v="2725" actId="20577"/>
        <pc:sldMkLst>
          <pc:docMk/>
          <pc:sldMk cId="2857768218" sldId="1869"/>
        </pc:sldMkLst>
        <pc:spChg chg="mod">
          <ac:chgData name="George Stephen, Reuben" userId="f36fcdba-2387-45bd-94a7-0c45a8a9ccec" providerId="ADAL" clId="{18BF91BF-2E15-4024-B8D6-27DEE4DC4BD0}" dt="2024-06-07T08:41:20.790" v="2697" actId="1076"/>
          <ac:spMkLst>
            <pc:docMk/>
            <pc:sldMk cId="2857768218" sldId="1869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18BF91BF-2E15-4024-B8D6-27DEE4DC4BD0}" dt="2024-06-07T08:45:48.907" v="2725" actId="20577"/>
          <ac:spMkLst>
            <pc:docMk/>
            <pc:sldMk cId="2857768218" sldId="1869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18BF91BF-2E15-4024-B8D6-27DEE4DC4BD0}" dt="2024-06-07T08:40:18.165" v="2692" actId="12788"/>
          <ac:spMkLst>
            <pc:docMk/>
            <pc:sldMk cId="2857768218" sldId="1869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45:42.324" v="2723" actId="20577"/>
        <pc:sldMkLst>
          <pc:docMk/>
          <pc:sldMk cId="2138701428" sldId="1870"/>
        </pc:sldMkLst>
        <pc:spChg chg="mod">
          <ac:chgData name="George Stephen, Reuben" userId="f36fcdba-2387-45bd-94a7-0c45a8a9ccec" providerId="ADAL" clId="{18BF91BF-2E15-4024-B8D6-27DEE4DC4BD0}" dt="2024-06-07T08:43:48.184" v="2708" actId="1076"/>
          <ac:spMkLst>
            <pc:docMk/>
            <pc:sldMk cId="2138701428" sldId="1870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18BF91BF-2E15-4024-B8D6-27DEE4DC4BD0}" dt="2024-06-07T08:45:42.324" v="2723" actId="20577"/>
          <ac:spMkLst>
            <pc:docMk/>
            <pc:sldMk cId="2138701428" sldId="1870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18BF91BF-2E15-4024-B8D6-27DEE4DC4BD0}" dt="2024-06-07T08:43:44.297" v="2707" actId="12788"/>
          <ac:spMkLst>
            <pc:docMk/>
            <pc:sldMk cId="2138701428" sldId="1870"/>
            <ac:spMk id="14" creationId="{6B5C07C5-478F-8C5E-9799-96B690B3C07D}"/>
          </ac:spMkLst>
        </pc:spChg>
      </pc:sldChg>
      <pc:sldChg chg="modSp add del mod">
        <pc:chgData name="George Stephen, Reuben" userId="f36fcdba-2387-45bd-94a7-0c45a8a9ccec" providerId="ADAL" clId="{18BF91BF-2E15-4024-B8D6-27DEE4DC4BD0}" dt="2024-06-07T08:41:31.395" v="2699" actId="47"/>
        <pc:sldMkLst>
          <pc:docMk/>
          <pc:sldMk cId="4018512404" sldId="1871"/>
        </pc:sldMkLst>
        <pc:spChg chg="mod">
          <ac:chgData name="George Stephen, Reuben" userId="f36fcdba-2387-45bd-94a7-0c45a8a9ccec" providerId="ADAL" clId="{18BF91BF-2E15-4024-B8D6-27DEE4DC4BD0}" dt="2024-06-07T08:37:19.218" v="2671" actId="20577"/>
          <ac:spMkLst>
            <pc:docMk/>
            <pc:sldMk cId="4018512404" sldId="1871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45:33.170" v="2721" actId="20577"/>
        <pc:sldMkLst>
          <pc:docMk/>
          <pc:sldMk cId="2028944525" sldId="1872"/>
        </pc:sldMkLst>
        <pc:spChg chg="mod">
          <ac:chgData name="George Stephen, Reuben" userId="f36fcdba-2387-45bd-94a7-0c45a8a9ccec" providerId="ADAL" clId="{18BF91BF-2E15-4024-B8D6-27DEE4DC4BD0}" dt="2024-06-07T08:45:23.752" v="2717" actId="1076"/>
          <ac:spMkLst>
            <pc:docMk/>
            <pc:sldMk cId="2028944525" sldId="1872"/>
            <ac:spMk id="8" creationId="{98CFC8D0-5A92-4986-0C8E-9F3AABDD7932}"/>
          </ac:spMkLst>
        </pc:spChg>
        <pc:spChg chg="mod">
          <ac:chgData name="George Stephen, Reuben" userId="f36fcdba-2387-45bd-94a7-0c45a8a9ccec" providerId="ADAL" clId="{18BF91BF-2E15-4024-B8D6-27DEE4DC4BD0}" dt="2024-06-07T08:45:33.170" v="2721" actId="20577"/>
          <ac:spMkLst>
            <pc:docMk/>
            <pc:sldMk cId="2028944525" sldId="1872"/>
            <ac:spMk id="13" creationId="{007BB913-9B65-46EC-B661-42A703EE22EC}"/>
          </ac:spMkLst>
        </pc:spChg>
        <pc:spChg chg="mod">
          <ac:chgData name="George Stephen, Reuben" userId="f36fcdba-2387-45bd-94a7-0c45a8a9ccec" providerId="ADAL" clId="{18BF91BF-2E15-4024-B8D6-27DEE4DC4BD0}" dt="2024-06-07T08:44:13.351" v="2712" actId="12788"/>
          <ac:spMkLst>
            <pc:docMk/>
            <pc:sldMk cId="2028944525" sldId="1872"/>
            <ac:spMk id="14" creationId="{6B5C07C5-478F-8C5E-9799-96B690B3C07D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45:45.513" v="2724" actId="20577"/>
        <pc:sldMkLst>
          <pc:docMk/>
          <pc:sldMk cId="707510104" sldId="1873"/>
        </pc:sldMkLst>
        <pc:spChg chg="mod">
          <ac:chgData name="George Stephen, Reuben" userId="f36fcdba-2387-45bd-94a7-0c45a8a9ccec" providerId="ADAL" clId="{18BF91BF-2E15-4024-B8D6-27DEE4DC4BD0}" dt="2024-06-07T08:45:45.513" v="2724" actId="20577"/>
          <ac:spMkLst>
            <pc:docMk/>
            <pc:sldMk cId="707510104" sldId="1873"/>
            <ac:spMk id="13" creationId="{007BB913-9B65-46EC-B661-42A703EE22EC}"/>
          </ac:spMkLst>
        </pc:spChg>
      </pc:sldChg>
      <pc:sldChg chg="modSp add mod">
        <pc:chgData name="George Stephen, Reuben" userId="f36fcdba-2387-45bd-94a7-0c45a8a9ccec" providerId="ADAL" clId="{18BF91BF-2E15-4024-B8D6-27DEE4DC4BD0}" dt="2024-06-07T08:45:37.990" v="2722" actId="20577"/>
        <pc:sldMkLst>
          <pc:docMk/>
          <pc:sldMk cId="1484536476" sldId="1874"/>
        </pc:sldMkLst>
        <pc:spChg chg="mod">
          <ac:chgData name="George Stephen, Reuben" userId="f36fcdba-2387-45bd-94a7-0c45a8a9ccec" providerId="ADAL" clId="{18BF91BF-2E15-4024-B8D6-27DEE4DC4BD0}" dt="2024-06-07T08:45:37.990" v="2722" actId="20577"/>
          <ac:spMkLst>
            <pc:docMk/>
            <pc:sldMk cId="1484536476" sldId="1874"/>
            <ac:spMk id="13" creationId="{007BB913-9B65-46EC-B661-42A703EE22EC}"/>
          </ac:spMkLst>
        </pc:spChg>
      </pc:sldChg>
    </pc:docChg>
  </pc:docChgLst>
  <pc:docChgLst>
    <pc:chgData name="Reuben Stephen" userId="6a6eda1f0b9c2b70" providerId="Windows Live" clId="Web-{81DECE55-98B5-4AB1-96E8-E89D8A4913F1}"/>
    <pc:docChg chg="addSld modSld sldOrd">
      <pc:chgData name="Reuben Stephen" userId="6a6eda1f0b9c2b70" providerId="Windows Live" clId="Web-{81DECE55-98B5-4AB1-96E8-E89D8A4913F1}" dt="2024-06-08T03:06:53.972" v="39" actId="1076"/>
      <pc:docMkLst>
        <pc:docMk/>
      </pc:docMkLst>
      <pc:sldChg chg="modSp">
        <pc:chgData name="Reuben Stephen" userId="6a6eda1f0b9c2b70" providerId="Windows Live" clId="Web-{81DECE55-98B5-4AB1-96E8-E89D8A4913F1}" dt="2024-06-08T03:05:47.485" v="30" actId="20577"/>
        <pc:sldMkLst>
          <pc:docMk/>
          <pc:sldMk cId="1337391288" sldId="1473"/>
        </pc:sldMkLst>
        <pc:spChg chg="mod">
          <ac:chgData name="Reuben Stephen" userId="6a6eda1f0b9c2b70" providerId="Windows Live" clId="Web-{81DECE55-98B5-4AB1-96E8-E89D8A4913F1}" dt="2024-06-08T03:05:47.485" v="30" actId="20577"/>
          <ac:spMkLst>
            <pc:docMk/>
            <pc:sldMk cId="1337391288" sldId="1473"/>
            <ac:spMk id="2" creationId="{00000000-0000-0000-0000-000000000000}"/>
          </ac:spMkLst>
        </pc:spChg>
      </pc:sldChg>
      <pc:sldChg chg="modSp ord">
        <pc:chgData name="Reuben Stephen" userId="6a6eda1f0b9c2b70" providerId="Windows Live" clId="Web-{81DECE55-98B5-4AB1-96E8-E89D8A4913F1}" dt="2024-06-08T03:04:46.718" v="22" actId="20577"/>
        <pc:sldMkLst>
          <pc:docMk/>
          <pc:sldMk cId="1506339394" sldId="1567"/>
        </pc:sldMkLst>
        <pc:spChg chg="mod">
          <ac:chgData name="Reuben Stephen" userId="6a6eda1f0b9c2b70" providerId="Windows Live" clId="Web-{81DECE55-98B5-4AB1-96E8-E89D8A4913F1}" dt="2024-06-08T03:04:46.718" v="22" actId="20577"/>
          <ac:spMkLst>
            <pc:docMk/>
            <pc:sldMk cId="1506339394" sldId="1567"/>
            <ac:spMk id="13" creationId="{007BB913-9B65-46EC-B661-42A703EE22EC}"/>
          </ac:spMkLst>
        </pc:spChg>
      </pc:sldChg>
      <pc:sldChg chg="ord">
        <pc:chgData name="Reuben Stephen" userId="6a6eda1f0b9c2b70" providerId="Windows Live" clId="Web-{81DECE55-98B5-4AB1-96E8-E89D8A4913F1}" dt="2024-06-08T03:02:45.340" v="6"/>
        <pc:sldMkLst>
          <pc:docMk/>
          <pc:sldMk cId="1977561733" sldId="1624"/>
        </pc:sldMkLst>
      </pc:sldChg>
      <pc:sldChg chg="modSp">
        <pc:chgData name="Reuben Stephen" userId="6a6eda1f0b9c2b70" providerId="Windows Live" clId="Web-{81DECE55-98B5-4AB1-96E8-E89D8A4913F1}" dt="2024-06-08T03:06:15.549" v="31" actId="14100"/>
        <pc:sldMkLst>
          <pc:docMk/>
          <pc:sldMk cId="2386726509" sldId="1689"/>
        </pc:sldMkLst>
        <pc:spChg chg="mod">
          <ac:chgData name="Reuben Stephen" userId="6a6eda1f0b9c2b70" providerId="Windows Live" clId="Web-{81DECE55-98B5-4AB1-96E8-E89D8A4913F1}" dt="2024-06-08T03:06:15.549" v="31" actId="14100"/>
          <ac:spMkLst>
            <pc:docMk/>
            <pc:sldMk cId="2386726509" sldId="1689"/>
            <ac:spMk id="4" creationId="{A9E52683-AECA-33B6-F5AB-C8CBD215CF08}"/>
          </ac:spMkLst>
        </pc:spChg>
      </pc:sldChg>
      <pc:sldChg chg="modSp">
        <pc:chgData name="Reuben Stephen" userId="6a6eda1f0b9c2b70" providerId="Windows Live" clId="Web-{81DECE55-98B5-4AB1-96E8-E89D8A4913F1}" dt="2024-06-08T03:06:33.346" v="35" actId="14100"/>
        <pc:sldMkLst>
          <pc:docMk/>
          <pc:sldMk cId="2344344095" sldId="1853"/>
        </pc:sldMkLst>
        <pc:spChg chg="mod">
          <ac:chgData name="Reuben Stephen" userId="6a6eda1f0b9c2b70" providerId="Windows Live" clId="Web-{81DECE55-98B5-4AB1-96E8-E89D8A4913F1}" dt="2024-06-08T03:06:33.346" v="35" actId="14100"/>
          <ac:spMkLst>
            <pc:docMk/>
            <pc:sldMk cId="2344344095" sldId="1853"/>
            <ac:spMk id="4" creationId="{A9E52683-AECA-33B6-F5AB-C8CBD215CF08}"/>
          </ac:spMkLst>
        </pc:spChg>
      </pc:sldChg>
      <pc:sldChg chg="modSp">
        <pc:chgData name="Reuben Stephen" userId="6a6eda1f0b9c2b70" providerId="Windows Live" clId="Web-{81DECE55-98B5-4AB1-96E8-E89D8A4913F1}" dt="2024-06-08T03:06:53.972" v="39" actId="1076"/>
        <pc:sldMkLst>
          <pc:docMk/>
          <pc:sldMk cId="1870763965" sldId="1856"/>
        </pc:sldMkLst>
        <pc:spChg chg="mod">
          <ac:chgData name="Reuben Stephen" userId="6a6eda1f0b9c2b70" providerId="Windows Live" clId="Web-{81DECE55-98B5-4AB1-96E8-E89D8A4913F1}" dt="2024-06-08T03:06:46.378" v="37" actId="14100"/>
          <ac:spMkLst>
            <pc:docMk/>
            <pc:sldMk cId="1870763965" sldId="1856"/>
            <ac:spMk id="4" creationId="{A9E52683-AECA-33B6-F5AB-C8CBD215CF08}"/>
          </ac:spMkLst>
        </pc:spChg>
        <pc:spChg chg="mod">
          <ac:chgData name="Reuben Stephen" userId="6a6eda1f0b9c2b70" providerId="Windows Live" clId="Web-{81DECE55-98B5-4AB1-96E8-E89D8A4913F1}" dt="2024-06-08T03:06:53.956" v="38" actId="1076"/>
          <ac:spMkLst>
            <pc:docMk/>
            <pc:sldMk cId="1870763965" sldId="1856"/>
            <ac:spMk id="8" creationId="{CD9B5FBB-A3DD-8626-5DE1-6CF40C7FAA3F}"/>
          </ac:spMkLst>
        </pc:spChg>
        <pc:spChg chg="mod">
          <ac:chgData name="Reuben Stephen" userId="6a6eda1f0b9c2b70" providerId="Windows Live" clId="Web-{81DECE55-98B5-4AB1-96E8-E89D8A4913F1}" dt="2024-06-08T03:06:53.972" v="39" actId="1076"/>
          <ac:spMkLst>
            <pc:docMk/>
            <pc:sldMk cId="1870763965" sldId="1856"/>
            <ac:spMk id="9" creationId="{6C057879-0AD4-5522-3E2E-12AA8CEC3126}"/>
          </ac:spMkLst>
        </pc:spChg>
      </pc:sldChg>
      <pc:sldChg chg="modSp ord">
        <pc:chgData name="Reuben Stephen" userId="6a6eda1f0b9c2b70" providerId="Windows Live" clId="Web-{81DECE55-98B5-4AB1-96E8-E89D8A4913F1}" dt="2024-06-08T03:04:22.061" v="20" actId="20577"/>
        <pc:sldMkLst>
          <pc:docMk/>
          <pc:sldMk cId="2857768218" sldId="1869"/>
        </pc:sldMkLst>
        <pc:spChg chg="mod">
          <ac:chgData name="Reuben Stephen" userId="6a6eda1f0b9c2b70" providerId="Windows Live" clId="Web-{81DECE55-98B5-4AB1-96E8-E89D8A4913F1}" dt="2024-06-08T03:04:22.061" v="20" actId="20577"/>
          <ac:spMkLst>
            <pc:docMk/>
            <pc:sldMk cId="2857768218" sldId="1869"/>
            <ac:spMk id="13" creationId="{007BB913-9B65-46EC-B661-42A703EE22EC}"/>
          </ac:spMkLst>
        </pc:spChg>
      </pc:sldChg>
      <pc:sldChg chg="modSp ord">
        <pc:chgData name="Reuben Stephen" userId="6a6eda1f0b9c2b70" providerId="Windows Live" clId="Web-{81DECE55-98B5-4AB1-96E8-E89D8A4913F1}" dt="2024-06-08T03:05:10.562" v="27" actId="14100"/>
        <pc:sldMkLst>
          <pc:docMk/>
          <pc:sldMk cId="2138701428" sldId="1870"/>
        </pc:sldMkLst>
        <pc:spChg chg="mod">
          <ac:chgData name="Reuben Stephen" userId="6a6eda1f0b9c2b70" providerId="Windows Live" clId="Web-{81DECE55-98B5-4AB1-96E8-E89D8A4913F1}" dt="2024-06-08T03:03:32.029" v="14" actId="20577"/>
          <ac:spMkLst>
            <pc:docMk/>
            <pc:sldMk cId="2138701428" sldId="1870"/>
            <ac:spMk id="8" creationId="{98CFC8D0-5A92-4986-0C8E-9F3AABDD7932}"/>
          </ac:spMkLst>
        </pc:spChg>
        <pc:spChg chg="mod">
          <ac:chgData name="Reuben Stephen" userId="6a6eda1f0b9c2b70" providerId="Windows Live" clId="Web-{81DECE55-98B5-4AB1-96E8-E89D8A4913F1}" dt="2024-06-08T03:03:36.560" v="15" actId="20577"/>
          <ac:spMkLst>
            <pc:docMk/>
            <pc:sldMk cId="2138701428" sldId="1870"/>
            <ac:spMk id="13" creationId="{007BB913-9B65-46EC-B661-42A703EE22EC}"/>
          </ac:spMkLst>
        </pc:spChg>
        <pc:spChg chg="mod">
          <ac:chgData name="Reuben Stephen" userId="6a6eda1f0b9c2b70" providerId="Windows Live" clId="Web-{81DECE55-98B5-4AB1-96E8-E89D8A4913F1}" dt="2024-06-08T03:05:10.562" v="27" actId="14100"/>
          <ac:spMkLst>
            <pc:docMk/>
            <pc:sldMk cId="2138701428" sldId="1870"/>
            <ac:spMk id="14" creationId="{6B5C07C5-478F-8C5E-9799-96B690B3C07D}"/>
          </ac:spMkLst>
        </pc:spChg>
      </pc:sldChg>
      <pc:sldChg chg="modSp ord">
        <pc:chgData name="Reuben Stephen" userId="6a6eda1f0b9c2b70" providerId="Windows Live" clId="Web-{81DECE55-98B5-4AB1-96E8-E89D8A4913F1}" dt="2024-06-08T03:03:16.825" v="12" actId="20577"/>
        <pc:sldMkLst>
          <pc:docMk/>
          <pc:sldMk cId="2028944525" sldId="1872"/>
        </pc:sldMkLst>
        <pc:spChg chg="mod">
          <ac:chgData name="Reuben Stephen" userId="6a6eda1f0b9c2b70" providerId="Windows Live" clId="Web-{81DECE55-98B5-4AB1-96E8-E89D8A4913F1}" dt="2024-06-08T03:03:16.825" v="12" actId="20577"/>
          <ac:spMkLst>
            <pc:docMk/>
            <pc:sldMk cId="2028944525" sldId="1872"/>
            <ac:spMk id="13" creationId="{007BB913-9B65-46EC-B661-42A703EE22EC}"/>
          </ac:spMkLst>
        </pc:spChg>
      </pc:sldChg>
      <pc:sldChg chg="modSp ord">
        <pc:chgData name="Reuben Stephen" userId="6a6eda1f0b9c2b70" providerId="Windows Live" clId="Web-{81DECE55-98B5-4AB1-96E8-E89D8A4913F1}" dt="2024-06-08T03:03:43.373" v="17" actId="20577"/>
        <pc:sldMkLst>
          <pc:docMk/>
          <pc:sldMk cId="707510104" sldId="1873"/>
        </pc:sldMkLst>
        <pc:spChg chg="mod">
          <ac:chgData name="Reuben Stephen" userId="6a6eda1f0b9c2b70" providerId="Windows Live" clId="Web-{81DECE55-98B5-4AB1-96E8-E89D8A4913F1}" dt="2024-06-08T03:03:43.373" v="17" actId="20577"/>
          <ac:spMkLst>
            <pc:docMk/>
            <pc:sldMk cId="707510104" sldId="1873"/>
            <ac:spMk id="13" creationId="{007BB913-9B65-46EC-B661-42A703EE22EC}"/>
          </ac:spMkLst>
        </pc:spChg>
      </pc:sldChg>
      <pc:sldChg chg="modSp ord">
        <pc:chgData name="Reuben Stephen" userId="6a6eda1f0b9c2b70" providerId="Windows Live" clId="Web-{81DECE55-98B5-4AB1-96E8-E89D8A4913F1}" dt="2024-06-08T03:03:22.810" v="13" actId="20577"/>
        <pc:sldMkLst>
          <pc:docMk/>
          <pc:sldMk cId="1484536476" sldId="1874"/>
        </pc:sldMkLst>
        <pc:spChg chg="mod">
          <ac:chgData name="Reuben Stephen" userId="6a6eda1f0b9c2b70" providerId="Windows Live" clId="Web-{81DECE55-98B5-4AB1-96E8-E89D8A4913F1}" dt="2024-06-08T03:03:22.810" v="13" actId="20577"/>
          <ac:spMkLst>
            <pc:docMk/>
            <pc:sldMk cId="1484536476" sldId="1874"/>
            <ac:spMk id="13" creationId="{007BB913-9B65-46EC-B661-42A703EE22EC}"/>
          </ac:spMkLst>
        </pc:spChg>
      </pc:sldChg>
      <pc:sldChg chg="modSp add replId">
        <pc:chgData name="Reuben Stephen" userId="6a6eda1f0b9c2b70" providerId="Windows Live" clId="Web-{81DECE55-98B5-4AB1-96E8-E89D8A4913F1}" dt="2024-06-08T03:03:10.716" v="10" actId="20577"/>
        <pc:sldMkLst>
          <pc:docMk/>
          <pc:sldMk cId="15876655" sldId="1875"/>
        </pc:sldMkLst>
        <pc:spChg chg="mod">
          <ac:chgData name="Reuben Stephen" userId="6a6eda1f0b9c2b70" providerId="Windows Live" clId="Web-{81DECE55-98B5-4AB1-96E8-E89D8A4913F1}" dt="2024-06-08T03:03:10.716" v="10" actId="20577"/>
          <ac:spMkLst>
            <pc:docMk/>
            <pc:sldMk cId="15876655" sldId="1875"/>
            <ac:spMk id="13" creationId="{007BB913-9B65-46EC-B661-42A703EE22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aterfall with a cross and a river&#10;&#10;Description automatically generated">
            <a:extLst>
              <a:ext uri="{FF2B5EF4-FFF2-40B4-BE49-F238E27FC236}">
                <a16:creationId xmlns:a16="http://schemas.microsoft.com/office/drawing/2014/main" id="{ABD6A591-7B79-44D0-458D-4F67AF2A70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07 April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aterfall in the mountains&#10;&#10;Description automatically generated">
            <a:extLst>
              <a:ext uri="{FF2B5EF4-FFF2-40B4-BE49-F238E27FC236}">
                <a16:creationId xmlns:a16="http://schemas.microsoft.com/office/drawing/2014/main" id="{4EE9CB05-34A7-D7D6-5834-D949B95D50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07 April 2024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8370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0162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872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2794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2909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171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7104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0963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414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15827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18186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2D2F3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10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841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063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2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6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103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750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416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7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9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927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168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2D2F3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764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0400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27827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46590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6009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47731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2354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33763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978132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7323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94198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62056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2D2F3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350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FF019-52F0-D1F7-09B1-4D6A8AD84E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483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4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pPr/>
              <a:t>31/8/2024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828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0" y="1653074"/>
            <a:ext cx="9156031" cy="18373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Song No.: </a:t>
            </a:r>
            <a:r>
              <a:rPr lang="en-US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parishuddhan</a:t>
            </a: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mahonnatha</a:t>
            </a: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…  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parishuddhan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mahonnatha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07507" y="499607"/>
            <a:ext cx="7928987" cy="209433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arishuddhan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mahonnatha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aramengum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vilhangum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aheshan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wargeeya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sainyangalh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vaazhththi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sthuthikunna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warloka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naathhanaam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mishiha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haaleluya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(4)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1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607507" y="2717987"/>
            <a:ext cx="79289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പരിശുദ്ധൻ മഹോന്നത ദേവൻ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പരമെങ്ങും വിളങ്ങും മഹേശൻ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സ്വർഗീയ സൈന്യങ്ങൾ വാഴ്ത്തി സ്തുതിക്കുന്ന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സ്വർലോക നാഥനാം മിശിഹാ</a:t>
            </a:r>
            <a:endParaRPr lang="en-US" sz="200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kumimoji="0" lang="en-US" sz="2000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  <a:p>
            <a:r>
              <a:rPr kumimoji="0" lang="ml-I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+mn-cs"/>
              </a:rPr>
              <a:t>ഹാ ഹാ ഹാ ഹാലേലൂയാ (4)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45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parishuddhan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mahonnatha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07507" y="499607"/>
            <a:ext cx="7928987" cy="209433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albhutha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manthriyaam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thathanaam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veeranaam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unnatha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neethiyin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sooryan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rajaadhi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raajanaam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mishiha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haaleluya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(4)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2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607507" y="2717987"/>
            <a:ext cx="79289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അവൻ അത്ഭുദ മന്ത്രിയാം ദൈവം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നിത്യ താതനാം വീരനാം ദൈവം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ഉന്നത ദേവൻ നീതിയിൻ സൂര്യൻ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രാജാധി രാജനാം മിശിഹാ</a:t>
            </a:r>
            <a:endParaRPr lang="en-US" sz="200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kumimoji="0" lang="en-US" sz="2000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  <a:p>
            <a:r>
              <a:rPr kumimoji="0" lang="ml-I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+mn-cs"/>
              </a:rPr>
              <a:t>ഹാ ഹാ ഹാ ഹാലേലൂയാ (4)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289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parishuddhan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mahonnatha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…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07507" y="499607"/>
            <a:ext cx="7928987" cy="209433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kodaa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kodithan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sainyavumaay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meghaaroodhanaay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varunnitha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viravil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suthare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thaannodu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cherppan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varunneshu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mishiha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haaleluya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(4)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Opening: 3 of 8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607507" y="2717987"/>
            <a:ext cx="79289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കോടാ കോടി തൻ ദൂത സൈന്യവുമായ്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മേഘരൂഢനായ് വരുന്നിതാ വിരവിൽ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തൻ പ്രിയ സുതരെ തന്നോട് ചേർപ്പാൻ </a:t>
            </a:r>
          </a:p>
          <a:p>
            <a:r>
              <a:rPr lang="ml-IN" sz="20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വേഗം വരുന്നേശു മിശിഹാ</a:t>
            </a:r>
            <a:endParaRPr lang="en-US" sz="200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kumimoji="0" lang="en-US" sz="2000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  <a:p>
            <a:r>
              <a:rPr kumimoji="0" lang="ml-I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L-TTKarthika" panose="04000000000000000000" pitchFamily="82" charset="0"/>
                <a:ea typeface="Calibri" panose="020F0502020204030204" pitchFamily="34" charset="0"/>
                <a:cs typeface="+mn-cs"/>
              </a:rPr>
              <a:t>ഹാ ഹാ ഹാ ഹാലേലൂയാ (4)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63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653666"/>
            <a:ext cx="9144000" cy="183616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ennhi</a:t>
            </a:r>
            <a:r>
              <a:rPr lang="en-GB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ennhi</a:t>
            </a:r>
            <a:r>
              <a:rPr lang="en-GB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 </a:t>
            </a:r>
            <a:r>
              <a:rPr lang="en-GB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sthuthikkuvaan</a:t>
            </a:r>
            <a:endParaRPr lang="en-GB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Hymn –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ennhi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ennhi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sthuthikkuvaan</a:t>
            </a:r>
            <a:b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864530" y="720621"/>
            <a:ext cx="74149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nnhi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sthuthikkuvaan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ennhamillaatha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kripakalhinaal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innayolham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bhujathaal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thaangiya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naamame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917786" y="2785219"/>
            <a:ext cx="7687734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എണ്ണി എണ്ണി സ്തുതിക്കുവാൻ</a:t>
            </a:r>
            <a:endParaRPr lang="en-US" sz="2000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എണ്ണമില്ലാത്ത കൃപകളിനാൽ</a:t>
            </a:r>
            <a:endParaRPr lang="en-US" sz="2000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ഇന്നയോളം തൻ ഭുജത്താൽ</a:t>
            </a:r>
            <a:endParaRPr lang="en-US" sz="2000" dirty="0">
              <a:latin typeface="ML-TTKarthika" panose="04000000000000000000" pitchFamily="82" charset="0"/>
            </a:endParaRPr>
          </a:p>
          <a:p>
            <a:pPr>
              <a:lnSpc>
                <a:spcPct val="1500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നിന്നെ താങ്ങിയ നാമമേ</a:t>
            </a:r>
            <a:endParaRPr lang="en-US" sz="20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69063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1665552"/>
            <a:ext cx="3441468" cy="1812395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245</a:t>
            </a: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6206163" cy="2087656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sambhathaakkunnu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9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chaavine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vennuyirthavan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lokamathil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saadhuvenne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orrthu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thaathanodu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yaachikkunnu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1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  <a:endParaRPr lang="en-US" sz="700" dirty="0">
              <a:latin typeface="ML-TTKarthika" panose="04000000000000000000" pitchFamily="82" charset="0"/>
            </a:endParaRPr>
          </a:p>
          <a:p>
            <a:r>
              <a:rPr lang="en-US" sz="2400" dirty="0" err="1">
                <a:latin typeface="ML-TTKarthika" panose="04000000000000000000" pitchFamily="82" charset="0"/>
              </a:rPr>
              <a:t>Nmhns</a:t>
            </a:r>
            <a:r>
              <a:rPr lang="en-US" sz="2400" dirty="0">
                <a:latin typeface="ML-TTKarthika" panose="04000000000000000000" pitchFamily="82" charset="0"/>
              </a:rPr>
              <a:t>\sh¶pbnÀ¯h³ hm\ </a:t>
            </a:r>
            <a:r>
              <a:rPr lang="en-US" sz="2400" dirty="0" err="1">
                <a:latin typeface="ML-TTKarthika" panose="04000000000000000000" pitchFamily="82" charset="0"/>
              </a:rPr>
              <a:t>temIaXnÂs</a:t>
            </a:r>
            <a:r>
              <a:rPr lang="en-US" sz="2400" dirty="0">
                <a:latin typeface="ML-TTKarthika" panose="04000000000000000000" pitchFamily="82" charset="0"/>
              </a:rPr>
              <a:t>¨¶p </a:t>
            </a:r>
          </a:p>
          <a:p>
            <a:r>
              <a:rPr lang="en-US" sz="2400" dirty="0">
                <a:latin typeface="ML-TTKarthika" panose="04000000000000000000" pitchFamily="82" charset="0"/>
              </a:rPr>
              <a:t>km[p Fs¶ </a:t>
            </a:r>
            <a:r>
              <a:rPr lang="en-US" sz="2400" dirty="0" err="1">
                <a:latin typeface="ML-TTKarthika" panose="04000000000000000000" pitchFamily="82" charset="0"/>
              </a:rPr>
              <a:t>HmÀ¯p</a:t>
            </a:r>
            <a:r>
              <a:rPr lang="en-US" sz="2400" dirty="0">
                <a:latin typeface="ML-TTKarthika" panose="04000000000000000000" pitchFamily="82" charset="0"/>
              </a:rPr>
              <a:t> \</a:t>
            </a:r>
            <a:r>
              <a:rPr lang="en-US" sz="2400" dirty="0" err="1">
                <a:latin typeface="ML-TTKarthika" panose="04000000000000000000" pitchFamily="82" charset="0"/>
              </a:rPr>
              <a:t>nXyw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XmXt</a:t>
            </a:r>
            <a:r>
              <a:rPr lang="en-US" sz="2400" dirty="0">
                <a:latin typeface="ML-TTKarthika" panose="04000000000000000000" pitchFamily="82" charset="0"/>
              </a:rPr>
              <a:t>\</a:t>
            </a:r>
            <a:r>
              <a:rPr lang="en-US" sz="2400" dirty="0" err="1">
                <a:latin typeface="ML-TTKarthika" panose="04000000000000000000" pitchFamily="82" charset="0"/>
              </a:rPr>
              <a:t>mSp</a:t>
            </a:r>
            <a:r>
              <a:rPr lang="en-US" sz="2400" dirty="0">
                <a:latin typeface="ML-TTKarthika" panose="04000000000000000000" pitchFamily="82" charset="0"/>
              </a:rPr>
              <a:t>  </a:t>
            </a:r>
            <a:r>
              <a:rPr lang="en-US" sz="2400" dirty="0" err="1">
                <a:latin typeface="ML-TTKarthika" panose="04000000000000000000" pitchFamily="82" charset="0"/>
              </a:rPr>
              <a:t>bmNn¡p¶p</a:t>
            </a:r>
            <a:r>
              <a:rPr lang="en-US" sz="2400" dirty="0">
                <a:latin typeface="ML-TTKarthika" panose="04000000000000000000" pitchFamily="82" charset="0"/>
              </a:rPr>
              <a:t>- </a:t>
            </a:r>
          </a:p>
          <a:p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2454455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6206163" cy="2087656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maricheeshan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perkkaay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veendeduthenne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swarrggakanaan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naattil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aakkuvaan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neengi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shaapam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maarri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mrithyuvinmel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jayameki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varaam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ennurachittaamayam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theerrthaasha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nalki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{</a:t>
            </a:r>
            <a:r>
              <a:rPr lang="en-US" sz="2400" dirty="0" err="1">
                <a:latin typeface="ML-TTKarthika" panose="04000000000000000000" pitchFamily="82" charset="0"/>
              </a:rPr>
              <a:t>IqinÂ</a:t>
            </a:r>
            <a:r>
              <a:rPr lang="en-US" sz="2400" dirty="0">
                <a:latin typeface="ML-TTKarthika" panose="04000000000000000000" pitchFamily="82" charset="0"/>
              </a:rPr>
              <a:t> acn¨oi³s\³ t]</a:t>
            </a:r>
            <a:r>
              <a:rPr lang="en-US" sz="2400" dirty="0" err="1">
                <a:latin typeface="ML-TTKarthika" panose="04000000000000000000" pitchFamily="82" charset="0"/>
              </a:rPr>
              <a:t>À¡mbv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ho¬sSSps¯s</a:t>
            </a:r>
            <a:r>
              <a:rPr lang="en-US" sz="2400" dirty="0">
                <a:latin typeface="ML-TTKarthika" panose="04000000000000000000" pitchFamily="82" charset="0"/>
              </a:rPr>
              <a:t>¶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kzÀKI</a:t>
            </a:r>
            <a:r>
              <a:rPr lang="en-US" sz="2400" dirty="0">
                <a:latin typeface="ML-TTKarthika" panose="04000000000000000000" pitchFamily="82" charset="0"/>
              </a:rPr>
              <a:t>\m³ \m«nem¡phm³</a:t>
            </a:r>
          </a:p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]m]w \</a:t>
            </a:r>
            <a:r>
              <a:rPr lang="en-US" sz="2400" dirty="0" err="1">
                <a:latin typeface="ML-TTKarthika" panose="04000000000000000000" pitchFamily="82" charset="0"/>
              </a:rPr>
              <a:t>o§n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im</a:t>
            </a:r>
            <a:r>
              <a:rPr lang="en-US" sz="2400" dirty="0">
                <a:latin typeface="ML-TTKarthika" panose="04000000000000000000" pitchFamily="82" charset="0"/>
              </a:rPr>
              <a:t>]w </a:t>
            </a:r>
            <a:r>
              <a:rPr lang="en-US" sz="2400" dirty="0" err="1">
                <a:latin typeface="ML-TTKarthika" panose="04000000000000000000" pitchFamily="82" charset="0"/>
              </a:rPr>
              <a:t>amdn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arXyphnt·Â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PbtaIn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thKw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hcmsa¶pc¨n«mabw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XoÀ¯mi</a:t>
            </a:r>
            <a:r>
              <a:rPr lang="en-US" sz="2400" dirty="0">
                <a:latin typeface="ML-TTKarthika" panose="04000000000000000000" pitchFamily="82" charset="0"/>
              </a:rPr>
              <a:t> \</a:t>
            </a:r>
            <a:r>
              <a:rPr lang="en-US" sz="2400" dirty="0" err="1">
                <a:latin typeface="ML-TTKarthika" panose="04000000000000000000" pitchFamily="82" charset="0"/>
              </a:rPr>
              <a:t>ÂIn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885500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6661150" cy="2087656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perrkkaay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sarrva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yaagamaay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vechi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ttennenekkum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prremamaay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vela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kondum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chumannittum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praanha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priyan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sevayil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aayusellaam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kazhicheedum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Xsâ</a:t>
            </a:r>
            <a:r>
              <a:rPr lang="en-US" sz="2400" dirty="0">
                <a:latin typeface="ML-TTKarthika" panose="04000000000000000000" pitchFamily="82" charset="0"/>
              </a:rPr>
              <a:t> t]</a:t>
            </a:r>
            <a:r>
              <a:rPr lang="en-US" sz="2400" dirty="0" err="1">
                <a:latin typeface="ML-TTKarthika" panose="04000000000000000000" pitchFamily="82" charset="0"/>
              </a:rPr>
              <a:t>À¡mbv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kÀÆ</a:t>
            </a:r>
            <a:r>
              <a:rPr lang="en-US" sz="2400" dirty="0">
                <a:latin typeface="ML-TTKarthika" panose="04000000000000000000" pitchFamily="82" charset="0"/>
              </a:rPr>
              <a:t> k¼¯pwþbmKambv </a:t>
            </a:r>
            <a:r>
              <a:rPr lang="en-US" sz="2400" dirty="0" err="1">
                <a:latin typeface="ML-TTKarthika" panose="04000000000000000000" pitchFamily="82" charset="0"/>
              </a:rPr>
              <a:t>sh¨nþ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s«¶t</a:t>
            </a:r>
            <a:r>
              <a:rPr lang="en-US" sz="2400" dirty="0">
                <a:latin typeface="ML-TTKarthika" panose="04000000000000000000" pitchFamily="82" charset="0"/>
              </a:rPr>
              <a:t>¶¡pw </a:t>
            </a:r>
            <a:r>
              <a:rPr lang="en-US" sz="2400" dirty="0" err="1">
                <a:latin typeface="ML-TTKarthika" panose="04000000000000000000" pitchFamily="82" charset="0"/>
              </a:rPr>
              <a:t>X¶nÂ</a:t>
            </a:r>
            <a:r>
              <a:rPr lang="en-US" sz="2400" dirty="0">
                <a:latin typeface="ML-TTKarthika" panose="04000000000000000000" pitchFamily="82" charset="0"/>
              </a:rPr>
              <a:t> t{]</a:t>
            </a:r>
            <a:r>
              <a:rPr lang="en-US" sz="2400" dirty="0" err="1">
                <a:latin typeface="ML-TTKarthika" panose="04000000000000000000" pitchFamily="82" charset="0"/>
              </a:rPr>
              <a:t>aambv</a:t>
            </a:r>
            <a:endParaRPr lang="en-US" sz="2400" dirty="0">
              <a:latin typeface="ML-TTKarthika" panose="04000000000000000000" pitchFamily="82" charset="0"/>
            </a:endParaRP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Xsâ</a:t>
            </a:r>
            <a:r>
              <a:rPr lang="en-US" sz="2400" dirty="0">
                <a:latin typeface="ML-TTKarthika" panose="04000000000000000000" pitchFamily="82" charset="0"/>
              </a:rPr>
              <a:t> the </a:t>
            </a:r>
            <a:r>
              <a:rPr lang="en-US" sz="2400" dirty="0" err="1">
                <a:latin typeface="ML-TTKarthika" panose="04000000000000000000" pitchFamily="82" charset="0"/>
              </a:rPr>
              <a:t>sNbvXp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sIm¬Spw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{</a:t>
            </a:r>
            <a:r>
              <a:rPr lang="en-US" sz="2400" dirty="0" err="1">
                <a:latin typeface="ML-TTKarthika" panose="04000000000000000000" pitchFamily="82" charset="0"/>
              </a:rPr>
              <a:t>Iqip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Npa¶n«pw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{]</a:t>
            </a:r>
            <a:r>
              <a:rPr lang="en-US" sz="2400" dirty="0" err="1">
                <a:latin typeface="ML-TTKarthika" panose="04000000000000000000" pitchFamily="82" charset="0"/>
              </a:rPr>
              <a:t>mW</a:t>
            </a:r>
            <a:r>
              <a:rPr lang="en-US" sz="2400" dirty="0">
                <a:latin typeface="ML-TTKarthika" panose="04000000000000000000" pitchFamily="82" charset="0"/>
              </a:rPr>
              <a:t>{]nb³ </a:t>
            </a:r>
            <a:r>
              <a:rPr lang="en-US" sz="2400" dirty="0" err="1">
                <a:latin typeface="ML-TTKarthika" panose="04000000000000000000" pitchFamily="82" charset="0"/>
              </a:rPr>
              <a:t>tkhbnÂ</a:t>
            </a:r>
            <a:r>
              <a:rPr lang="en-US" sz="2400" dirty="0">
                <a:latin typeface="ML-TTKarthika" panose="04000000000000000000" pitchFamily="82" charset="0"/>
              </a:rPr>
              <a:t> F³ </a:t>
            </a:r>
            <a:r>
              <a:rPr lang="en-US" sz="2400" dirty="0" err="1">
                <a:latin typeface="ML-TTKarthika" panose="04000000000000000000" pitchFamily="82" charset="0"/>
              </a:rPr>
              <a:t>BbpsÊÃmw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Ign¨oSpwþ</a:t>
            </a:r>
            <a:r>
              <a:rPr lang="en-US" sz="2400" dirty="0">
                <a:latin typeface="ML-TTKarthika" panose="04000000000000000000" pitchFamily="82" charset="0"/>
              </a:rPr>
              <a:t> 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3839208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6661150" cy="2087656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l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nalla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daasan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chollunnaalh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munpaake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lajjithanaay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theerrnnu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pokaathe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nandiyoden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priyan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prema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kanneerr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chorinjeedaan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bhaagyamerrum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maholsava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vaazchakaalam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varunnallo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\Ã Zmk³ </a:t>
            </a:r>
            <a:r>
              <a:rPr lang="en-US" sz="2400" dirty="0" err="1">
                <a:latin typeface="ML-TTKarthika" panose="04000000000000000000" pitchFamily="82" charset="0"/>
              </a:rPr>
              <a:t>F¶p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sNmÃp¶mÄ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Xsâ</a:t>
            </a:r>
            <a:r>
              <a:rPr lang="en-US" sz="2400" dirty="0">
                <a:latin typeface="ML-TTKarthika" panose="04000000000000000000" pitchFamily="82" charset="0"/>
              </a:rPr>
              <a:t> ap¼msI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eÖnX</a:t>
            </a:r>
            <a:r>
              <a:rPr lang="en-US" sz="2400" dirty="0">
                <a:latin typeface="ML-TTKarthika" panose="04000000000000000000" pitchFamily="82" charset="0"/>
              </a:rPr>
              <a:t>\</a:t>
            </a:r>
            <a:r>
              <a:rPr lang="en-US" sz="2400" dirty="0" err="1">
                <a:latin typeface="ML-TTKarthika" panose="04000000000000000000" pitchFamily="82" charset="0"/>
              </a:rPr>
              <a:t>mbv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XoÀ¶pt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mImsX</a:t>
            </a:r>
            <a:endParaRPr lang="en-US" sz="2400" dirty="0">
              <a:latin typeface="ML-TTKarthika" panose="04000000000000000000" pitchFamily="82" charset="0"/>
            </a:endParaRPr>
          </a:p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\\vZntbmsS³ {]nb³ ap¼nÂ t{]</a:t>
            </a:r>
            <a:r>
              <a:rPr lang="en-US" sz="2400" dirty="0" err="1">
                <a:latin typeface="ML-TTKarthika" panose="04000000000000000000" pitchFamily="82" charset="0"/>
              </a:rPr>
              <a:t>aI®oÀ</a:t>
            </a:r>
            <a:r>
              <a:rPr lang="en-US" sz="2400" dirty="0">
                <a:latin typeface="ML-TTKarthika" panose="04000000000000000000" pitchFamily="82" charset="0"/>
              </a:rPr>
              <a:t> sNmcnªoSm³ </a:t>
            </a:r>
          </a:p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`</a:t>
            </a:r>
            <a:r>
              <a:rPr lang="en-US" sz="2400" dirty="0" err="1">
                <a:latin typeface="ML-TTKarthika" panose="04000000000000000000" pitchFamily="82" charset="0"/>
              </a:rPr>
              <a:t>mKytadpw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atlmÕh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hmgvNImew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hcp¶tÃm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883005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6661150" cy="2087656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kunjaadaakum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priyante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seeyon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puriyil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chennucheraan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undenkil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lokamenne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thyajichaalum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dehamellaam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kshayichaalum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kleshamennil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lesham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illaatheeshane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pinthudarum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IpªmSmIpw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{]</a:t>
            </a:r>
            <a:r>
              <a:rPr lang="en-US" sz="2400" dirty="0" err="1">
                <a:latin typeface="ML-TTKarthika" panose="04000000000000000000" pitchFamily="82" charset="0"/>
              </a:rPr>
              <a:t>nbsâ</a:t>
            </a:r>
            <a:r>
              <a:rPr lang="en-US" sz="2400" dirty="0">
                <a:latin typeface="ML-TTKarthika" panose="04000000000000000000" pitchFamily="82" charset="0"/>
              </a:rPr>
              <a:t> kotbm³ ]</a:t>
            </a:r>
            <a:r>
              <a:rPr lang="en-US" sz="2400" dirty="0" err="1">
                <a:latin typeface="ML-TTKarthika" panose="04000000000000000000" pitchFamily="82" charset="0"/>
              </a:rPr>
              <a:t>pcnbnÂ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sN¶ptNcm³ `</a:t>
            </a:r>
            <a:r>
              <a:rPr lang="en-US" sz="2400" dirty="0" err="1">
                <a:latin typeface="ML-TTKarthika" panose="04000000000000000000" pitchFamily="82" charset="0"/>
              </a:rPr>
              <a:t>mKyap¬sS¦nÂ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temIsas</a:t>
            </a:r>
            <a:r>
              <a:rPr lang="en-US" sz="2400" dirty="0">
                <a:latin typeface="ML-TTKarthika" panose="04000000000000000000" pitchFamily="82" charset="0"/>
              </a:rPr>
              <a:t>¶ </a:t>
            </a:r>
            <a:r>
              <a:rPr lang="en-US" sz="2400" dirty="0" err="1">
                <a:latin typeface="ML-TTKarthika" panose="04000000000000000000" pitchFamily="82" charset="0"/>
              </a:rPr>
              <a:t>XyPn¨mepw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tZlsaÃmw</a:t>
            </a:r>
            <a:r>
              <a:rPr lang="en-US" sz="2400" dirty="0">
                <a:latin typeface="ML-TTKarthika" panose="04000000000000000000" pitchFamily="82" charset="0"/>
              </a:rPr>
              <a:t> £</a:t>
            </a:r>
            <a:r>
              <a:rPr lang="en-US" sz="2400" dirty="0" err="1">
                <a:latin typeface="ML-TTKarthika" panose="04000000000000000000" pitchFamily="82" charset="0"/>
              </a:rPr>
              <a:t>bn¨mepw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t¢isa¶nÂ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teianÃmXois</a:t>
            </a:r>
            <a:r>
              <a:rPr lang="en-US" sz="2400" dirty="0">
                <a:latin typeface="ML-TTKarthika" panose="04000000000000000000" pitchFamily="82" charset="0"/>
              </a:rPr>
              <a:t>\ Rm³ ]</a:t>
            </a:r>
            <a:r>
              <a:rPr lang="en-US" sz="2400" dirty="0" err="1">
                <a:latin typeface="ML-TTKarthika" panose="04000000000000000000" pitchFamily="82" charset="0"/>
              </a:rPr>
              <a:t>n´pScpw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000" dirty="0">
                <a:latin typeface="ML-TTKarthika" panose="04000000000000000000" pitchFamily="82" charset="0"/>
              </a:rPr>
              <a:t>-</a:t>
            </a:r>
            <a:endParaRPr lang="en-US" sz="2400" dirty="0">
              <a:latin typeface="ML-TTKarthika" panose="04000000000000000000" pitchFamily="82" charset="0"/>
            </a:endParaRP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119110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6889750" cy="2087656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desham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idharayalla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anyanaay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saadhu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haamin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desham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vittupokunnu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melinnerrushalemenne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cherrthu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kolhvaan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orungi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shobhayerrum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vaathilukalh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enikkaayi-ttuyarrthunnu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tZiw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CZv</a:t>
            </a:r>
            <a:r>
              <a:rPr lang="en-US" sz="2400" dirty="0">
                <a:latin typeface="ML-TTKarthika" panose="04000000000000000000" pitchFamily="82" charset="0"/>
              </a:rPr>
              <a:t>[</a:t>
            </a:r>
            <a:r>
              <a:rPr lang="en-US" sz="2400" dirty="0" err="1">
                <a:latin typeface="ML-TTKarthika" panose="04000000000000000000" pitchFamily="82" charset="0"/>
              </a:rPr>
              <a:t>cbÃ</a:t>
            </a:r>
            <a:r>
              <a:rPr lang="en-US" sz="2400" dirty="0">
                <a:latin typeface="ML-TTKarthika" panose="04000000000000000000" pitchFamily="82" charset="0"/>
              </a:rPr>
              <a:t> A\y\</a:t>
            </a:r>
            <a:r>
              <a:rPr lang="en-US" sz="2400" dirty="0" err="1">
                <a:latin typeface="ML-TTKarthika" panose="04000000000000000000" pitchFamily="82" charset="0"/>
              </a:rPr>
              <a:t>mbv</a:t>
            </a:r>
            <a:r>
              <a:rPr lang="en-US" sz="2400" dirty="0">
                <a:latin typeface="ML-TTKarthika" panose="04000000000000000000" pitchFamily="82" charset="0"/>
              </a:rPr>
              <a:t> km[p </a:t>
            </a:r>
          </a:p>
          <a:p>
            <a:pPr>
              <a:lnSpc>
                <a:spcPts val="2800"/>
              </a:lnSpc>
            </a:pPr>
            <a:r>
              <a:rPr lang="en-US" sz="2400" dirty="0">
                <a:latin typeface="ML-TTKarthika" panose="04000000000000000000" pitchFamily="82" charset="0"/>
              </a:rPr>
              <a:t>lman³ </a:t>
            </a:r>
            <a:r>
              <a:rPr lang="en-US" sz="2400" dirty="0" err="1">
                <a:latin typeface="ML-TTKarthika" panose="04000000000000000000" pitchFamily="82" charset="0"/>
              </a:rPr>
              <a:t>tZiw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hn«pt</a:t>
            </a:r>
            <a:r>
              <a:rPr lang="en-US" sz="2400" dirty="0">
                <a:latin typeface="ML-TTKarthika" panose="04000000000000000000" pitchFamily="82" charset="0"/>
              </a:rPr>
              <a:t>]</a:t>
            </a:r>
            <a:r>
              <a:rPr lang="en-US" sz="2400" dirty="0" err="1">
                <a:latin typeface="ML-TTKarthika" panose="04000000000000000000" pitchFamily="82" charset="0"/>
              </a:rPr>
              <a:t>mIp¶p</a:t>
            </a:r>
            <a:endParaRPr lang="en-US" sz="2400" dirty="0">
              <a:latin typeface="ML-TTKarthika" panose="04000000000000000000" pitchFamily="82" charset="0"/>
            </a:endParaRP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taensedpitesas</a:t>
            </a:r>
            <a:r>
              <a:rPr lang="en-US" sz="2400" dirty="0">
                <a:latin typeface="ML-TTKarthika" panose="04000000000000000000" pitchFamily="82" charset="0"/>
              </a:rPr>
              <a:t>¶ tNÀ¯psImÄhm³ </a:t>
            </a:r>
            <a:r>
              <a:rPr lang="en-US" sz="2400" dirty="0" err="1">
                <a:latin typeface="ML-TTKarthika" panose="04000000000000000000" pitchFamily="82" charset="0"/>
              </a:rPr>
              <a:t>Hcp§n</a:t>
            </a:r>
            <a:r>
              <a:rPr lang="en-US" sz="2400" dirty="0">
                <a:latin typeface="ML-TTKarthika" panose="04000000000000000000" pitchFamily="82" charset="0"/>
              </a:rPr>
              <a:t>--¯³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tim`tbdpw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hmXnepI-þ</a:t>
            </a:r>
            <a:r>
              <a:rPr lang="en-US" sz="2000" dirty="0" err="1">
                <a:latin typeface="ML-TTKarthika" panose="04000000000000000000" pitchFamily="82" charset="0"/>
              </a:rPr>
              <a:t>sf</a:t>
            </a:r>
            <a:r>
              <a:rPr lang="en-US" sz="2400" dirty="0">
                <a:latin typeface="ML-TTKarthika" panose="04000000000000000000" pitchFamily="82" charset="0"/>
              </a:rPr>
              <a:t>\</a:t>
            </a:r>
            <a:r>
              <a:rPr lang="en-US" sz="2400" dirty="0" err="1">
                <a:latin typeface="ML-TTKarthika" panose="04000000000000000000" pitchFamily="82" charset="0"/>
              </a:rPr>
              <a:t>n¡mbnþ«pbÀ¯p¶p</a:t>
            </a:r>
            <a:r>
              <a:rPr lang="en-US" sz="2000" dirty="0">
                <a:latin typeface="ML-TTKarthika" panose="04000000000000000000" pitchFamily="82" charset="0"/>
              </a:rPr>
              <a:t>-</a:t>
            </a:r>
            <a:endParaRPr lang="en-US" sz="2400" dirty="0">
              <a:latin typeface="ML-TTKarthika" panose="04000000000000000000" pitchFamily="82" charset="0"/>
            </a:endParaRP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227739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– 245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84095"/>
            <a:ext cx="7626350" cy="2087656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raajaavezhunnallhumpolh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munpaake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shobhayerrum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raagnjiyaayi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than</a:t>
            </a:r>
          </a:p>
          <a:p>
            <a:pPr algn="l"/>
            <a:endParaRPr lang="en-SG" sz="2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900" dirty="0" err="1">
                <a:latin typeface="Segoe UI" panose="020B0502040204020203" pitchFamily="34" charset="0"/>
                <a:cs typeface="Segoe UI" panose="020B0502040204020203" pitchFamily="34" charset="0"/>
              </a:rPr>
              <a:t>maarrvilenne</a:t>
            </a:r>
            <a:r>
              <a:rPr lang="en-SG" sz="29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900" dirty="0" err="1">
                <a:latin typeface="Segoe UI" panose="020B0502040204020203" pitchFamily="34" charset="0"/>
                <a:cs typeface="Segoe UI" panose="020B0502040204020203" pitchFamily="34" charset="0"/>
              </a:rPr>
              <a:t>cherrthidum</a:t>
            </a:r>
            <a:r>
              <a:rPr lang="en-SG" sz="29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SG" sz="2900" dirty="0" err="1">
                <a:latin typeface="Segoe UI" panose="020B0502040204020203" pitchFamily="34" charset="0"/>
                <a:cs typeface="Segoe UI" panose="020B0502040204020203" pitchFamily="34" charset="0"/>
              </a:rPr>
              <a:t>ponnu</a:t>
            </a:r>
            <a:r>
              <a:rPr lang="en-SG" sz="29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900" dirty="0" err="1">
                <a:latin typeface="Segoe UI" panose="020B0502040204020203" pitchFamily="34" charset="0"/>
                <a:cs typeface="Segoe UI" panose="020B0502040204020203" pitchFamily="34" charset="0"/>
              </a:rPr>
              <a:t>maarrvil</a:t>
            </a:r>
            <a:r>
              <a:rPr lang="en-SG" sz="29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900" dirty="0" err="1">
                <a:latin typeface="Segoe UI" panose="020B0502040204020203" pitchFamily="34" charset="0"/>
                <a:cs typeface="Segoe UI" panose="020B0502040204020203" pitchFamily="34" charset="0"/>
              </a:rPr>
              <a:t>muthidum</a:t>
            </a:r>
            <a:r>
              <a:rPr lang="en-SG" sz="29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9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ha!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enikkee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mahaa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orukkiye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sampathennu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cholluvaan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verreyillonnum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sampathaakkunnu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09" y="4835723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287" y="1935477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6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571750"/>
            <a:ext cx="6435600" cy="24892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cmPmshgp¶Åpt¼mÄþXsâ ap¼msI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tim`tbdpw</a:t>
            </a:r>
            <a:r>
              <a:rPr lang="en-US" sz="2400" dirty="0">
                <a:latin typeface="ML-TTKarthika" panose="04000000000000000000" pitchFamily="82" charset="0"/>
              </a:rPr>
              <a:t> cmÚnbmbn¯³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amÀhnses</a:t>
            </a:r>
            <a:r>
              <a:rPr lang="en-US" sz="2400" dirty="0">
                <a:latin typeface="ML-TTKarthika" panose="04000000000000000000" pitchFamily="82" charset="0"/>
              </a:rPr>
              <a:t>¶ </a:t>
            </a:r>
            <a:r>
              <a:rPr lang="en-US" sz="2400" dirty="0" err="1">
                <a:latin typeface="ML-TTKarthika" panose="04000000000000000000" pitchFamily="82" charset="0"/>
              </a:rPr>
              <a:t>tNÀ¯oSpw</a:t>
            </a:r>
            <a:r>
              <a:rPr lang="en-US" sz="2400" dirty="0">
                <a:latin typeface="ML-TTKarthika" panose="04000000000000000000" pitchFamily="82" charset="0"/>
              </a:rPr>
              <a:t> X³ s]</a:t>
            </a:r>
            <a:r>
              <a:rPr lang="en-US" sz="2400" dirty="0" err="1">
                <a:latin typeface="ML-TTKarthika" panose="04000000000000000000" pitchFamily="82" charset="0"/>
              </a:rPr>
              <a:t>m¶p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amÀhnÂ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ap¯oSpw</a:t>
            </a:r>
            <a:r>
              <a:rPr lang="en-US" sz="2400" dirty="0">
                <a:latin typeface="ML-TTKarthika" panose="04000000000000000000" pitchFamily="82" charset="0"/>
              </a:rPr>
              <a:t> Rm³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lm</a:t>
            </a:r>
            <a:r>
              <a:rPr lang="en-US" sz="2400" dirty="0">
                <a:latin typeface="ML-TTKarthika" panose="04000000000000000000" pitchFamily="82" charset="0"/>
              </a:rPr>
              <a:t>! F\</a:t>
            </a:r>
            <a:r>
              <a:rPr lang="en-US" sz="2400" dirty="0" err="1">
                <a:latin typeface="ML-TTKarthika" panose="04000000000000000000" pitchFamily="82" charset="0"/>
              </a:rPr>
              <a:t>n¡o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alm`mKyw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ssZhta</a:t>
            </a:r>
            <a:r>
              <a:rPr lang="en-US" sz="2400" dirty="0">
                <a:latin typeface="ML-TTKarthika" panose="04000000000000000000" pitchFamily="82" charset="0"/>
              </a:rPr>
              <a:t> \o </a:t>
            </a:r>
            <a:r>
              <a:rPr lang="en-US" sz="2400" dirty="0" err="1">
                <a:latin typeface="ML-TTKarthika" panose="04000000000000000000" pitchFamily="82" charset="0"/>
              </a:rPr>
              <a:t>Hcp¡ntbþ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400" dirty="0" err="1">
                <a:latin typeface="ML-TTKarthika" panose="04000000000000000000" pitchFamily="82" charset="0"/>
              </a:rPr>
              <a:t>Fsâ</a:t>
            </a:r>
            <a:r>
              <a:rPr lang="en-US" sz="2400" dirty="0">
                <a:latin typeface="ML-TTKarthika" panose="04000000000000000000" pitchFamily="82" charset="0"/>
              </a:rPr>
              <a:t> k¼s¯¶p sNmÃphm³ </a:t>
            </a:r>
            <a:r>
              <a:rPr lang="en-US" sz="2400" dirty="0" err="1">
                <a:latin typeface="ML-TTKarthika" panose="04000000000000000000" pitchFamily="82" charset="0"/>
              </a:rPr>
              <a:t>thsdbnsÃm¶pw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en-US" sz="2400" dirty="0" err="1">
                <a:latin typeface="ML-TTKarthika" panose="04000000000000000000" pitchFamily="82" charset="0"/>
              </a:rPr>
              <a:t>tbip</a:t>
            </a:r>
            <a:r>
              <a:rPr lang="en-US" sz="2400" dirty="0">
                <a:latin typeface="ML-TTKarthika" panose="04000000000000000000" pitchFamily="82" charset="0"/>
              </a:rPr>
              <a:t> am{</a:t>
            </a:r>
            <a:r>
              <a:rPr lang="en-US" sz="2400" dirty="0" err="1">
                <a:latin typeface="ML-TTKarthika" panose="04000000000000000000" pitchFamily="82" charset="0"/>
              </a:rPr>
              <a:t>Xw</a:t>
            </a:r>
            <a:r>
              <a:rPr lang="en-US" sz="2400" dirty="0">
                <a:latin typeface="ML-TTKarthika" panose="04000000000000000000" pitchFamily="82" charset="0"/>
              </a:rPr>
              <a:t> k¼¯mIp¶p </a:t>
            </a:r>
          </a:p>
        </p:txBody>
      </p:sp>
    </p:spTree>
    <p:extLst>
      <p:ext uri="{BB962C8B-B14F-4D97-AF65-F5344CB8AC3E}">
        <p14:creationId xmlns:p14="http://schemas.microsoft.com/office/powerpoint/2010/main" val="84852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2022258"/>
            <a:ext cx="3441468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4085428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959331" y="2057774"/>
            <a:ext cx="3225337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Confession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lang="en-US" sz="6600" b="1" dirty="0">
                <a:solidFill>
                  <a:schemeClr val="bg1"/>
                </a:solidFill>
                <a:latin typeface="Gabriola" pitchFamily="82" charset="0"/>
              </a:rPr>
              <a:t>Hymn 220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Hymn - 220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0" y="693523"/>
            <a:ext cx="9139813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varunnu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saadhu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ksheenan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kurudan</a:t>
            </a:r>
            <a:b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sarvavum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enikkechil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poorrnnha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raksha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9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sharanham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karrthaave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vaazhthappetta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kunjaade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thaazhmayaay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kumbidunnu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ippol</a:t>
            </a:r>
            <a:endParaRPr lang="en-SG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Confession: 1 of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37495-18F4-C9C2-2EFB-AF1BFA141887}"/>
              </a:ext>
            </a:extLst>
          </p:cNvPr>
          <p:cNvSpPr txBox="1"/>
          <p:nvPr/>
        </p:nvSpPr>
        <p:spPr>
          <a:xfrm>
            <a:off x="-4187" y="2627426"/>
            <a:ext cx="913981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Rm³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hcp¶p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{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Iqin¦Â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þ km[p, £oW³, IpcpS³ </a:t>
            </a: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kÀÆhpw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F\ns¡¨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nÂ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þ 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qÀ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® c£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ImWpw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Rm³. </a:t>
            </a:r>
          </a:p>
          <a:p>
            <a:r>
              <a:rPr lang="en-US" sz="1000" dirty="0">
                <a:solidFill>
                  <a:prstClr val="black"/>
                </a:solidFill>
                <a:latin typeface="ML-TTKarthika" panose="04000000000000000000" pitchFamily="82" charset="0"/>
              </a:rPr>
              <a:t> 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icWw</a:t>
            </a:r>
            <a:r>
              <a:rPr lang="en-US" sz="3200" dirty="0">
                <a:latin typeface="ML-TTKarthika" panose="04000000000000000000" pitchFamily="82" charset="0"/>
              </a:rPr>
              <a:t> F³ </a:t>
            </a:r>
            <a:r>
              <a:rPr lang="en-US" sz="3200" dirty="0" err="1">
                <a:latin typeface="ML-TTKarthika" panose="04000000000000000000" pitchFamily="82" charset="0"/>
              </a:rPr>
              <a:t>IÀ¯mth</a:t>
            </a:r>
            <a:r>
              <a:rPr lang="en-US" sz="3200" dirty="0">
                <a:latin typeface="ML-TTKarthika" panose="04000000000000000000" pitchFamily="82" charset="0"/>
              </a:rPr>
              <a:t> þ </a:t>
            </a:r>
            <a:r>
              <a:rPr lang="en-US" sz="3200" dirty="0" err="1">
                <a:latin typeface="ML-TTKarthika" panose="04000000000000000000" pitchFamily="82" charset="0"/>
              </a:rPr>
              <a:t>hmgv¯s</a:t>
            </a:r>
            <a:r>
              <a:rPr lang="en-US" sz="3200" dirty="0">
                <a:latin typeface="ML-TTKarthika" panose="04000000000000000000" pitchFamily="82" charset="0"/>
              </a:rPr>
              <a:t>¸« </a:t>
            </a:r>
            <a:r>
              <a:rPr lang="en-US" sz="3200" dirty="0" err="1">
                <a:latin typeface="ML-TTKarthika" panose="04000000000000000000" pitchFamily="82" charset="0"/>
              </a:rPr>
              <a:t>IpªmtS</a:t>
            </a:r>
            <a:r>
              <a:rPr lang="en-US" sz="3200" dirty="0">
                <a:latin typeface="ML-TTKarthika" panose="04000000000000000000" pitchFamily="82" charset="0"/>
              </a:rPr>
              <a:t>!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Xmgvabmbv</a:t>
            </a:r>
            <a:r>
              <a:rPr lang="en-US" sz="3200" dirty="0">
                <a:latin typeface="ML-TTKarthika" panose="04000000000000000000" pitchFamily="82" charset="0"/>
              </a:rPr>
              <a:t> Ip¼nSp¶p þ </a:t>
            </a:r>
            <a:r>
              <a:rPr lang="en-US" sz="3200" dirty="0" err="1">
                <a:latin typeface="ML-TTKarthika" panose="04000000000000000000" pitchFamily="82" charset="0"/>
              </a:rPr>
              <a:t>c£n</a:t>
            </a:r>
            <a:r>
              <a:rPr lang="en-US" sz="3200" dirty="0">
                <a:latin typeface="ML-TTKarthika" panose="04000000000000000000" pitchFamily="82" charset="0"/>
              </a:rPr>
              <a:t>¡ Fs¶ </a:t>
            </a:r>
            <a:r>
              <a:rPr lang="en-US" sz="3200" dirty="0" err="1">
                <a:latin typeface="ML-TTKarthika" panose="04000000000000000000" pitchFamily="82" charset="0"/>
              </a:rPr>
              <a:t>Ct¸mÄ</a:t>
            </a:r>
            <a:r>
              <a:rPr lang="en-US" sz="3200" dirty="0">
                <a:latin typeface="ML-TTKarthika" panose="04000000000000000000" pitchFamily="82" charset="0"/>
              </a:rPr>
              <a:t>.</a:t>
            </a:r>
            <a:r>
              <a:rPr lang="en-SG" sz="3200" dirty="0"/>
              <a:t> </a:t>
            </a:r>
            <a:endParaRPr lang="en-US" sz="32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712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48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7561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1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146175" y="2571751"/>
            <a:ext cx="6851650" cy="213767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]m]anÃm¯h³ ]m]nsb³ t]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À¡mbn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acn¡phm³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Hcp§pIbmbv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]m]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anÃm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¯ X³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Ic§fnembv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\mY³ </a:t>
            </a: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A¸w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Hs¶Sp¡pIbmbv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393700" y="484094"/>
            <a:ext cx="8356600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paapiyen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perrkkaayi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marikkuvaan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orungukayaay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karangalhilaay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appam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onnedukkukayaay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339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2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806575" y="2658574"/>
            <a:ext cx="5530850" cy="213767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CXp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\o `£n¡phn³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Poh³ t\SoSphn³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Fs¶³ s]m³ \mY³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AcpfpIbmbv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Poh</a:t>
            </a:r>
            <a:r>
              <a:rPr lang="en-US" sz="3200" dirty="0">
                <a:latin typeface="ML-TTKarthika" panose="04000000000000000000" pitchFamily="82" charset="0"/>
              </a:rPr>
              <a:t>\mY³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Poh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mbn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Xsâ</a:t>
            </a:r>
            <a:r>
              <a:rPr lang="en-US" sz="3200" dirty="0">
                <a:latin typeface="ML-TTKarthika" panose="04000000000000000000" pitchFamily="82" charset="0"/>
              </a:rPr>
              <a:t> s]m³ ta\n </a:t>
            </a:r>
            <a:r>
              <a:rPr lang="en-US" sz="3200" dirty="0" err="1">
                <a:latin typeface="ML-TTKarthika" panose="04000000000000000000" pitchFamily="82" charset="0"/>
              </a:rPr>
              <a:t>No´pIbmbv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1862138" y="484094"/>
            <a:ext cx="5419725" cy="20876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ithu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bhakshikkuvin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nedeeduvin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arulhukayaay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jeevanaayi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meni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cheenthukayaay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496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3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339850" y="2571751"/>
            <a:ext cx="6464300" cy="213767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]m]¯n³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im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]s¯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amänSphm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mbn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pXnbXmw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DS¼Snbmbv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mh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amw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Xsâ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Ic§fnembv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\mY³ </a:t>
            </a: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Imkmbpw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FSp¡pIbmbv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304800" y="484094"/>
            <a:ext cx="8534400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paapathin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shaapathe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maattiduvaanaayi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puthiyathaam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udampadiyaay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paavanamaam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karangalhilaay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kaasaayum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edukkukayaay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048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4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806575" y="2658574"/>
            <a:ext cx="5530850" cy="213767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CXp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\o ]m\w sNbvhn³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]m]w ambv¨oSphn³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Fs¶³ s]m³ \mY³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AêfpIbmbv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sbip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\mY³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Fs¶ hos</a:t>
            </a:r>
            <a:r>
              <a:rPr lang="en-US" sz="3200" dirty="0">
                <a:latin typeface="ML-TTKarthika" panose="04000000000000000000" pitchFamily="82" charset="0"/>
              </a:rPr>
              <a:t>¬S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Sp¸m³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Xsâ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s]m³ \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nWw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Hgp¡pIbmbv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1781969" y="484094"/>
            <a:ext cx="5580063" cy="20876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ithu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paanam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maaycheeduvin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arulhukayaay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veendeduppaan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ninham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ozhukkukayaay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886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5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923925" y="2571751"/>
            <a:ext cx="7296150" cy="213767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lvl="0">
              <a:defRPr/>
            </a:lvl1pPr>
          </a:lstStyle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Rm³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sNm¶Xohn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[w sNbvXnSphn³</a:t>
            </a: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HmÀ½sb ]pXp¡nSphn³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Rm³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ho¬Spw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h¶oSpw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mÄ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hscbpw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Fsâ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acWs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¯ tLmjn¡phn³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304800" y="484094"/>
            <a:ext cx="8534400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chonnatheevidham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cheythiduvin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orrmaye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puthukkiduvin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veenhdum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vannidum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naalh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vareyum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maranhathe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ghoshikkuvin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703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6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806575" y="2658574"/>
            <a:ext cx="5530850" cy="213767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CXp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\o `£n¡phn³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Poh³ t\SoSphn³</a:t>
            </a: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Fs¶³ s]m³ \mY³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AcpfpIbmbv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Poh</a:t>
            </a:r>
            <a:r>
              <a:rPr lang="en-US" sz="3200" dirty="0">
                <a:latin typeface="ML-TTKarthika" panose="04000000000000000000" pitchFamily="82" charset="0"/>
              </a:rPr>
              <a:t>\mY³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Poh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mbn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Xsâ</a:t>
            </a:r>
            <a:r>
              <a:rPr lang="en-US" sz="3200" dirty="0">
                <a:latin typeface="ML-TTKarthika" panose="04000000000000000000" pitchFamily="82" charset="0"/>
              </a:rPr>
              <a:t> s]m³ ta\n </a:t>
            </a:r>
            <a:r>
              <a:rPr lang="en-US" sz="3200" dirty="0" err="1">
                <a:latin typeface="ML-TTKarthika" panose="04000000000000000000" pitchFamily="82" charset="0"/>
              </a:rPr>
              <a:t>No´pIbmbv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1862138" y="484094"/>
            <a:ext cx="5419725" cy="20876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ithu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bhakshikkuvin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nedeeduvin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arulhukayaay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jeevanaayi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meni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cheenthukayaay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9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1: 7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146175" y="2571751"/>
            <a:ext cx="6851650" cy="213767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]m]anÃm¯h³ ]m]nsb³ t]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À¡mbn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acn¡phm³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Hcp§pIbmbv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  <a:p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]m]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anÃm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¯ X³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Ic§fnembv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\mY³ </a:t>
            </a:r>
          </a:p>
          <a:p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A¸w</a:t>
            </a:r>
            <a:r>
              <a:rPr lang="en-US" sz="3200" dirty="0">
                <a:solidFill>
                  <a:prstClr val="black"/>
                </a:solidFill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ML-TTKarthika" panose="04000000000000000000" pitchFamily="82" charset="0"/>
              </a:rPr>
              <a:t>Hs¶Sp¡pIbmbv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393700" y="484094"/>
            <a:ext cx="8356600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paapamillaathavan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paapiyen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perrkkaayi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marikkuvaan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orungukayaay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paapamillaatha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karangalhilaay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3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appam </a:t>
            </a:r>
            <a:r>
              <a:rPr lang="en-US" sz="32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onnedukkukayaay</a:t>
            </a:r>
            <a:endParaRPr lang="en-SG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4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146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6926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146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1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647450" y="2586444"/>
            <a:ext cx="78491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en-SG" sz="2800" dirty="0">
                <a:latin typeface="ML-TTKarthika" panose="04000000000000000000" pitchFamily="82" charset="0"/>
              </a:rPr>
              <a:t>{</a:t>
            </a:r>
            <a:r>
              <a:rPr lang="en-SG" sz="2800" dirty="0" err="1">
                <a:latin typeface="ML-TTKarthika" panose="04000000000000000000" pitchFamily="82" charset="0"/>
              </a:rPr>
              <a:t>Iqint·Â</a:t>
            </a:r>
            <a:r>
              <a:rPr lang="en-SG" sz="2800" dirty="0">
                <a:latin typeface="ML-TTKarthika" panose="04000000000000000000" pitchFamily="82" charset="0"/>
              </a:rPr>
              <a:t> {</a:t>
            </a:r>
            <a:r>
              <a:rPr lang="en-SG" sz="2800" dirty="0" err="1">
                <a:latin typeface="ML-TTKarthika" panose="04000000000000000000" pitchFamily="82" charset="0"/>
              </a:rPr>
              <a:t>Iqint·Â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ImWp¶XmcnXm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>
                <a:latin typeface="ML-TTKarthika" panose="04000000000000000000" pitchFamily="82" charset="0"/>
              </a:rPr>
              <a:t>{]</a:t>
            </a:r>
            <a:r>
              <a:rPr lang="en-SG" sz="2800" dirty="0" err="1">
                <a:latin typeface="ML-TTKarthika" panose="04000000000000000000" pitchFamily="82" charset="0"/>
              </a:rPr>
              <a:t>mW</a:t>
            </a:r>
            <a:r>
              <a:rPr lang="en-SG" sz="2800" dirty="0">
                <a:latin typeface="ML-TTKarthika" panose="04000000000000000000" pitchFamily="82" charset="0"/>
              </a:rPr>
              <a:t>\mY³ {]</a:t>
            </a:r>
            <a:r>
              <a:rPr lang="en-SG" sz="2800" dirty="0" err="1">
                <a:latin typeface="ML-TTKarthika" panose="04000000000000000000" pitchFamily="82" charset="0"/>
              </a:rPr>
              <a:t>mW</a:t>
            </a:r>
            <a:r>
              <a:rPr lang="en-SG" sz="2800" dirty="0">
                <a:latin typeface="ML-TTKarthika" panose="04000000000000000000" pitchFamily="82" charset="0"/>
              </a:rPr>
              <a:t>\mY³ F³ t]</a:t>
            </a:r>
            <a:r>
              <a:rPr lang="en-SG" sz="2800" dirty="0" err="1">
                <a:latin typeface="ML-TTKarthika" panose="04000000000000000000" pitchFamily="82" charset="0"/>
              </a:rPr>
              <a:t>À¡mbv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NmIp¶p</a:t>
            </a:r>
            <a:endParaRPr lang="en-SG" sz="2800" dirty="0">
              <a:latin typeface="ML-TTKarthika" panose="04000000000000000000" pitchFamily="82" charset="0"/>
            </a:endParaRPr>
          </a:p>
          <a:p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 err="1">
                <a:latin typeface="ML-TTKarthika" panose="04000000000000000000" pitchFamily="82" charset="0"/>
              </a:rPr>
              <a:t>Bßmth</a:t>
            </a:r>
            <a:r>
              <a:rPr lang="en-SG" sz="2800" dirty="0">
                <a:latin typeface="ML-TTKarthika" panose="04000000000000000000" pitchFamily="82" charset="0"/>
              </a:rPr>
              <a:t> ]m]¯n³ </a:t>
            </a:r>
            <a:r>
              <a:rPr lang="en-SG" sz="2800" dirty="0" err="1">
                <a:latin typeface="ML-TTKarthika" panose="04000000000000000000" pitchFamily="82" charset="0"/>
              </a:rPr>
              <a:t>ImgvN</a:t>
            </a:r>
            <a:r>
              <a:rPr lang="en-SG" sz="2800" dirty="0">
                <a:latin typeface="ML-TTKarthika" panose="04000000000000000000" pitchFamily="82" charset="0"/>
              </a:rPr>
              <a:t> \o </a:t>
            </a:r>
            <a:r>
              <a:rPr lang="en-SG" sz="2800" dirty="0" err="1">
                <a:latin typeface="ML-TTKarthika" panose="04000000000000000000" pitchFamily="82" charset="0"/>
              </a:rPr>
              <a:t>ImWpI</a:t>
            </a:r>
            <a:endParaRPr lang="en-SG" sz="2800" dirty="0">
              <a:latin typeface="ML-TTKarthika" panose="04000000000000000000" pitchFamily="82" charset="0"/>
            </a:endParaRPr>
          </a:p>
          <a:p>
            <a:r>
              <a:rPr lang="en-SG" sz="2800" dirty="0">
                <a:latin typeface="ML-TTKarthika" panose="04000000000000000000" pitchFamily="82" charset="0"/>
              </a:rPr>
              <a:t>ssZh¯n³ ]p{X\o </a:t>
            </a:r>
            <a:r>
              <a:rPr lang="en-SG" sz="2800" dirty="0" err="1">
                <a:latin typeface="ML-TTKarthika" panose="04000000000000000000" pitchFamily="82" charset="0"/>
              </a:rPr>
              <a:t>im</a:t>
            </a:r>
            <a:r>
              <a:rPr lang="en-SG" sz="2800" dirty="0">
                <a:latin typeface="ML-TTKarthika" panose="04000000000000000000" pitchFamily="82" charset="0"/>
              </a:rPr>
              <a:t>]¯</a:t>
            </a:r>
            <a:r>
              <a:rPr lang="en-SG" sz="2800" dirty="0" err="1">
                <a:latin typeface="ML-TTKarthika" panose="04000000000000000000" pitchFamily="82" charset="0"/>
              </a:rPr>
              <a:t>nembtÃm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428625" y="484094"/>
            <a:ext cx="8286750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kanhunna-thaaritha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praanhanaathhan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praanhanaathhan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perkkaay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chaakunnu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kaazhcha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kaanhuka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puthrhan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shaapaththil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aayallo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68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146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2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1227812" y="2586444"/>
            <a:ext cx="66883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en-SG" sz="2800" dirty="0">
                <a:latin typeface="ML-TTKarthika" panose="04000000000000000000" pitchFamily="82" charset="0"/>
              </a:rPr>
              <a:t>C{</a:t>
            </a:r>
            <a:r>
              <a:rPr lang="en-SG" sz="2800" dirty="0" err="1">
                <a:latin typeface="ML-TTKarthika" panose="04000000000000000000" pitchFamily="82" charset="0"/>
              </a:rPr>
              <a:t>Xamw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kvt</a:t>
            </a:r>
            <a:r>
              <a:rPr lang="en-SG" sz="2800" dirty="0">
                <a:latin typeface="ML-TTKarthika" panose="04000000000000000000" pitchFamily="82" charset="0"/>
              </a:rPr>
              <a:t>\ls¯ F{X-\</a:t>
            </a:r>
            <a:r>
              <a:rPr lang="en-SG" sz="2800" dirty="0" err="1">
                <a:latin typeface="ML-TTKarthika" panose="04000000000000000000" pitchFamily="82" charset="0"/>
              </a:rPr>
              <a:t>mÄ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XÅn</a:t>
            </a:r>
            <a:r>
              <a:rPr lang="en-SG" sz="2800" dirty="0">
                <a:latin typeface="ML-TTKarthika" panose="04000000000000000000" pitchFamily="82" charset="0"/>
              </a:rPr>
              <a:t> Rm³</a:t>
            </a:r>
          </a:p>
          <a:p>
            <a:r>
              <a:rPr lang="en-SG" sz="2800" dirty="0">
                <a:latin typeface="ML-TTKarthika" panose="04000000000000000000" pitchFamily="82" charset="0"/>
              </a:rPr>
              <a:t>Cu </a:t>
            </a:r>
            <a:r>
              <a:rPr lang="en-SG" sz="2800" dirty="0" err="1">
                <a:latin typeface="ML-TTKarthika" panose="04000000000000000000" pitchFamily="82" charset="0"/>
              </a:rPr>
              <a:t>alm</a:t>
            </a:r>
            <a:r>
              <a:rPr lang="en-SG" sz="2800" dirty="0">
                <a:latin typeface="ML-TTKarthika" panose="04000000000000000000" pitchFamily="82" charset="0"/>
              </a:rPr>
              <a:t>-]m-]s¯ </a:t>
            </a:r>
            <a:r>
              <a:rPr lang="en-SG" sz="2800" dirty="0" err="1">
                <a:latin typeface="ML-TTKarthika" panose="04000000000000000000" pitchFamily="82" charset="0"/>
              </a:rPr>
              <a:t>ssZhta</a:t>
            </a:r>
            <a:r>
              <a:rPr lang="en-SG" sz="2800" dirty="0">
                <a:latin typeface="ML-TTKarthika" panose="04000000000000000000" pitchFamily="82" charset="0"/>
              </a:rPr>
              <a:t> </a:t>
            </a:r>
            <a:r>
              <a:rPr lang="en-SG" sz="2800" dirty="0" err="1">
                <a:latin typeface="ML-TTKarthika" panose="04000000000000000000" pitchFamily="82" charset="0"/>
              </a:rPr>
              <a:t>HmÀ¡sÃ</a:t>
            </a:r>
            <a:endParaRPr lang="en-SG" sz="2800" dirty="0">
              <a:latin typeface="ML-TTKarthika" panose="04000000000000000000" pitchFamily="82" charset="0"/>
            </a:endParaRPr>
          </a:p>
          <a:p>
            <a:endParaRPr lang="en-SG" sz="2800" dirty="0">
              <a:latin typeface="ML-TTKarthika" panose="04000000000000000000" pitchFamily="82" charset="0"/>
            </a:endParaRPr>
          </a:p>
          <a:p>
            <a:r>
              <a:rPr lang="pt-BR" sz="2800" dirty="0">
                <a:latin typeface="ML-TTKarthika" panose="04000000000000000000" pitchFamily="82" charset="0"/>
              </a:rPr>
              <a:t>]m]s¯ kvt\ln-¸m³ Rm\n\n t]mIptam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ssZh-¯nÂ ss]X-embv Pohn¡pw Rm\n\n</a:t>
            </a:r>
            <a:endParaRPr lang="en-US" sz="2800" dirty="0">
              <a:latin typeface="ML-TTKarthika" panose="04000000000000000000" pitchFamily="8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40265" y="484094"/>
            <a:ext cx="7663471" cy="208765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lvl1pPr lvl="0">
              <a:defRPr/>
            </a:lvl1pPr>
          </a:lstStyle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ithramaam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thallhi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mahaa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orrkkalle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snehippaan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njaanini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pokumo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paithalaay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njaanini</a:t>
            </a:r>
            <a:endParaRPr lang="en-SG" sz="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019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146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3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844225" y="2586444"/>
            <a:ext cx="7455550" cy="21210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pt-BR" sz="2800" dirty="0">
                <a:latin typeface="ML-TTKarthika" panose="04000000000000000000" pitchFamily="82" charset="0"/>
              </a:rPr>
              <a:t>IjvS-§Ä h¶mepw \jvS-§Ä h¶mepw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{Iqin-t·Â ImWp¶ kvt\ls¯ HmÀ¡pw Rm³</a:t>
            </a:r>
          </a:p>
          <a:p>
            <a:endParaRPr lang="en-SG" sz="2800" dirty="0">
              <a:latin typeface="ML-TTKarthika" panose="04000000000000000000" pitchFamily="82" charset="0"/>
            </a:endParaRPr>
          </a:p>
          <a:p>
            <a:pPr>
              <a:lnSpc>
                <a:spcPts val="2800"/>
              </a:lnSpc>
            </a:pPr>
            <a:r>
              <a:rPr lang="en-US" sz="2800" dirty="0" err="1">
                <a:latin typeface="ML-TTKarthika" panose="04000000000000000000" pitchFamily="82" charset="0"/>
              </a:rPr>
              <a:t>i</a:t>
            </a: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Xp</a:t>
            </a:r>
            <a:r>
              <a:rPr lang="en-US" sz="2800" dirty="0">
                <a:latin typeface="ML-TTKarthika" panose="04000000000000000000" pitchFamily="82" charset="0"/>
              </a:rPr>
              <a:t>-¡Ä \</a:t>
            </a:r>
            <a:r>
              <a:rPr lang="en-US" sz="2800" dirty="0" err="1">
                <a:latin typeface="ML-TTKarthika" panose="04000000000000000000" pitchFamily="82" charset="0"/>
              </a:rPr>
              <a:t>nµbpw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Zqjyhpw</a:t>
            </a:r>
            <a:r>
              <a:rPr lang="en-US" sz="2800" dirty="0">
                <a:latin typeface="ML-TTKarthika" panose="04000000000000000000" pitchFamily="82" charset="0"/>
              </a:rPr>
              <a:t> sNmÃp-t¼mÄ</a:t>
            </a:r>
          </a:p>
          <a:p>
            <a:pPr>
              <a:lnSpc>
                <a:spcPts val="2800"/>
              </a:lnSpc>
            </a:pP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Iqin-t·Â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ImWp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  <a:r>
              <a:rPr lang="en-US" sz="2800" dirty="0" err="1">
                <a:latin typeface="ML-TTKarthika" panose="04000000000000000000" pitchFamily="82" charset="0"/>
              </a:rPr>
              <a:t>kvt</a:t>
            </a:r>
            <a:r>
              <a:rPr lang="en-US" sz="2800" dirty="0">
                <a:latin typeface="ML-TTKarthika" panose="04000000000000000000" pitchFamily="82" charset="0"/>
              </a:rPr>
              <a:t>\ls¯ </a:t>
            </a:r>
            <a:r>
              <a:rPr lang="en-US" sz="2800" dirty="0" err="1">
                <a:latin typeface="ML-TTKarthika" panose="04000000000000000000" pitchFamily="82" charset="0"/>
              </a:rPr>
              <a:t>HmÀ¡pw</a:t>
            </a:r>
            <a:r>
              <a:rPr lang="en-US" sz="2800" dirty="0">
                <a:latin typeface="ML-TTKarthika" panose="04000000000000000000" pitchFamily="82" charset="0"/>
              </a:rPr>
              <a:t> Rm³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40266" y="484094"/>
            <a:ext cx="7901846" cy="2087656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lvl="0">
              <a:defRPr/>
            </a:lvl1pPr>
          </a:lstStyle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kashtangalh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vannaalum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nashatangalh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vannaalum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shehaththe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orhkkum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shathrukkalh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nindayum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dooshyavum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chollumbolh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01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146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4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844225" y="2586444"/>
            <a:ext cx="74555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pt-BR" sz="2800" dirty="0">
                <a:latin typeface="ML-TTKarthika" panose="04000000000000000000" pitchFamily="82" charset="0"/>
              </a:rPr>
              <a:t>]m]-¯n³ tim[\ `oa-ambv hcp-t¼mÄ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{Iqin-t·Â ImWp¶ kvt\ls¯ HmÀ¡pw Rm³</a:t>
            </a:r>
          </a:p>
          <a:p>
            <a:endParaRPr lang="pt-BR" sz="2800" dirty="0">
              <a:latin typeface="ML-TTKarthika" panose="04000000000000000000" pitchFamily="82" charset="0"/>
            </a:endParaRPr>
          </a:p>
          <a:p>
            <a:r>
              <a:rPr lang="pt-BR" sz="2800" dirty="0">
                <a:latin typeface="ML-TTKarthika" panose="04000000000000000000" pitchFamily="82" charset="0"/>
              </a:rPr>
              <a:t>i{XpXzw hÀ²n-¨mÂ ]oU-IÄ IqSn-bmÂ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{Iqin-t·Â ImWp¶ kvt\ls¯ HmÀ¡pw Rm³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40266" y="484094"/>
            <a:ext cx="7901846" cy="2087656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lvl1pPr lvl="0">
              <a:defRPr/>
            </a:lvl1pPr>
          </a:lstStyle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paapaaththin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shodhana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bheemamaay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varumbolh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orrkkum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shathruthvam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varrddhichchaal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peedakalh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koodiyaal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kaanunna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orrkkum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9335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146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358794" y="484019"/>
            <a:ext cx="8426412" cy="1876972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739757" marR="0" lvl="0" indent="-53974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1326" algn="l"/>
              </a:tabLst>
              <a:defRPr/>
            </a:pPr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2: 5 of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844225" y="2586444"/>
            <a:ext cx="74555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pt-BR" sz="2800" dirty="0">
                <a:latin typeface="ML-TTKarthika" panose="04000000000000000000" pitchFamily="82" charset="0"/>
              </a:rPr>
              <a:t>B]-¯n³ Hmf-§Ä km[pth XÅp-t¼mÄ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{Iqin-t·Â ImWp¶ kvt\ls¯ HmÀ¡pw Rm³</a:t>
            </a:r>
          </a:p>
          <a:p>
            <a:endParaRPr lang="pt-BR" sz="2800" dirty="0">
              <a:latin typeface="ML-TTKarthika" panose="04000000000000000000" pitchFamily="82" charset="0"/>
            </a:endParaRPr>
          </a:p>
          <a:p>
            <a:r>
              <a:rPr lang="pt-BR" sz="2800" dirty="0">
                <a:latin typeface="ML-TTKarthika" panose="04000000000000000000" pitchFamily="82" charset="0"/>
              </a:rPr>
              <a:t>Bßmth HmÀ¡ \o Cu alm kvt\ls¯</a:t>
            </a:r>
          </a:p>
          <a:p>
            <a:r>
              <a:rPr lang="pt-BR" sz="2800" dirty="0">
                <a:latin typeface="ML-TTKarthika" panose="04000000000000000000" pitchFamily="82" charset="0"/>
              </a:rPr>
              <a:t>ssZh-¯n³ ]p{X³ Cu km[psh kvt\ln¨p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92246" y="484094"/>
            <a:ext cx="7559509" cy="2087656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>
            <a:lvl1pPr lvl="0">
              <a:defRPr/>
            </a:lvl1pPr>
          </a:lstStyle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aapaththin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olhangalh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saadhuve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thallhumbolh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orkkum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endParaRPr lang="en-SG" sz="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aathmaave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orkka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mahaa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snehaththe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puthranee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saadhuve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snehichchu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560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144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7391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1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026175" y="501412"/>
            <a:ext cx="5091650" cy="207033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daivaththinte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eka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puthran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paapikalhe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rakshippaan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manushyanaay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paadupettu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kurishinmel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marichu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257497" y="2592892"/>
            <a:ext cx="4629007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ssZh¯nsâ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GIþ</a:t>
            </a:r>
            <a:r>
              <a:rPr lang="en-US" sz="3200" dirty="0">
                <a:latin typeface="ML-TTKarthika" panose="04000000000000000000" pitchFamily="82" charset="0"/>
              </a:rPr>
              <a:t>]p{X³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]m]</a:t>
            </a:r>
            <a:r>
              <a:rPr lang="en-US" sz="3200" dirty="0" err="1">
                <a:latin typeface="ML-TTKarthika" panose="04000000000000000000" pitchFamily="82" charset="0"/>
              </a:rPr>
              <a:t>nIsf</a:t>
            </a:r>
            <a:r>
              <a:rPr lang="en-US" sz="3200" dirty="0">
                <a:latin typeface="ML-TTKarthika" panose="04000000000000000000" pitchFamily="82" charset="0"/>
              </a:rPr>
              <a:t> c£n¸m³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a\</a:t>
            </a:r>
            <a:r>
              <a:rPr lang="en-US" sz="3200" dirty="0" err="1">
                <a:latin typeface="ML-TTKarthika" panose="04000000000000000000" pitchFamily="82" charset="0"/>
              </a:rPr>
              <a:t>pjy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mbv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mSps</a:t>
            </a:r>
            <a:r>
              <a:rPr lang="en-US" sz="3200" dirty="0">
                <a:latin typeface="ML-TTKarthika" panose="04000000000000000000" pitchFamily="82" charset="0"/>
              </a:rPr>
              <a:t>]«p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Ipcnint·Â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acn¨p</a:t>
            </a:r>
            <a:endParaRPr lang="en-US" sz="32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23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2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026175" y="501412"/>
            <a:ext cx="5091650" cy="207033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ithra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ithra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ithra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erivaan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manushyaril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nanma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kanhdu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rakshaakara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26175" y="2592892"/>
            <a:ext cx="5091650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C{X </a:t>
            </a:r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lw</a:t>
            </a:r>
            <a:r>
              <a:rPr lang="en-US" sz="3200" dirty="0">
                <a:latin typeface="ML-TTKarthika" panose="04000000000000000000" pitchFamily="82" charset="0"/>
              </a:rPr>
              <a:t> C{X </a:t>
            </a:r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lw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C{X </a:t>
            </a:r>
            <a:r>
              <a:rPr lang="en-US" sz="3200" dirty="0" err="1">
                <a:latin typeface="ML-TTKarthika" panose="04000000000000000000" pitchFamily="82" charset="0"/>
              </a:rPr>
              <a:t>kvt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lw</a:t>
            </a:r>
            <a:r>
              <a:rPr lang="en-US" sz="3200" dirty="0">
                <a:latin typeface="ML-TTKarthika" panose="04000000000000000000" pitchFamily="82" charset="0"/>
              </a:rPr>
              <a:t> Fcnhm³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a\</a:t>
            </a:r>
            <a:r>
              <a:rPr lang="en-US" sz="3200" dirty="0" err="1">
                <a:latin typeface="ML-TTKarthika" panose="04000000000000000000" pitchFamily="82" charset="0"/>
              </a:rPr>
              <a:t>pjycnse´p</a:t>
            </a:r>
            <a:r>
              <a:rPr lang="en-US" sz="3200" dirty="0">
                <a:latin typeface="ML-TTKarthika" panose="04000000000000000000" pitchFamily="82" charset="0"/>
              </a:rPr>
              <a:t> \·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I¬Sp</a:t>
            </a:r>
            <a:r>
              <a:rPr lang="en-US" sz="3200" dirty="0">
                <a:latin typeface="ML-TTKarthika" panose="04000000000000000000" pitchFamily="82" charset="0"/>
              </a:rPr>
              <a:t> \o </a:t>
            </a:r>
            <a:r>
              <a:rPr lang="en-US" sz="3200" dirty="0" err="1">
                <a:latin typeface="ML-TTKarthika" panose="04000000000000000000" pitchFamily="82" charset="0"/>
              </a:rPr>
              <a:t>c£mIcm</a:t>
            </a:r>
            <a:endParaRPr lang="en-US" sz="32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924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3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552790" y="501412"/>
            <a:ext cx="6038420" cy="207033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paapikalhum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drohikalhum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aaya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varggaththe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veenhdeduppaan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ethra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kashtam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sahichchu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shaanthamaay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26175" y="2592892"/>
            <a:ext cx="5091650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]m]</a:t>
            </a:r>
            <a:r>
              <a:rPr lang="en-US" sz="3200" dirty="0" err="1">
                <a:latin typeface="ML-TTKarthika" panose="04000000000000000000" pitchFamily="82" charset="0"/>
              </a:rPr>
              <a:t>nIfpw</a:t>
            </a:r>
            <a:r>
              <a:rPr lang="en-US" sz="3200" dirty="0">
                <a:latin typeface="ML-TTKarthika" panose="04000000000000000000" pitchFamily="82" charset="0"/>
              </a:rPr>
              <a:t> t{</a:t>
            </a:r>
            <a:r>
              <a:rPr lang="en-US" sz="3200" dirty="0" err="1">
                <a:latin typeface="ML-TTKarthika" panose="04000000000000000000" pitchFamily="82" charset="0"/>
              </a:rPr>
              <a:t>ZmlnIfpþ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amb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chÀ¤s</a:t>
            </a:r>
            <a:r>
              <a:rPr lang="en-US" sz="3200" dirty="0">
                <a:latin typeface="ML-TTKarthika" panose="04000000000000000000" pitchFamily="82" charset="0"/>
              </a:rPr>
              <a:t>¯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ho¬sSSp¸m³ F{X </a:t>
            </a:r>
            <a:r>
              <a:rPr lang="en-US" sz="3200" dirty="0" err="1">
                <a:latin typeface="ML-TTKarthika" panose="04000000000000000000" pitchFamily="82" charset="0"/>
              </a:rPr>
              <a:t>Iãw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kln¨p</a:t>
            </a:r>
            <a:r>
              <a:rPr lang="en-US" sz="3200" dirty="0">
                <a:latin typeface="ML-TTKarthika" panose="04000000000000000000" pitchFamily="82" charset="0"/>
              </a:rPr>
              <a:t> \o </a:t>
            </a:r>
            <a:r>
              <a:rPr lang="en-US" sz="3200" dirty="0" err="1">
                <a:latin typeface="ML-TTKarthika" panose="04000000000000000000" pitchFamily="82" charset="0"/>
              </a:rPr>
              <a:t>im´ambv</a:t>
            </a:r>
            <a:endParaRPr lang="en-US" sz="32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14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4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552790" y="501412"/>
            <a:ext cx="6038420" cy="207033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nirmmalanmaarr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bhujikkunna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paraloka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appam than</a:t>
            </a: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paapikalhkku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Jeevan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nalki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rakshikkunnee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26175" y="2592892"/>
            <a:ext cx="5091650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>
                <a:latin typeface="ML-TTKarthika" panose="04000000000000000000" pitchFamily="82" charset="0"/>
              </a:rPr>
              <a:t>\nÀ½e·mÀ `</a:t>
            </a:r>
            <a:r>
              <a:rPr lang="en-US" sz="3200" dirty="0" err="1">
                <a:latin typeface="ML-TTKarthika" panose="04000000000000000000" pitchFamily="82" charset="0"/>
              </a:rPr>
              <a:t>pPn¡p</a:t>
            </a:r>
            <a:r>
              <a:rPr lang="en-US" sz="3200" dirty="0">
                <a:latin typeface="ML-TTKarthika" panose="04000000000000000000" pitchFamily="82" charset="0"/>
              </a:rPr>
              <a:t>¶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ctemI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A¸w</a:t>
            </a:r>
            <a:r>
              <a:rPr lang="en-US" sz="3200" dirty="0">
                <a:latin typeface="ML-TTKarthika" panose="04000000000000000000" pitchFamily="82" charset="0"/>
              </a:rPr>
              <a:t> Xm³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]m]</a:t>
            </a:r>
            <a:r>
              <a:rPr lang="en-US" sz="3200" dirty="0" err="1">
                <a:latin typeface="ML-TTKarthika" panose="04000000000000000000" pitchFamily="82" charset="0"/>
              </a:rPr>
              <a:t>nIÄ¡p</a:t>
            </a:r>
            <a:r>
              <a:rPr lang="en-US" sz="3200" dirty="0">
                <a:latin typeface="ML-TTKarthika" panose="04000000000000000000" pitchFamily="82" charset="0"/>
              </a:rPr>
              <a:t> Poh³ \</a:t>
            </a:r>
            <a:r>
              <a:rPr lang="en-US" sz="3200" dirty="0" err="1">
                <a:latin typeface="ML-TTKarthika" panose="04000000000000000000" pitchFamily="82" charset="0"/>
              </a:rPr>
              <a:t>evIn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 err="1">
                <a:latin typeface="ML-TTKarthika" panose="04000000000000000000" pitchFamily="82" charset="0"/>
              </a:rPr>
              <a:t>c£n¡p¶o</a:t>
            </a:r>
            <a:r>
              <a:rPr lang="en-US" sz="3200" dirty="0">
                <a:latin typeface="ML-TTKarthika" panose="04000000000000000000" pitchFamily="82" charset="0"/>
              </a:rPr>
              <a:t> c£I³</a:t>
            </a:r>
          </a:p>
        </p:txBody>
      </p:sp>
    </p:spTree>
    <p:extLst>
      <p:ext uri="{BB962C8B-B14F-4D97-AF65-F5344CB8AC3E}">
        <p14:creationId xmlns:p14="http://schemas.microsoft.com/office/powerpoint/2010/main" val="2875153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5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051743" y="501412"/>
            <a:ext cx="5040515" cy="207033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kripayaale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rakshapetta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paapiyaaya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njaanithaa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hridayaththil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sneham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erivaan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vaanchhikkunnu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26175" y="2592892"/>
            <a:ext cx="5091650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dirty="0">
                <a:latin typeface="ML-TTKarthika" panose="04000000000000000000" pitchFamily="82" charset="0"/>
              </a:rPr>
              <a:t>Ir]bmse c£s]«</a:t>
            </a:r>
          </a:p>
          <a:p>
            <a:r>
              <a:rPr lang="pt-BR" sz="3200" dirty="0">
                <a:latin typeface="ML-TTKarthika" panose="04000000000000000000" pitchFamily="82" charset="0"/>
              </a:rPr>
              <a:t>]m]nbmb Rm\nXm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lrZb¯nÂ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ssZhkvt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lw</a:t>
            </a:r>
            <a:endParaRPr lang="en-US" sz="3200" dirty="0">
              <a:latin typeface="ML-TTKarthika" panose="04000000000000000000" pitchFamily="82" charset="0"/>
            </a:endParaRPr>
          </a:p>
          <a:p>
            <a:r>
              <a:rPr lang="en-US" sz="3200" dirty="0">
                <a:latin typeface="ML-TTKarthika" panose="04000000000000000000" pitchFamily="82" charset="0"/>
              </a:rPr>
              <a:t>Fcnhm³ </a:t>
            </a:r>
            <a:r>
              <a:rPr lang="en-US" sz="3200" dirty="0" err="1">
                <a:latin typeface="ML-TTKarthika" panose="04000000000000000000" pitchFamily="82" charset="0"/>
              </a:rPr>
              <a:t>hm©n¡p¶p</a:t>
            </a:r>
            <a:endParaRPr lang="en-US" sz="32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337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144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3: 6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672139" y="501412"/>
            <a:ext cx="5799723" cy="207033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paapiyil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pradhaaniyaayi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ninna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rakshippaan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shaapa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mrithyu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etta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nithyakaalam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vaazhththum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026175" y="2592892"/>
            <a:ext cx="5091650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3200" dirty="0">
                <a:latin typeface="ML-TTKarthika" panose="04000000000000000000" pitchFamily="82" charset="0"/>
              </a:rPr>
              <a:t>]m]nbnÂ {][m\nbmbn</a:t>
            </a:r>
          </a:p>
          <a:p>
            <a:r>
              <a:rPr lang="pt-BR" sz="3200" dirty="0">
                <a:latin typeface="ML-TTKarthika" panose="04000000000000000000" pitchFamily="82" charset="0"/>
              </a:rPr>
              <a:t>\n¶ Fs¶ c£n¸m³</a:t>
            </a:r>
          </a:p>
          <a:p>
            <a:r>
              <a:rPr lang="pt-BR" sz="3200" dirty="0">
                <a:latin typeface="ML-TTKarthika" panose="04000000000000000000" pitchFamily="82" charset="0"/>
              </a:rPr>
              <a:t>im]arXypthä \ns¶</a:t>
            </a:r>
          </a:p>
          <a:p>
            <a:r>
              <a:rPr lang="pt-BR" sz="3200" dirty="0">
                <a:latin typeface="ML-TTKarthika" panose="04000000000000000000" pitchFamily="82" charset="0"/>
              </a:rPr>
              <a:t>\nXyImew hmgv¯pw Rm³</a:t>
            </a:r>
            <a:endParaRPr lang="en-US" sz="32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3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nee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6547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nee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604354" y="501412"/>
            <a:ext cx="5935293" cy="207033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jehovah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jireh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daathaavaam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enikku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jehovah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rraaphah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soukhya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daayakan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than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adippinharaal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soukhyam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jehovah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shamma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koode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irikkum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aavashyangalh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349752" y="2589068"/>
            <a:ext cx="6444495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400" dirty="0">
                <a:latin typeface="ML-TTKarthika" panose="04000000000000000000" pitchFamily="82" charset="0"/>
              </a:rPr>
              <a:t>യഹോവാ യീരേ ദാതാവാം ദൈവം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നീ മാത്രം മതി എനിക്ക്യാ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യഹോവാ റാഫാ സൌഖ്യ ദായകന്‍ 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തൻ അടിപ്പിണരാല്‍ സൌഖ്യം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യഹോവാ ശമ്മ കൂടെ ഇരിക്കും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നല്‍കും എന്‍ ആവശ്യങ്ങള്‍</a:t>
            </a:r>
            <a:endParaRPr lang="en-US" sz="24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349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nee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926270" y="748919"/>
            <a:ext cx="5291460" cy="15680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nl-NL" sz="3200" dirty="0">
                <a:latin typeface="Segoe UI" panose="020B0502040204020203" pitchFamily="34" charset="0"/>
                <a:cs typeface="Segoe UI" panose="020B0502040204020203" pitchFamily="34" charset="0"/>
              </a:rPr>
              <a:t>nee maathram mathi</a:t>
            </a:r>
          </a:p>
          <a:p>
            <a:r>
              <a:rPr lang="nl-NL" sz="3200" dirty="0">
                <a:latin typeface="Segoe UI" panose="020B0502040204020203" pitchFamily="34" charset="0"/>
                <a:cs typeface="Segoe UI" panose="020B0502040204020203" pitchFamily="34" charset="0"/>
              </a:rPr>
              <a:t>nee maathram mathi</a:t>
            </a:r>
          </a:p>
          <a:p>
            <a:r>
              <a:rPr lang="nl-NL" sz="3200" dirty="0">
                <a:latin typeface="Segoe UI" panose="020B0502040204020203" pitchFamily="34" charset="0"/>
                <a:cs typeface="Segoe UI" panose="020B0502040204020203" pitchFamily="34" charset="0"/>
              </a:rPr>
              <a:t>nee maathram mathi enikku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407424" y="3022205"/>
            <a:ext cx="432915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400" dirty="0">
                <a:latin typeface="ML-TTKarthika" panose="04000000000000000000" pitchFamily="82" charset="0"/>
              </a:rPr>
              <a:t>നീ മാത്രം മതി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നീ മാത്രം മതി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നീ മാത്രം മതി എനിക്ക്</a:t>
            </a:r>
            <a:endParaRPr lang="en-US" sz="24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09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nee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4: 3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632858" y="501412"/>
            <a:ext cx="5878285" cy="207033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>
            <a:lvl1pPr lvl="0">
              <a:defRPr/>
            </a:lvl1pPr>
          </a:lstStyle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jehovah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elohim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srishtaavam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vachanaththaal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ulhavaayellam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jehovah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elyon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athyunnathan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ninneppole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mattarumilla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jehovah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shaalom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samaadhanam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nalki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shaanthiyennil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877695" y="2589068"/>
            <a:ext cx="7388611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400" dirty="0">
                <a:latin typeface="ML-TTKarthika" panose="04000000000000000000" pitchFamily="82" charset="0"/>
              </a:rPr>
              <a:t>യഹോവാ എലോഹിം സൃഷ്ടാവം ദൈവം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നിന്‍ വചനത്താല്‍</a:t>
            </a:r>
            <a:r>
              <a:rPr lang="en-US" sz="2400" dirty="0">
                <a:latin typeface="ML-TTKarthika" panose="04000000000000000000" pitchFamily="82" charset="0"/>
              </a:rPr>
              <a:t> </a:t>
            </a:r>
            <a:r>
              <a:rPr lang="ml-IN" sz="2400">
                <a:latin typeface="ML-TTKarthika" panose="04000000000000000000" pitchFamily="82" charset="0"/>
              </a:rPr>
              <a:t>ഉളവായെല്ലാം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യഹോവാ ഇല്യോന്‍ അത്യുന്നതന്‍ നീ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നിന്നെപ്പോലെ മറ്റാരുമില്ല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യഹോവാ ശാലോം എന്‍ സമാധാനം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നല്‍കി നിന്‍ ശാന്തിയെന്നില്‍</a:t>
            </a:r>
            <a:endParaRPr lang="en-US" sz="24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49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nee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4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4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926270" y="748919"/>
            <a:ext cx="5291460" cy="15680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nl-NL" sz="3200" dirty="0">
                <a:latin typeface="Segoe UI" panose="020B0502040204020203" pitchFamily="34" charset="0"/>
                <a:cs typeface="Segoe UI" panose="020B0502040204020203" pitchFamily="34" charset="0"/>
              </a:rPr>
              <a:t>nee maathram mathi</a:t>
            </a:r>
          </a:p>
          <a:p>
            <a:r>
              <a:rPr lang="nl-NL" sz="3200" dirty="0">
                <a:latin typeface="Segoe UI" panose="020B0502040204020203" pitchFamily="34" charset="0"/>
                <a:cs typeface="Segoe UI" panose="020B0502040204020203" pitchFamily="34" charset="0"/>
              </a:rPr>
              <a:t>nee maathram mathi</a:t>
            </a:r>
          </a:p>
          <a:p>
            <a:r>
              <a:rPr lang="nl-NL" sz="3200" dirty="0">
                <a:latin typeface="Segoe UI" panose="020B0502040204020203" pitchFamily="34" charset="0"/>
                <a:cs typeface="Segoe UI" panose="020B0502040204020203" pitchFamily="34" charset="0"/>
              </a:rPr>
              <a:t>nee maathram mathi enikku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407424" y="3022205"/>
            <a:ext cx="432915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ml-IN" sz="2400" dirty="0">
                <a:latin typeface="ML-TTKarthika" panose="04000000000000000000" pitchFamily="82" charset="0"/>
              </a:rPr>
              <a:t>നീ മാത്രം മതി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നീ മാത്രം മതി</a:t>
            </a:r>
            <a:endParaRPr lang="en-US" sz="2400" dirty="0">
              <a:latin typeface="ML-TTKarthika" panose="04000000000000000000" pitchFamily="82" charset="0"/>
            </a:endParaRPr>
          </a:p>
          <a:p>
            <a:r>
              <a:rPr lang="ml-IN" sz="2400" dirty="0">
                <a:latin typeface="ML-TTKarthika" panose="04000000000000000000" pitchFamily="82" charset="0"/>
              </a:rPr>
              <a:t>നീ മാത്രം മതി എനിക്ക്</a:t>
            </a:r>
            <a:endParaRPr lang="en-US" sz="24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217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- 176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328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143556" y="2847229"/>
            <a:ext cx="6856887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ip²n¡mbv \o </a:t>
            </a:r>
            <a:r>
              <a:rPr lang="en-US" sz="3200" dirty="0" err="1">
                <a:latin typeface="ML-TTKarthika" panose="04000000000000000000" pitchFamily="82" charset="0"/>
              </a:rPr>
              <a:t>tbip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kaos</a:t>
            </a:r>
            <a:r>
              <a:rPr lang="en-US" sz="3200" dirty="0">
                <a:latin typeface="ML-TTKarthika" panose="04000000000000000000" pitchFamily="82" charset="0"/>
              </a:rPr>
              <a:t>] t]</a:t>
            </a:r>
            <a:r>
              <a:rPr lang="en-US" sz="3200" dirty="0" err="1">
                <a:latin typeface="ML-TTKarthika" panose="04000000000000000000" pitchFamily="82" charset="0"/>
              </a:rPr>
              <a:t>mtbm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Ipfnt¨m</a:t>
            </a:r>
            <a:r>
              <a:rPr lang="en-US" sz="3200" dirty="0">
                <a:latin typeface="ML-TTKarthika" panose="04000000000000000000" pitchFamily="82" charset="0"/>
              </a:rPr>
              <a:t> Ipªm«n³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qÀ®m</a:t>
            </a:r>
            <a:r>
              <a:rPr lang="en-US" sz="3200" dirty="0">
                <a:latin typeface="ML-TTKarthika" panose="04000000000000000000" pitchFamily="82" charset="0"/>
              </a:rPr>
              <a:t>{</a:t>
            </a:r>
            <a:r>
              <a:rPr lang="en-US" sz="3200" dirty="0" err="1">
                <a:latin typeface="ML-TTKarthika" panose="04000000000000000000" pitchFamily="82" charset="0"/>
              </a:rPr>
              <a:t>ibw</a:t>
            </a:r>
            <a:r>
              <a:rPr lang="en-US" sz="3200" dirty="0">
                <a:latin typeface="ML-TTKarthika" panose="04000000000000000000" pitchFamily="82" charset="0"/>
              </a:rPr>
              <a:t> Cu \</a:t>
            </a:r>
            <a:r>
              <a:rPr lang="en-US" sz="3200" dirty="0" err="1">
                <a:latin typeface="ML-TTKarthika" panose="04000000000000000000" pitchFamily="82" charset="0"/>
              </a:rPr>
              <a:t>nanjw</a:t>
            </a:r>
            <a:r>
              <a:rPr lang="en-US" sz="3200" dirty="0">
                <a:latin typeface="ML-TTKarthika" panose="04000000000000000000" pitchFamily="82" charset="0"/>
              </a:rPr>
              <a:t> X³ </a:t>
            </a:r>
            <a:r>
              <a:rPr lang="en-US" sz="3200" dirty="0" err="1">
                <a:latin typeface="ML-TTKarthika" panose="04000000000000000000" pitchFamily="82" charset="0"/>
              </a:rPr>
              <a:t>Ir</a:t>
            </a:r>
            <a:r>
              <a:rPr lang="en-US" sz="3200" dirty="0">
                <a:latin typeface="ML-TTKarthika" panose="04000000000000000000" pitchFamily="82" charset="0"/>
              </a:rPr>
              <a:t>]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X¶nÂ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sht¨m</a:t>
            </a:r>
            <a:r>
              <a:rPr lang="en-US" sz="3200" dirty="0">
                <a:latin typeface="ML-TTKarthika" panose="04000000000000000000" pitchFamily="82" charset="0"/>
              </a:rPr>
              <a:t> ip²nbmtbm \o? </a:t>
            </a:r>
            <a:endParaRPr lang="en-US" sz="3600" dirty="0">
              <a:latin typeface="ML-TTKarthika" panose="04000000000000000000" pitchFamily="8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shuddhikkaay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sameepe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poyo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poornnhaashrayam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nimisham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kripa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thannil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shuddhiyaayo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1 of 8</a:t>
            </a:r>
          </a:p>
        </p:txBody>
      </p:sp>
    </p:spTree>
    <p:extLst>
      <p:ext uri="{BB962C8B-B14F-4D97-AF65-F5344CB8AC3E}">
        <p14:creationId xmlns:p14="http://schemas.microsoft.com/office/powerpoint/2010/main" val="1342567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143556" y="2847229"/>
            <a:ext cx="6856887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Ipfnt¨mþIpªm«n³ </a:t>
            </a:r>
          </a:p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Bßip²n \</a:t>
            </a:r>
            <a:r>
              <a:rPr lang="en-US" sz="3200" dirty="0" err="1">
                <a:latin typeface="ML-TTKarthika" panose="04000000000000000000" pitchFamily="82" charset="0"/>
              </a:rPr>
              <a:t>evIpw</a:t>
            </a:r>
            <a:r>
              <a:rPr lang="en-US" sz="3200" dirty="0">
                <a:latin typeface="ML-TTKarthika" panose="04000000000000000000" pitchFamily="82" charset="0"/>
              </a:rPr>
              <a:t>-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lnawt</a:t>
            </a: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mÂ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njvIf¦tam</a:t>
            </a:r>
            <a:r>
              <a:rPr lang="en-US" sz="3200" dirty="0">
                <a:latin typeface="ML-TTKarthika" panose="04000000000000000000" pitchFamily="82" charset="0"/>
              </a:rPr>
              <a:t> \n³ </a:t>
            </a:r>
            <a:r>
              <a:rPr lang="en-US" sz="3200" dirty="0" err="1">
                <a:latin typeface="ML-TTKarthika" panose="04000000000000000000" pitchFamily="82" charset="0"/>
              </a:rPr>
              <a:t>A¦n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Ipfnt¨m</a:t>
            </a:r>
            <a:r>
              <a:rPr lang="en-US" sz="3200" dirty="0">
                <a:latin typeface="ML-TTKarthika" panose="04000000000000000000" pitchFamily="82" charset="0"/>
              </a:rPr>
              <a:t> Ipªm«n³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nishkalhankamo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2 of 8</a:t>
            </a:r>
          </a:p>
        </p:txBody>
      </p:sp>
    </p:spTree>
    <p:extLst>
      <p:ext uri="{BB962C8B-B14F-4D97-AF65-F5344CB8AC3E}">
        <p14:creationId xmlns:p14="http://schemas.microsoft.com/office/powerpoint/2010/main" val="42114110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041591" y="2734141"/>
            <a:ext cx="62747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en-US" sz="3200" dirty="0">
                <a:latin typeface="ML-TTKarthika" panose="04000000000000000000" pitchFamily="82" charset="0"/>
              </a:rPr>
              <a:t>A\</a:t>
            </a:r>
            <a:r>
              <a:rPr lang="en-US" sz="3200" dirty="0" err="1">
                <a:latin typeface="ML-TTKarthika" panose="04000000000000000000" pitchFamily="82" charset="0"/>
              </a:rPr>
              <a:t>pZn</a:t>
            </a:r>
            <a:r>
              <a:rPr lang="en-US" sz="3200" dirty="0">
                <a:latin typeface="ML-TTKarthika" panose="04000000000000000000" pitchFamily="82" charset="0"/>
              </a:rPr>
              <a:t>\w c£I³ ]£</a:t>
            </a:r>
            <a:r>
              <a:rPr lang="en-US" sz="3200" dirty="0" err="1">
                <a:latin typeface="ML-TTKarthika" panose="04000000000000000000" pitchFamily="82" charset="0"/>
              </a:rPr>
              <a:t>t¯m</a:t>
            </a:r>
            <a:r>
              <a:rPr lang="en-US" sz="3200" dirty="0">
                <a:latin typeface="ML-TTKarthika" panose="04000000000000000000" pitchFamily="82" charset="0"/>
              </a:rPr>
              <a:t> \o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ip²nbmbv \</a:t>
            </a:r>
            <a:r>
              <a:rPr lang="en-US" sz="3200" dirty="0" err="1">
                <a:latin typeface="ML-TTKarthika" panose="04000000000000000000" pitchFamily="82" charset="0"/>
              </a:rPr>
              <a:t>S¶oSp¶Xv</a:t>
            </a:r>
            <a:r>
              <a:rPr lang="en-US" sz="3200" dirty="0">
                <a:latin typeface="ML-TTKarthika" panose="04000000000000000000" pitchFamily="82" charset="0"/>
              </a:rPr>
              <a:t>? 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{</a:t>
            </a:r>
            <a:r>
              <a:rPr lang="en-US" sz="3200" dirty="0" err="1">
                <a:latin typeface="ML-TTKarthika" panose="04000000000000000000" pitchFamily="82" charset="0"/>
              </a:rPr>
              <a:t>Iqtidnb</a:t>
            </a:r>
            <a:r>
              <a:rPr lang="en-US" sz="3200" dirty="0">
                <a:latin typeface="ML-TTKarthika" panose="04000000000000000000" pitchFamily="82" charset="0"/>
              </a:rPr>
              <a:t> IÀ¯\</a:t>
            </a:r>
            <a:r>
              <a:rPr lang="en-US" sz="3200" dirty="0" err="1">
                <a:latin typeface="ML-TTKarthika" panose="04000000000000000000" pitchFamily="82" charset="0"/>
              </a:rPr>
              <a:t>nÂ</a:t>
            </a:r>
            <a:r>
              <a:rPr lang="en-US" sz="3200" dirty="0">
                <a:latin typeface="ML-TTKarthika" panose="04000000000000000000" pitchFamily="82" charset="0"/>
              </a:rPr>
              <a:t> \n\¡</a:t>
            </a:r>
            <a:r>
              <a:rPr lang="en-US" sz="3200" dirty="0" err="1">
                <a:latin typeface="ML-TTKarthika" panose="04000000000000000000" pitchFamily="82" charset="0"/>
              </a:rPr>
              <a:t>p¬tSm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hn</a:t>
            </a:r>
            <a:r>
              <a:rPr lang="en-US" sz="3200" dirty="0">
                <a:latin typeface="ML-TTKarthika" panose="04000000000000000000" pitchFamily="82" charset="0"/>
              </a:rPr>
              <a:t>{</a:t>
            </a:r>
            <a:r>
              <a:rPr lang="en-US" sz="3200" dirty="0" err="1">
                <a:latin typeface="ML-TTKarthika" panose="04000000000000000000" pitchFamily="82" charset="0"/>
              </a:rPr>
              <a:t>iaw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mgnItXmdpta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  <a:endParaRPr lang="pt-BR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anudinam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pakshaththo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shuddhiyaay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nadanneedunnathu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kroosherriya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karththanil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ninakkunhdo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vishramam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naazhika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thorrume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3 of 8</a:t>
            </a:r>
          </a:p>
        </p:txBody>
      </p:sp>
    </p:spTree>
    <p:extLst>
      <p:ext uri="{BB962C8B-B14F-4D97-AF65-F5344CB8AC3E}">
        <p14:creationId xmlns:p14="http://schemas.microsoft.com/office/powerpoint/2010/main" val="13724650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143556" y="2847229"/>
            <a:ext cx="6856887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Ipfnt¨mþIpªm«n³ </a:t>
            </a:r>
          </a:p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Bßip²n \</a:t>
            </a:r>
            <a:r>
              <a:rPr lang="en-US" sz="3200" dirty="0" err="1">
                <a:latin typeface="ML-TTKarthika" panose="04000000000000000000" pitchFamily="82" charset="0"/>
              </a:rPr>
              <a:t>evIpw</a:t>
            </a:r>
            <a:r>
              <a:rPr lang="en-US" sz="3200" dirty="0">
                <a:latin typeface="ML-TTKarthika" panose="04000000000000000000" pitchFamily="82" charset="0"/>
              </a:rPr>
              <a:t>-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lnawt</a:t>
            </a: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mÂ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njvIf¦tam</a:t>
            </a:r>
            <a:r>
              <a:rPr lang="en-US" sz="3200" dirty="0">
                <a:latin typeface="ML-TTKarthika" panose="04000000000000000000" pitchFamily="82" charset="0"/>
              </a:rPr>
              <a:t> \n³ </a:t>
            </a:r>
            <a:r>
              <a:rPr lang="en-US" sz="3200" dirty="0" err="1">
                <a:latin typeface="ML-TTKarthika" panose="04000000000000000000" pitchFamily="82" charset="0"/>
              </a:rPr>
              <a:t>A¦n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Ipfnt¨m</a:t>
            </a:r>
            <a:r>
              <a:rPr lang="en-US" sz="3200" dirty="0">
                <a:latin typeface="ML-TTKarthika" panose="04000000000000000000" pitchFamily="82" charset="0"/>
              </a:rPr>
              <a:t> Ipªm«n³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nishkalhankamo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4 of 8</a:t>
            </a:r>
          </a:p>
        </p:txBody>
      </p:sp>
    </p:spTree>
    <p:extLst>
      <p:ext uri="{BB962C8B-B14F-4D97-AF65-F5344CB8AC3E}">
        <p14:creationId xmlns:p14="http://schemas.microsoft.com/office/powerpoint/2010/main" val="24327814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041592" y="2734141"/>
            <a:ext cx="706081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pt-BR" sz="3200" dirty="0">
                <a:latin typeface="ML-TTKarthika" panose="04000000000000000000" pitchFamily="82" charset="0"/>
              </a:rPr>
              <a:t>IÀ¯³ hchnÂ \n³ A¦n ip²tam?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Gähpw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sh×bmbv¡mWptam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kzÀ¸pc¯nÂ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hmkw</a:t>
            </a:r>
            <a:r>
              <a:rPr lang="en-US" sz="3200" dirty="0">
                <a:latin typeface="ML-TTKarthika" panose="04000000000000000000" pitchFamily="82" charset="0"/>
              </a:rPr>
              <a:t> sNbvXnSm³ </a:t>
            </a:r>
            <a:r>
              <a:rPr lang="en-US" sz="3200" dirty="0" err="1">
                <a:latin typeface="ML-TTKarthika" panose="04000000000000000000" pitchFamily="82" charset="0"/>
              </a:rPr>
              <a:t>tbmKy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]m{</a:t>
            </a:r>
            <a:r>
              <a:rPr lang="en-US" sz="3200" dirty="0" err="1">
                <a:latin typeface="ML-TTKarthika" panose="04000000000000000000" pitchFamily="82" charset="0"/>
              </a:rPr>
              <a:t>Xambv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Xocptam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A¶mfnÂ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  <a:endParaRPr lang="pt-BR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karrththan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varavil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shuddhamo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venhmayaay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swar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puraththil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vaasam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cheythidaan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yogya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paathramaay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theerumo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annalhil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5 of 8</a:t>
            </a:r>
          </a:p>
        </p:txBody>
      </p:sp>
    </p:spTree>
    <p:extLst>
      <p:ext uri="{BB962C8B-B14F-4D97-AF65-F5344CB8AC3E}">
        <p14:creationId xmlns:p14="http://schemas.microsoft.com/office/powerpoint/2010/main" val="2370334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143556" y="2847229"/>
            <a:ext cx="6856887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Ipfnt¨mþIpªm«n³ </a:t>
            </a:r>
          </a:p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Bßip²n \</a:t>
            </a:r>
            <a:r>
              <a:rPr lang="en-US" sz="3200" dirty="0" err="1">
                <a:latin typeface="ML-TTKarthika" panose="04000000000000000000" pitchFamily="82" charset="0"/>
              </a:rPr>
              <a:t>evIpw</a:t>
            </a:r>
            <a:r>
              <a:rPr lang="en-US" sz="3200" dirty="0">
                <a:latin typeface="ML-TTKarthika" panose="04000000000000000000" pitchFamily="82" charset="0"/>
              </a:rPr>
              <a:t>-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lnawt</a:t>
            </a: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mÂ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njvIf¦tam</a:t>
            </a:r>
            <a:r>
              <a:rPr lang="en-US" sz="3200" dirty="0">
                <a:latin typeface="ML-TTKarthika" panose="04000000000000000000" pitchFamily="82" charset="0"/>
              </a:rPr>
              <a:t> \n³ </a:t>
            </a:r>
            <a:r>
              <a:rPr lang="en-US" sz="3200" dirty="0" err="1">
                <a:latin typeface="ML-TTKarthika" panose="04000000000000000000" pitchFamily="82" charset="0"/>
              </a:rPr>
              <a:t>A¦n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Ipfnt¨m</a:t>
            </a:r>
            <a:r>
              <a:rPr lang="en-US" sz="3200" dirty="0">
                <a:latin typeface="ML-TTKarthika" panose="04000000000000000000" pitchFamily="82" charset="0"/>
              </a:rPr>
              <a:t> Ipªm«n³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nishkalhankamo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6 of 8</a:t>
            </a:r>
          </a:p>
        </p:txBody>
      </p:sp>
    </p:spTree>
    <p:extLst>
      <p:ext uri="{BB962C8B-B14F-4D97-AF65-F5344CB8AC3E}">
        <p14:creationId xmlns:p14="http://schemas.microsoft.com/office/powerpoint/2010/main" val="1196894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041592" y="2734141"/>
            <a:ext cx="706081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r>
              <a:rPr lang="pt-BR" sz="3200" dirty="0">
                <a:latin typeface="ML-TTKarthika" panose="04000000000000000000" pitchFamily="82" charset="0"/>
              </a:rPr>
              <a:t>]m]¡d Gä A¦n \o \o¡n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Ipªm«n³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Ipfn</a:t>
            </a:r>
            <a:r>
              <a:rPr lang="en-US" sz="3200" dirty="0">
                <a:latin typeface="ML-TTKarthika" panose="04000000000000000000" pitchFamily="82" charset="0"/>
              </a:rPr>
              <a:t>¡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Poh</a:t>
            </a:r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oÀ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HgpIp¶p</a:t>
            </a:r>
            <a:r>
              <a:rPr lang="en-US" sz="3200" dirty="0">
                <a:latin typeface="ML-TTKarthika" panose="04000000000000000000" pitchFamily="82" charset="0"/>
              </a:rPr>
              <a:t> Aip²À¡mbv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Ipfn¨p</a:t>
            </a:r>
            <a:r>
              <a:rPr lang="en-US" sz="3200" dirty="0">
                <a:latin typeface="ML-TTKarthika" panose="04000000000000000000" pitchFamily="82" charset="0"/>
              </a:rPr>
              <a:t> ip²nbmboSpI. </a:t>
            </a:r>
            <a:endParaRPr lang="pt-BR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paapakkarra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etta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neekki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kulhikka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ozhukunnu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ashuddharkaai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kulichu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yayeeduka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7 of 8</a:t>
            </a:r>
          </a:p>
        </p:txBody>
      </p:sp>
    </p:spTree>
    <p:extLst>
      <p:ext uri="{BB962C8B-B14F-4D97-AF65-F5344CB8AC3E}">
        <p14:creationId xmlns:p14="http://schemas.microsoft.com/office/powerpoint/2010/main" val="346179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176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655652-0AE6-4926-AF11-0CFC99B9211B}"/>
              </a:ext>
            </a:extLst>
          </p:cNvPr>
          <p:cNvSpPr txBox="1"/>
          <p:nvPr/>
        </p:nvSpPr>
        <p:spPr>
          <a:xfrm>
            <a:off x="1143556" y="2847229"/>
            <a:ext cx="6856887" cy="16735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Ipfnt¨mþIpªm«n³ </a:t>
            </a:r>
          </a:p>
          <a:p>
            <a:pPr>
              <a:lnSpc>
                <a:spcPts val="3000"/>
              </a:lnSpc>
            </a:pPr>
            <a:r>
              <a:rPr lang="en-US" sz="3200" dirty="0">
                <a:latin typeface="ML-TTKarthika" panose="04000000000000000000" pitchFamily="82" charset="0"/>
              </a:rPr>
              <a:t>Bßip²n \</a:t>
            </a:r>
            <a:r>
              <a:rPr lang="en-US" sz="3200" dirty="0" err="1">
                <a:latin typeface="ML-TTKarthika" panose="04000000000000000000" pitchFamily="82" charset="0"/>
              </a:rPr>
              <a:t>evIpw</a:t>
            </a:r>
            <a:r>
              <a:rPr lang="en-US" sz="3200" dirty="0">
                <a:latin typeface="ML-TTKarthika" panose="04000000000000000000" pitchFamily="82" charset="0"/>
              </a:rPr>
              <a:t>-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lnawt</a:t>
            </a:r>
            <a:r>
              <a:rPr lang="en-US" sz="3200" dirty="0">
                <a:latin typeface="ML-TTKarthika" panose="04000000000000000000" pitchFamily="82" charset="0"/>
              </a:rPr>
              <a:t>]</a:t>
            </a:r>
            <a:r>
              <a:rPr lang="en-US" sz="3200" dirty="0" err="1">
                <a:latin typeface="ML-TTKarthika" panose="04000000000000000000" pitchFamily="82" charset="0"/>
              </a:rPr>
              <a:t>mÂ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njvIf¦tam</a:t>
            </a:r>
            <a:r>
              <a:rPr lang="en-US" sz="3200" dirty="0">
                <a:latin typeface="ML-TTKarthika" panose="04000000000000000000" pitchFamily="82" charset="0"/>
              </a:rPr>
              <a:t> \n³ </a:t>
            </a:r>
            <a:r>
              <a:rPr lang="en-US" sz="3200" dirty="0" err="1">
                <a:latin typeface="ML-TTKarthika" panose="04000000000000000000" pitchFamily="82" charset="0"/>
              </a:rPr>
              <a:t>A¦n</a:t>
            </a:r>
            <a:r>
              <a:rPr lang="en-US" sz="3200" dirty="0">
                <a:latin typeface="ML-TTKarthika" panose="04000000000000000000" pitchFamily="82" charset="0"/>
              </a:rPr>
              <a:t>? </a:t>
            </a:r>
          </a:p>
          <a:p>
            <a:pPr>
              <a:lnSpc>
                <a:spcPts val="3000"/>
              </a:lnSpc>
            </a:pPr>
            <a:r>
              <a:rPr lang="en-US" sz="3200" dirty="0" err="1">
                <a:latin typeface="ML-TTKarthika" panose="04000000000000000000" pitchFamily="82" charset="0"/>
              </a:rPr>
              <a:t>Ipfnt¨m</a:t>
            </a:r>
            <a:r>
              <a:rPr lang="en-US" sz="3200" dirty="0">
                <a:latin typeface="ML-TTKarthika" panose="04000000000000000000" pitchFamily="82" charset="0"/>
              </a:rPr>
              <a:t> Ipªm«n³ </a:t>
            </a:r>
            <a:r>
              <a:rPr lang="en-US" sz="3200" dirty="0" err="1">
                <a:latin typeface="ML-TTKarthika" panose="04000000000000000000" pitchFamily="82" charset="0"/>
              </a:rPr>
              <a:t>cà¯nÂ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41591" y="625567"/>
            <a:ext cx="7060818" cy="186722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lvl="0">
              <a:defRPr/>
            </a:lvl1pPr>
          </a:lstStyle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atinLnBrk="1"/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aathma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himam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pol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nishkalhankamo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anki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kulhichcho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kunjaattin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rakthaththil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5: 8 of 8</a:t>
            </a:r>
          </a:p>
        </p:txBody>
      </p:sp>
    </p:spTree>
    <p:extLst>
      <p:ext uri="{BB962C8B-B14F-4D97-AF65-F5344CB8AC3E}">
        <p14:creationId xmlns:p14="http://schemas.microsoft.com/office/powerpoint/2010/main" val="33857697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49382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52300" y="839203"/>
            <a:ext cx="6039399" cy="12682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daivakripayil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njaanaashrayichu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njaanarrinju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anugamichidum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chuvadukalhe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90424" y="3036086"/>
            <a:ext cx="6163151" cy="1099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ദൈവകൃപയിൽ ഞാനാശ്രയിച്ച്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അവൻ വഴികളെ ഞാനറിഞ്ഞ്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അനുഗമിച്ചിടും അവനുടെ ചുവടുകളെ (2)</a:t>
            </a:r>
          </a:p>
        </p:txBody>
      </p:sp>
    </p:spTree>
    <p:extLst>
      <p:ext uri="{BB962C8B-B14F-4D97-AF65-F5344CB8AC3E}">
        <p14:creationId xmlns:p14="http://schemas.microsoft.com/office/powerpoint/2010/main" val="19684761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2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2006808" y="722325"/>
            <a:ext cx="5130384" cy="160836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lokamo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tharikilloru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sukhavum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manashaanthiyathum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yeshuvinte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sannidhiyil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aanandam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undenikk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78166" y="2964064"/>
            <a:ext cx="6187668" cy="134023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ഇഹ ലോകമോ തരികില്ലൊരു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സുഖവും മനഃശാന്തിയതും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എന്റെ യേശുവിൻറെ തിരു സന്നിധിയിൽ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എന്നും ആനന്ദം ഉണ്ടെനിക്ക്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38BB0E9-2350-17D8-3537-B5E360D0B444}"/>
              </a:ext>
            </a:extLst>
          </p:cNvPr>
          <p:cNvSpPr/>
          <p:nvPr/>
        </p:nvSpPr>
        <p:spPr>
          <a:xfrm>
            <a:off x="6778935" y="818147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CA3BDF6-5DF3-A889-CEBF-EA151B929D24}"/>
              </a:ext>
            </a:extLst>
          </p:cNvPr>
          <p:cNvSpPr/>
          <p:nvPr/>
        </p:nvSpPr>
        <p:spPr>
          <a:xfrm>
            <a:off x="6778935" y="1574418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5C7E9-7E83-AC96-F5F9-91D1E3E8B17C}"/>
              </a:ext>
            </a:extLst>
          </p:cNvPr>
          <p:cNvSpPr txBox="1"/>
          <p:nvPr/>
        </p:nvSpPr>
        <p:spPr>
          <a:xfrm>
            <a:off x="6840439" y="958628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5A2E5-9B00-17F9-27CB-20E4C9092E0A}"/>
              </a:ext>
            </a:extLst>
          </p:cNvPr>
          <p:cNvSpPr txBox="1"/>
          <p:nvPr/>
        </p:nvSpPr>
        <p:spPr>
          <a:xfrm>
            <a:off x="6840439" y="1709287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376F342-71A1-05BB-0AC9-41B29388B67B}"/>
              </a:ext>
            </a:extLst>
          </p:cNvPr>
          <p:cNvSpPr/>
          <p:nvPr/>
        </p:nvSpPr>
        <p:spPr>
          <a:xfrm>
            <a:off x="7693709" y="2964064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0FD84-9CF4-0AF3-6DCC-6CF65ACAFD23}"/>
              </a:ext>
            </a:extLst>
          </p:cNvPr>
          <p:cNvSpPr txBox="1"/>
          <p:nvPr/>
        </p:nvSpPr>
        <p:spPr>
          <a:xfrm>
            <a:off x="7755213" y="3104545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955076C-C7D2-D9C4-A85F-AA917C377CBB}"/>
              </a:ext>
            </a:extLst>
          </p:cNvPr>
          <p:cNvSpPr/>
          <p:nvPr/>
        </p:nvSpPr>
        <p:spPr>
          <a:xfrm>
            <a:off x="7693709" y="3609899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268B4-BA43-A9B2-8491-428EEA929C02}"/>
              </a:ext>
            </a:extLst>
          </p:cNvPr>
          <p:cNvSpPr txBox="1"/>
          <p:nvPr/>
        </p:nvSpPr>
        <p:spPr>
          <a:xfrm>
            <a:off x="7755213" y="3750380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03871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52300" y="839203"/>
            <a:ext cx="6039399" cy="12682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daivakripayil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njaanaashrayichu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njaanarrinju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anugamichidum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chuvadukalhe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90424" y="3036086"/>
            <a:ext cx="6163151" cy="1099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ദൈവകൃപയിൽ ഞാനാശ്രയിച്ച്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അവൻ വഴികളെ ഞാനറിഞ്ഞ്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അനുഗമിച്ചിടും അവനുടെ ചുവടുകളെ (2)</a:t>
            </a:r>
          </a:p>
        </p:txBody>
      </p:sp>
    </p:spTree>
    <p:extLst>
      <p:ext uri="{BB962C8B-B14F-4D97-AF65-F5344CB8AC3E}">
        <p14:creationId xmlns:p14="http://schemas.microsoft.com/office/powerpoint/2010/main" val="6045216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4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42487" y="722325"/>
            <a:ext cx="5659026" cy="1622114"/>
          </a:xfrm>
          <a:prstGeom prst="rect">
            <a:avLst/>
          </a:prstGeom>
        </p:spPr>
        <p:txBody>
          <a:bodyPr wrap="square">
            <a:normAutofit fontScale="925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manovedana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pala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shodhana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mama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jeevitha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paathayathil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maarraatherridumpolh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aathmanaathanavan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maarril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chaari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njaanaashwasikkum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78166" y="2964064"/>
            <a:ext cx="6187668" cy="134023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മനോവേദന പല ശോധന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മമ ജീവിത പാതയതിൽ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മാറാതേറിടുമ്പോൾ ആത്മനാഥനവൻ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മാറിൽ ചാരി ഞാനാശ്വസിക്കും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ml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38BB0E9-2350-17D8-3537-B5E360D0B444}"/>
              </a:ext>
            </a:extLst>
          </p:cNvPr>
          <p:cNvSpPr/>
          <p:nvPr/>
        </p:nvSpPr>
        <p:spPr>
          <a:xfrm>
            <a:off x="7401513" y="814961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CA3BDF6-5DF3-A889-CEBF-EA151B929D24}"/>
              </a:ext>
            </a:extLst>
          </p:cNvPr>
          <p:cNvSpPr/>
          <p:nvPr/>
        </p:nvSpPr>
        <p:spPr>
          <a:xfrm>
            <a:off x="7401513" y="1549992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5C7E9-7E83-AC96-F5F9-91D1E3E8B17C}"/>
              </a:ext>
            </a:extLst>
          </p:cNvPr>
          <p:cNvSpPr txBox="1"/>
          <p:nvPr/>
        </p:nvSpPr>
        <p:spPr>
          <a:xfrm>
            <a:off x="7463017" y="955442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5A2E5-9B00-17F9-27CB-20E4C9092E0A}"/>
              </a:ext>
            </a:extLst>
          </p:cNvPr>
          <p:cNvSpPr txBox="1"/>
          <p:nvPr/>
        </p:nvSpPr>
        <p:spPr>
          <a:xfrm>
            <a:off x="7463017" y="1684861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376F342-71A1-05BB-0AC9-41B29388B67B}"/>
              </a:ext>
            </a:extLst>
          </p:cNvPr>
          <p:cNvSpPr/>
          <p:nvPr/>
        </p:nvSpPr>
        <p:spPr>
          <a:xfrm>
            <a:off x="7693709" y="2964064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0FD84-9CF4-0AF3-6DCC-6CF65ACAFD23}"/>
              </a:ext>
            </a:extLst>
          </p:cNvPr>
          <p:cNvSpPr txBox="1"/>
          <p:nvPr/>
        </p:nvSpPr>
        <p:spPr>
          <a:xfrm>
            <a:off x="7755213" y="3104545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955076C-C7D2-D9C4-A85F-AA917C377CBB}"/>
              </a:ext>
            </a:extLst>
          </p:cNvPr>
          <p:cNvSpPr/>
          <p:nvPr/>
        </p:nvSpPr>
        <p:spPr>
          <a:xfrm>
            <a:off x="7693709" y="3609899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268B4-BA43-A9B2-8491-428EEA929C02}"/>
              </a:ext>
            </a:extLst>
          </p:cNvPr>
          <p:cNvSpPr txBox="1"/>
          <p:nvPr/>
        </p:nvSpPr>
        <p:spPr>
          <a:xfrm>
            <a:off x="7755213" y="3750380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644985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5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52300" y="839203"/>
            <a:ext cx="6039399" cy="12682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daivakripayil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njaanaashrayichu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njaanarrinju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anugamichidum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chuvadukalhe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90424" y="3036086"/>
            <a:ext cx="6163151" cy="1099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ദൈവകൃപയിൽ ഞാനാശ്രയിച്ച്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അവൻ വഴികളെ ഞാനറിഞ്ഞ്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അനുഗമിച്ചിടും അവനുടെ ചുവടുകളെ (2)</a:t>
            </a:r>
          </a:p>
        </p:txBody>
      </p:sp>
    </p:spTree>
    <p:extLst>
      <p:ext uri="{BB962C8B-B14F-4D97-AF65-F5344CB8AC3E}">
        <p14:creationId xmlns:p14="http://schemas.microsoft.com/office/powerpoint/2010/main" val="35545674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6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42487" y="722325"/>
            <a:ext cx="5659026" cy="162211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nallavan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mathiyaayavan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karuthunna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karthanavan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aavashyangalh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ellaam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arrinjidunna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ettamadutha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sahaayakan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78166" y="2964064"/>
            <a:ext cx="6187668" cy="134023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എത്ര നല്ലവൻ മതിയായവൻ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എന്നെ കരുതുന്ന കർത്തനവൻ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എൻറെ ആവശ്യങ്ങൾ എല്ലാമറിഞ്ഞീടുന്ന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ഏറ്റമടുത്ത സഹായകൻ താൻ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ml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38BB0E9-2350-17D8-3537-B5E360D0B444}"/>
              </a:ext>
            </a:extLst>
          </p:cNvPr>
          <p:cNvSpPr/>
          <p:nvPr/>
        </p:nvSpPr>
        <p:spPr>
          <a:xfrm>
            <a:off x="7401513" y="849461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CA3BDF6-5DF3-A889-CEBF-EA151B929D24}"/>
              </a:ext>
            </a:extLst>
          </p:cNvPr>
          <p:cNvSpPr/>
          <p:nvPr/>
        </p:nvSpPr>
        <p:spPr>
          <a:xfrm>
            <a:off x="7401513" y="1601920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5C7E9-7E83-AC96-F5F9-91D1E3E8B17C}"/>
              </a:ext>
            </a:extLst>
          </p:cNvPr>
          <p:cNvSpPr txBox="1"/>
          <p:nvPr/>
        </p:nvSpPr>
        <p:spPr>
          <a:xfrm>
            <a:off x="7463017" y="989942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5A2E5-9B00-17F9-27CB-20E4C9092E0A}"/>
              </a:ext>
            </a:extLst>
          </p:cNvPr>
          <p:cNvSpPr txBox="1"/>
          <p:nvPr/>
        </p:nvSpPr>
        <p:spPr>
          <a:xfrm>
            <a:off x="7463017" y="1736789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376F342-71A1-05BB-0AC9-41B29388B67B}"/>
              </a:ext>
            </a:extLst>
          </p:cNvPr>
          <p:cNvSpPr/>
          <p:nvPr/>
        </p:nvSpPr>
        <p:spPr>
          <a:xfrm>
            <a:off x="7693709" y="2964064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0FD84-9CF4-0AF3-6DCC-6CF65ACAFD23}"/>
              </a:ext>
            </a:extLst>
          </p:cNvPr>
          <p:cNvSpPr txBox="1"/>
          <p:nvPr/>
        </p:nvSpPr>
        <p:spPr>
          <a:xfrm>
            <a:off x="7755213" y="3104545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955076C-C7D2-D9C4-A85F-AA917C377CBB}"/>
              </a:ext>
            </a:extLst>
          </p:cNvPr>
          <p:cNvSpPr/>
          <p:nvPr/>
        </p:nvSpPr>
        <p:spPr>
          <a:xfrm>
            <a:off x="7693709" y="3609899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268B4-BA43-A9B2-8491-428EEA929C02}"/>
              </a:ext>
            </a:extLst>
          </p:cNvPr>
          <p:cNvSpPr txBox="1"/>
          <p:nvPr/>
        </p:nvSpPr>
        <p:spPr>
          <a:xfrm>
            <a:off x="7755213" y="3750380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54142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7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52300" y="839203"/>
            <a:ext cx="6039399" cy="12682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daivakripayil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njaanaashrayichu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njaanarrinju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anugamichidum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chuvadukalhe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90424" y="3036086"/>
            <a:ext cx="6163151" cy="1099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ദൈവകൃപയിൽ ഞാനാശ്രയിച്ച്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അവൻ വഴികളെ ഞാനറിഞ്ഞ്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അനുഗമിച്ചിടും അവനുടെ ചുവടുകളെ (2)</a:t>
            </a:r>
          </a:p>
        </p:txBody>
      </p:sp>
    </p:spTree>
    <p:extLst>
      <p:ext uri="{BB962C8B-B14F-4D97-AF65-F5344CB8AC3E}">
        <p14:creationId xmlns:p14="http://schemas.microsoft.com/office/powerpoint/2010/main" val="2472591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8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42487" y="722325"/>
            <a:ext cx="5659026" cy="162211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nallavan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mathiyaayavan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karuthunna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karthanavan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aavashyangalh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ellaam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arrinjidunna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ettamadutha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sahaayakan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than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78166" y="2964064"/>
            <a:ext cx="6187668" cy="134023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എത്ര നല്ലവൻ മതിയായവൻ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എന്നെ കരുതുന്ന കർത്തനവൻ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എൻറെ ആവശ്യങ്ങൾ എല്ലാമറിഞ്ഞീടുന്ന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ഏറ്റമടുത്ത സഹായകൻ താൻ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ml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38BB0E9-2350-17D8-3537-B5E360D0B444}"/>
              </a:ext>
            </a:extLst>
          </p:cNvPr>
          <p:cNvSpPr/>
          <p:nvPr/>
        </p:nvSpPr>
        <p:spPr>
          <a:xfrm>
            <a:off x="7401513" y="849461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CA3BDF6-5DF3-A889-CEBF-EA151B929D24}"/>
              </a:ext>
            </a:extLst>
          </p:cNvPr>
          <p:cNvSpPr/>
          <p:nvPr/>
        </p:nvSpPr>
        <p:spPr>
          <a:xfrm>
            <a:off x="7401513" y="1601920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5C7E9-7E83-AC96-F5F9-91D1E3E8B17C}"/>
              </a:ext>
            </a:extLst>
          </p:cNvPr>
          <p:cNvSpPr txBox="1"/>
          <p:nvPr/>
        </p:nvSpPr>
        <p:spPr>
          <a:xfrm>
            <a:off x="7463017" y="989942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5A2E5-9B00-17F9-27CB-20E4C9092E0A}"/>
              </a:ext>
            </a:extLst>
          </p:cNvPr>
          <p:cNvSpPr txBox="1"/>
          <p:nvPr/>
        </p:nvSpPr>
        <p:spPr>
          <a:xfrm>
            <a:off x="7463017" y="1736789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376F342-71A1-05BB-0AC9-41B29388B67B}"/>
              </a:ext>
            </a:extLst>
          </p:cNvPr>
          <p:cNvSpPr/>
          <p:nvPr/>
        </p:nvSpPr>
        <p:spPr>
          <a:xfrm>
            <a:off x="7693709" y="2964064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0FD84-9CF4-0AF3-6DCC-6CF65ACAFD23}"/>
              </a:ext>
            </a:extLst>
          </p:cNvPr>
          <p:cNvSpPr txBox="1"/>
          <p:nvPr/>
        </p:nvSpPr>
        <p:spPr>
          <a:xfrm>
            <a:off x="7755213" y="3104545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955076C-C7D2-D9C4-A85F-AA917C377CBB}"/>
              </a:ext>
            </a:extLst>
          </p:cNvPr>
          <p:cNvSpPr/>
          <p:nvPr/>
        </p:nvSpPr>
        <p:spPr>
          <a:xfrm>
            <a:off x="7693709" y="3609899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268B4-BA43-A9B2-8491-428EEA929C02}"/>
              </a:ext>
            </a:extLst>
          </p:cNvPr>
          <p:cNvSpPr txBox="1"/>
          <p:nvPr/>
        </p:nvSpPr>
        <p:spPr>
          <a:xfrm>
            <a:off x="7755213" y="3750380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66172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9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52300" y="839203"/>
            <a:ext cx="6039399" cy="12682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daivakripayil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njaanaashrayichu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njaanarrinju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anugamichidum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chuvadukalhe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90424" y="3036086"/>
            <a:ext cx="6163151" cy="1099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ദൈവകൃപയിൽ ഞാനാശ്രയിച്ച്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അവൻ വഴികളെ ഞാനറിഞ്ഞ്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അനുഗമിച്ചിടും അവനുടെ ചുവടുകളെ (2)</a:t>
            </a:r>
          </a:p>
        </p:txBody>
      </p:sp>
    </p:spTree>
    <p:extLst>
      <p:ext uri="{BB962C8B-B14F-4D97-AF65-F5344CB8AC3E}">
        <p14:creationId xmlns:p14="http://schemas.microsoft.com/office/powerpoint/2010/main" val="2371325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10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742487" y="722325"/>
            <a:ext cx="5659026" cy="162211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aayussin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dinamokkeyum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naama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mahathwathinaay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kaithiri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pol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kaththi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erinjorikkal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maarril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marranjidum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202206" y="2782654"/>
            <a:ext cx="6739588" cy="1404761"/>
          </a:xfrm>
          <a:prstGeom prst="rect">
            <a:avLst/>
          </a:prstGeom>
        </p:spPr>
        <p:txBody>
          <a:bodyPr wrap="square">
            <a:normAutofit fontScale="92500"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എൻറെ ആയുസ്സിൻ ദിനമൊക്കെയും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തൻറെ നാമമഹത്വത്തിനായ്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ഒരു കൈത്തിരി പോൽ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കത്തിയെരിഞ്ഞൊരിക്കൽ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തിരു മാറിൽ മറഞ്ഞിടും ഞാൻ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38BB0E9-2350-17D8-3537-B5E360D0B444}"/>
              </a:ext>
            </a:extLst>
          </p:cNvPr>
          <p:cNvSpPr/>
          <p:nvPr/>
        </p:nvSpPr>
        <p:spPr>
          <a:xfrm>
            <a:off x="7401513" y="849461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CA3BDF6-5DF3-A889-CEBF-EA151B929D24}"/>
              </a:ext>
            </a:extLst>
          </p:cNvPr>
          <p:cNvSpPr/>
          <p:nvPr/>
        </p:nvSpPr>
        <p:spPr>
          <a:xfrm>
            <a:off x="7401513" y="1601920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5C7E9-7E83-AC96-F5F9-91D1E3E8B17C}"/>
              </a:ext>
            </a:extLst>
          </p:cNvPr>
          <p:cNvSpPr txBox="1"/>
          <p:nvPr/>
        </p:nvSpPr>
        <p:spPr>
          <a:xfrm>
            <a:off x="7463017" y="989942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5A2E5-9B00-17F9-27CB-20E4C9092E0A}"/>
              </a:ext>
            </a:extLst>
          </p:cNvPr>
          <p:cNvSpPr txBox="1"/>
          <p:nvPr/>
        </p:nvSpPr>
        <p:spPr>
          <a:xfrm>
            <a:off x="7463017" y="1736789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5376F342-71A1-05BB-0AC9-41B29388B67B}"/>
              </a:ext>
            </a:extLst>
          </p:cNvPr>
          <p:cNvSpPr/>
          <p:nvPr/>
        </p:nvSpPr>
        <p:spPr>
          <a:xfrm>
            <a:off x="8075654" y="2782654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0FD84-9CF4-0AF3-6DCC-6CF65ACAFD23}"/>
              </a:ext>
            </a:extLst>
          </p:cNvPr>
          <p:cNvSpPr txBox="1"/>
          <p:nvPr/>
        </p:nvSpPr>
        <p:spPr>
          <a:xfrm>
            <a:off x="8137158" y="2923135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955076C-C7D2-D9C4-A85F-AA917C377CBB}"/>
              </a:ext>
            </a:extLst>
          </p:cNvPr>
          <p:cNvSpPr/>
          <p:nvPr/>
        </p:nvSpPr>
        <p:spPr>
          <a:xfrm>
            <a:off x="8075654" y="3428489"/>
            <a:ext cx="96253" cy="57751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268B4-BA43-A9B2-8491-428EEA929C02}"/>
              </a:ext>
            </a:extLst>
          </p:cNvPr>
          <p:cNvSpPr txBox="1"/>
          <p:nvPr/>
        </p:nvSpPr>
        <p:spPr>
          <a:xfrm>
            <a:off x="8137158" y="3568970"/>
            <a:ext cx="2620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46771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Hymn – 353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6: 11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C0C55-88CA-2C32-7C98-55467F92C0C6}"/>
              </a:ext>
            </a:extLst>
          </p:cNvPr>
          <p:cNvSpPr/>
          <p:nvPr/>
        </p:nvSpPr>
        <p:spPr>
          <a:xfrm>
            <a:off x="1552300" y="839203"/>
            <a:ext cx="6039399" cy="12682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daivakripayil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njaanaashrayichu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njaanarrinju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anugamichidum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avanude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chuvadukalhe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D11A35-D320-C38B-FE72-A124FE9D198E}"/>
              </a:ext>
            </a:extLst>
          </p:cNvPr>
          <p:cNvSpPr/>
          <p:nvPr/>
        </p:nvSpPr>
        <p:spPr>
          <a:xfrm>
            <a:off x="1490424" y="3036086"/>
            <a:ext cx="6163151" cy="1099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ദൈവകൃപയിൽ ഞാനാശ്രയിച്ച്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അവൻ വഴികളെ ഞാനറിഞ്ഞ്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l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അനുഗമിച്ചിടും അവനുടെ ചുവടുകളെ (2)</a:t>
            </a:r>
          </a:p>
        </p:txBody>
      </p:sp>
    </p:spTree>
    <p:extLst>
      <p:ext uri="{BB962C8B-B14F-4D97-AF65-F5344CB8AC3E}">
        <p14:creationId xmlns:p14="http://schemas.microsoft.com/office/powerpoint/2010/main" val="1682398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36781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1740769" y="2112166"/>
            <a:ext cx="5662462" cy="91916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Closing Hymn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397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36" indent="-360036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397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1146175" y="485999"/>
            <a:ext cx="6851650" cy="2085751"/>
          </a:xfrm>
          <a:prstGeom prst="rect">
            <a:avLst/>
          </a:prstGeom>
        </p:spPr>
        <p:txBody>
          <a:bodyPr wrap="square">
            <a:normAutofit fontScale="92500"/>
          </a:bodyPr>
          <a:lstStyle/>
          <a:p>
            <a:pPr lvl="0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loke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njaanen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ottam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thikachchu</a:t>
            </a:r>
            <a:endParaRPr lang="en-GB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swarga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gehe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viruthinaayi</a:t>
            </a:r>
            <a:endParaRPr lang="en-GB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parranneedum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marruroopamaay</a:t>
            </a:r>
            <a:endParaRPr lang="en-GB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paraneshu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raajan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sannidhau</a:t>
            </a:r>
            <a:endParaRPr lang="en-US" sz="3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E09B5-E893-4800-2C09-D538794564EC}"/>
              </a:ext>
            </a:extLst>
          </p:cNvPr>
          <p:cNvSpPr txBox="1"/>
          <p:nvPr/>
        </p:nvSpPr>
        <p:spPr>
          <a:xfrm>
            <a:off x="1900639" y="2743200"/>
            <a:ext cx="5342722" cy="210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temsI</a:t>
            </a:r>
            <a:r>
              <a:rPr lang="en-US" sz="3200" dirty="0">
                <a:latin typeface="ML-TTKarthika" panose="04000000000000000000" pitchFamily="82" charset="0"/>
              </a:rPr>
              <a:t> Rms\³ </a:t>
            </a:r>
            <a:r>
              <a:rPr lang="en-US" sz="3200" dirty="0" err="1">
                <a:latin typeface="ML-TTKarthika" panose="04000000000000000000" pitchFamily="82" charset="0"/>
              </a:rPr>
              <a:t>Hm«w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XnI¨p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kzÀ</a:t>
            </a:r>
            <a:r>
              <a:rPr lang="en-US" sz="3200" dirty="0">
                <a:latin typeface="ML-TTKarthika" panose="04000000000000000000" pitchFamily="82" charset="0"/>
              </a:rPr>
              <a:t>¤ </a:t>
            </a:r>
            <a:r>
              <a:rPr lang="en-US" sz="3200" dirty="0" err="1">
                <a:latin typeface="ML-TTKarthika" panose="04000000000000000000" pitchFamily="82" charset="0"/>
              </a:rPr>
              <a:t>tKtl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hncp</a:t>
            </a:r>
            <a:r>
              <a:rPr lang="en-US" sz="3200" dirty="0">
                <a:latin typeface="ML-TTKarthika" panose="04000000000000000000" pitchFamily="82" charset="0"/>
              </a:rPr>
              <a:t>-</a:t>
            </a:r>
            <a:r>
              <a:rPr lang="en-US" sz="3200" dirty="0" err="1">
                <a:latin typeface="ML-TTKarthika" panose="04000000000000000000" pitchFamily="82" charset="0"/>
              </a:rPr>
              <a:t>Xn</a:t>
            </a:r>
            <a:r>
              <a:rPr lang="en-US" sz="3200" dirty="0">
                <a:latin typeface="ML-TTKarthika" panose="04000000000000000000" pitchFamily="82" charset="0"/>
              </a:rPr>
              <a:t>-¶</a:t>
            </a:r>
            <a:r>
              <a:rPr lang="en-US" sz="3200" dirty="0" err="1">
                <a:latin typeface="ML-TTKarthika" panose="04000000000000000000" pitchFamily="82" charset="0"/>
              </a:rPr>
              <a:t>mbn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]d-¶</a:t>
            </a:r>
            <a:r>
              <a:rPr lang="en-US" sz="3200" dirty="0" err="1">
                <a:latin typeface="ML-TTKarthika" panose="04000000000000000000" pitchFamily="82" charset="0"/>
              </a:rPr>
              <a:t>oSpw</a:t>
            </a:r>
            <a:r>
              <a:rPr lang="en-US" sz="3200" dirty="0">
                <a:latin typeface="ML-TTKarthika" panose="04000000000000000000" pitchFamily="82" charset="0"/>
              </a:rPr>
              <a:t> Rm³ </a:t>
            </a:r>
            <a:r>
              <a:rPr lang="en-US" sz="3200" dirty="0" err="1">
                <a:latin typeface="ML-TTKarthika" panose="04000000000000000000" pitchFamily="82" charset="0"/>
              </a:rPr>
              <a:t>adp-cq</a:t>
            </a:r>
            <a:r>
              <a:rPr lang="en-US" sz="3200" dirty="0">
                <a:latin typeface="ML-TTKarthika" panose="04000000000000000000" pitchFamily="82" charset="0"/>
              </a:rPr>
              <a:t>-]-</a:t>
            </a:r>
            <a:r>
              <a:rPr lang="en-US" sz="3200" dirty="0" err="1">
                <a:latin typeface="ML-TTKarthika" panose="04000000000000000000" pitchFamily="82" charset="0"/>
              </a:rPr>
              <a:t>ambv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]c-t\</a:t>
            </a:r>
            <a:r>
              <a:rPr lang="en-US" sz="3200" dirty="0" err="1">
                <a:latin typeface="ML-TTKarthika" panose="04000000000000000000" pitchFamily="82" charset="0"/>
              </a:rPr>
              <a:t>ip</a:t>
            </a:r>
            <a:r>
              <a:rPr lang="en-US" sz="3200" dirty="0">
                <a:latin typeface="ML-TTKarthika" panose="04000000000000000000" pitchFamily="82" charset="0"/>
              </a:rPr>
              <a:t> cmP³ </a:t>
            </a:r>
            <a:r>
              <a:rPr lang="en-US" sz="3200" dirty="0" err="1">
                <a:latin typeface="ML-TTKarthika" panose="04000000000000000000" pitchFamily="82" charset="0"/>
              </a:rPr>
              <a:t>k¶n</a:t>
            </a:r>
            <a:r>
              <a:rPr lang="en-US" sz="3200" dirty="0">
                <a:latin typeface="ML-TTKarthika" panose="04000000000000000000" pitchFamily="82" charset="0"/>
              </a:rPr>
              <a:t>[u 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AC8B4-2EEA-43E2-9E53-E9E68E4002A0}"/>
              </a:ext>
            </a:extLst>
          </p:cNvPr>
          <p:cNvSpPr txBox="1"/>
          <p:nvPr/>
        </p:nvSpPr>
        <p:spPr>
          <a:xfrm>
            <a:off x="7320164" y="4835723"/>
            <a:ext cx="181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Closing: 1 of 4</a:t>
            </a:r>
          </a:p>
        </p:txBody>
      </p:sp>
    </p:spTree>
    <p:extLst>
      <p:ext uri="{BB962C8B-B14F-4D97-AF65-F5344CB8AC3E}">
        <p14:creationId xmlns:p14="http://schemas.microsoft.com/office/powerpoint/2010/main" val="22565987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36" indent="-360036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397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281883" y="485999"/>
            <a:ext cx="8580235" cy="2085751"/>
          </a:xfrm>
          <a:prstGeom prst="rect">
            <a:avLst/>
          </a:prstGeom>
        </p:spPr>
        <p:txBody>
          <a:bodyPr wrap="square">
            <a:normAutofit fontScale="92500"/>
          </a:bodyPr>
          <a:lstStyle/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dootha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sangham-aakave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ethirelkkuvaan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sada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sannadharaay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ninneedunne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shubhra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vasthra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dhaariyaay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prriyante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halleluiah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paadidum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E09B5-E893-4800-2C09-D538794564EC}"/>
              </a:ext>
            </a:extLst>
          </p:cNvPr>
          <p:cNvSpPr txBox="1"/>
          <p:nvPr/>
        </p:nvSpPr>
        <p:spPr>
          <a:xfrm>
            <a:off x="556141" y="2587003"/>
            <a:ext cx="8023344" cy="210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ZqX-kwLamIsh</a:t>
            </a:r>
            <a:r>
              <a:rPr lang="en-US" sz="3200" dirty="0">
                <a:latin typeface="ML-TTKarthika" panose="04000000000000000000" pitchFamily="82" charset="0"/>
              </a:rPr>
              <a:t> Fs¶ FXn-tcÂ¡p-hm³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kZm</a:t>
            </a:r>
            <a:r>
              <a:rPr lang="en-US" sz="3200" dirty="0">
                <a:latin typeface="ML-TTKarthika" panose="04000000000000000000" pitchFamily="82" charset="0"/>
              </a:rPr>
              <a:t> k¶-²-cmbv \</a:t>
            </a:r>
            <a:r>
              <a:rPr lang="en-US" sz="3200" dirty="0" err="1">
                <a:latin typeface="ML-TTKarthika" panose="04000000000000000000" pitchFamily="82" charset="0"/>
              </a:rPr>
              <a:t>n¶o-Spt</a:t>
            </a:r>
            <a:r>
              <a:rPr lang="en-US" sz="3200" dirty="0">
                <a:latin typeface="ML-TTKarthika" panose="04000000000000000000" pitchFamily="82" charset="0"/>
              </a:rPr>
              <a:t>¶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ip</a:t>
            </a:r>
            <a:r>
              <a:rPr lang="en-US" sz="3200" dirty="0">
                <a:latin typeface="ML-TTKarthika" panose="04000000000000000000" pitchFamily="82" charset="0"/>
              </a:rPr>
              <a:t>{`-</a:t>
            </a:r>
            <a:r>
              <a:rPr lang="en-US" sz="3200" dirty="0" err="1">
                <a:latin typeface="ML-TTKarthika" panose="04000000000000000000" pitchFamily="82" charset="0"/>
              </a:rPr>
              <a:t>hkv</a:t>
            </a:r>
            <a:r>
              <a:rPr lang="en-US" sz="3200" dirty="0">
                <a:latin typeface="ML-TTKarthika" panose="04000000000000000000" pitchFamily="82" charset="0"/>
              </a:rPr>
              <a:t>{X [</a:t>
            </a:r>
            <a:r>
              <a:rPr lang="en-US" sz="3200" dirty="0" err="1">
                <a:latin typeface="ML-TTKarthika" panose="04000000000000000000" pitchFamily="82" charset="0"/>
              </a:rPr>
              <a:t>mcn-bmbv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{]</a:t>
            </a:r>
            <a:r>
              <a:rPr lang="en-US" sz="3200" dirty="0" err="1">
                <a:latin typeface="ML-TTKarthika" panose="04000000000000000000" pitchFamily="82" charset="0"/>
              </a:rPr>
              <a:t>nbsâ</a:t>
            </a:r>
            <a:r>
              <a:rPr lang="en-US" sz="3200" dirty="0">
                <a:latin typeface="ML-TTKarthika" panose="04000000000000000000" pitchFamily="82" charset="0"/>
              </a:rPr>
              <a:t> ap¼nÂ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lmte-eq¿m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mSnSpw</a:t>
            </a:r>
            <a:r>
              <a:rPr lang="en-US" sz="3200" dirty="0">
                <a:latin typeface="ML-TTKarthika" panose="04000000000000000000" pitchFamily="82" charset="0"/>
              </a:rPr>
              <a:t> Rm³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AC8B4-2EEA-43E2-9E53-E9E68E4002A0}"/>
              </a:ext>
            </a:extLst>
          </p:cNvPr>
          <p:cNvSpPr txBox="1"/>
          <p:nvPr/>
        </p:nvSpPr>
        <p:spPr>
          <a:xfrm>
            <a:off x="7320164" y="4835723"/>
            <a:ext cx="181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Closing: 2 of 4</a:t>
            </a:r>
          </a:p>
        </p:txBody>
      </p:sp>
    </p:spTree>
    <p:extLst>
      <p:ext uri="{BB962C8B-B14F-4D97-AF65-F5344CB8AC3E}">
        <p14:creationId xmlns:p14="http://schemas.microsoft.com/office/powerpoint/2010/main" val="33160535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36" indent="-360036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397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1146175" y="485999"/>
            <a:ext cx="6851650" cy="208575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erre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naalhaay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kaanhmaan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aashayaay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kaaththirunna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priyane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thejassode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neram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thiru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maarrvodanhanjeedume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E09B5-E893-4800-2C09-D538794564EC}"/>
              </a:ext>
            </a:extLst>
          </p:cNvPr>
          <p:cNvSpPr txBox="1"/>
          <p:nvPr/>
        </p:nvSpPr>
        <p:spPr>
          <a:xfrm>
            <a:off x="1523407" y="2743200"/>
            <a:ext cx="6097186" cy="210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Gsd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mfmbv</a:t>
            </a:r>
            <a:r>
              <a:rPr lang="en-US" sz="3200" dirty="0">
                <a:latin typeface="ML-TTKarthika" panose="04000000000000000000" pitchFamily="82" charset="0"/>
              </a:rPr>
              <a:t> Im×m³ Bi-</a:t>
            </a:r>
            <a:r>
              <a:rPr lang="en-US" sz="3200" dirty="0" err="1">
                <a:latin typeface="ML-TTKarthika" panose="04000000000000000000" pitchFamily="82" charset="0"/>
              </a:rPr>
              <a:t>bmbv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Im¯n-cp</a:t>
            </a:r>
            <a:r>
              <a:rPr lang="en-US" sz="3200" dirty="0">
                <a:latin typeface="ML-TTKarthika" panose="04000000000000000000" pitchFamily="82" charset="0"/>
              </a:rPr>
              <a:t>¶ </a:t>
            </a:r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{]</a:t>
            </a:r>
            <a:r>
              <a:rPr lang="en-US" sz="3200" dirty="0" err="1">
                <a:latin typeface="ML-TTKarthika" panose="04000000000000000000" pitchFamily="82" charset="0"/>
              </a:rPr>
              <a:t>nbs</a:t>
            </a:r>
            <a:r>
              <a:rPr lang="en-US" sz="3200" dirty="0">
                <a:latin typeface="ML-TTKarthika" panose="04000000000000000000" pitchFamily="82" charset="0"/>
              </a:rPr>
              <a:t>\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tXP-tÊmsS</a:t>
            </a:r>
            <a:r>
              <a:rPr lang="en-US" sz="3200" dirty="0">
                <a:latin typeface="ML-TTKarthika" panose="04000000000000000000" pitchFamily="82" charset="0"/>
              </a:rPr>
              <a:t> Rm³ </a:t>
            </a:r>
            <a:r>
              <a:rPr lang="en-US" sz="3200" dirty="0" err="1">
                <a:latin typeface="ML-TTKarthika" panose="04000000000000000000" pitchFamily="82" charset="0"/>
              </a:rPr>
              <a:t>ImWp</a:t>
            </a:r>
            <a:r>
              <a:rPr lang="en-US" sz="3200" dirty="0">
                <a:latin typeface="ML-TTKarthika" panose="04000000000000000000" pitchFamily="82" charset="0"/>
              </a:rPr>
              <a:t>¶ t\</a:t>
            </a:r>
            <a:r>
              <a:rPr lang="en-US" sz="3200" dirty="0" err="1">
                <a:latin typeface="ML-TTKarthika" panose="04000000000000000000" pitchFamily="82" charset="0"/>
              </a:rPr>
              <a:t>cw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Xncp</a:t>
            </a:r>
            <a:r>
              <a:rPr lang="en-US" sz="3200" dirty="0">
                <a:latin typeface="ML-TTKarthika" panose="04000000000000000000" pitchFamily="82" charset="0"/>
              </a:rPr>
              <a:t>-</a:t>
            </a:r>
            <a:r>
              <a:rPr lang="en-US" sz="3200" dirty="0" err="1">
                <a:latin typeface="ML-TTKarthika" panose="04000000000000000000" pitchFamily="82" charset="0"/>
              </a:rPr>
              <a:t>amÀtÆm</a:t>
            </a:r>
            <a:r>
              <a:rPr lang="en-US" sz="3200" dirty="0">
                <a:latin typeface="ML-TTKarthika" panose="04000000000000000000" pitchFamily="82" charset="0"/>
              </a:rPr>
              <a:t>-S-W-ªo-</a:t>
            </a:r>
            <a:r>
              <a:rPr lang="en-US" sz="3200" dirty="0" err="1">
                <a:latin typeface="ML-TTKarthika" panose="04000000000000000000" pitchFamily="82" charset="0"/>
              </a:rPr>
              <a:t>Sp</a:t>
            </a:r>
            <a:r>
              <a:rPr lang="en-US" sz="3200" dirty="0">
                <a:latin typeface="ML-TTKarthika" panose="04000000000000000000" pitchFamily="82" charset="0"/>
              </a:rPr>
              <a:t>-ta</a:t>
            </a:r>
            <a:endParaRPr lang="en-US" sz="32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AC8B4-2EEA-43E2-9E53-E9E68E4002A0}"/>
              </a:ext>
            </a:extLst>
          </p:cNvPr>
          <p:cNvSpPr txBox="1"/>
          <p:nvPr/>
        </p:nvSpPr>
        <p:spPr>
          <a:xfrm>
            <a:off x="7320164" y="4835723"/>
            <a:ext cx="181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Closing: 3 of 4</a:t>
            </a:r>
          </a:p>
        </p:txBody>
      </p:sp>
    </p:spTree>
    <p:extLst>
      <p:ext uri="{BB962C8B-B14F-4D97-AF65-F5344CB8AC3E}">
        <p14:creationId xmlns:p14="http://schemas.microsoft.com/office/powerpoint/2010/main" val="27362162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36" indent="-360036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397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281883" y="485999"/>
            <a:ext cx="8580235" cy="2085751"/>
          </a:xfrm>
          <a:prstGeom prst="rect">
            <a:avLst/>
          </a:prstGeom>
        </p:spPr>
        <p:txBody>
          <a:bodyPr wrap="square">
            <a:normAutofit fontScale="92500"/>
          </a:bodyPr>
          <a:lstStyle/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dootha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sangham-aakave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ethirelkkuvaan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sada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sannadharaay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ninneedunne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0"/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shubhra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vasthra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dhaariyaay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prriyante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munpil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halleluiah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paadidum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E09B5-E893-4800-2C09-D538794564EC}"/>
              </a:ext>
            </a:extLst>
          </p:cNvPr>
          <p:cNvSpPr txBox="1"/>
          <p:nvPr/>
        </p:nvSpPr>
        <p:spPr>
          <a:xfrm>
            <a:off x="556141" y="2587003"/>
            <a:ext cx="8023344" cy="210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 err="1">
                <a:latin typeface="ML-TTKarthika" panose="04000000000000000000" pitchFamily="82" charset="0"/>
              </a:rPr>
              <a:t>ZqX-kwLamIsh</a:t>
            </a:r>
            <a:r>
              <a:rPr lang="en-US" sz="3200" dirty="0">
                <a:latin typeface="ML-TTKarthika" panose="04000000000000000000" pitchFamily="82" charset="0"/>
              </a:rPr>
              <a:t> Fs¶ FXn-tcÂ¡p-hm³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kZm</a:t>
            </a:r>
            <a:r>
              <a:rPr lang="en-US" sz="3200" dirty="0">
                <a:latin typeface="ML-TTKarthika" panose="04000000000000000000" pitchFamily="82" charset="0"/>
              </a:rPr>
              <a:t> k¶-²-cmbv \</a:t>
            </a:r>
            <a:r>
              <a:rPr lang="en-US" sz="3200" dirty="0" err="1">
                <a:latin typeface="ML-TTKarthika" panose="04000000000000000000" pitchFamily="82" charset="0"/>
              </a:rPr>
              <a:t>n¶o-Spt</a:t>
            </a:r>
            <a:r>
              <a:rPr lang="en-US" sz="3200" dirty="0">
                <a:latin typeface="ML-TTKarthika" panose="04000000000000000000" pitchFamily="82" charset="0"/>
              </a:rPr>
              <a:t>¶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ip</a:t>
            </a:r>
            <a:r>
              <a:rPr lang="en-US" sz="3200" dirty="0">
                <a:latin typeface="ML-TTKarthika" panose="04000000000000000000" pitchFamily="82" charset="0"/>
              </a:rPr>
              <a:t>{`-</a:t>
            </a:r>
            <a:r>
              <a:rPr lang="en-US" sz="3200" dirty="0" err="1">
                <a:latin typeface="ML-TTKarthika" panose="04000000000000000000" pitchFamily="82" charset="0"/>
              </a:rPr>
              <a:t>hkv</a:t>
            </a:r>
            <a:r>
              <a:rPr lang="en-US" sz="3200" dirty="0">
                <a:latin typeface="ML-TTKarthika" panose="04000000000000000000" pitchFamily="82" charset="0"/>
              </a:rPr>
              <a:t>{X [</a:t>
            </a:r>
            <a:r>
              <a:rPr lang="en-US" sz="3200" dirty="0" err="1">
                <a:latin typeface="ML-TTKarthika" panose="04000000000000000000" pitchFamily="82" charset="0"/>
              </a:rPr>
              <a:t>mcn-bmbv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Fsâ</a:t>
            </a:r>
            <a:r>
              <a:rPr lang="en-US" sz="3200" dirty="0">
                <a:latin typeface="ML-TTKarthika" panose="04000000000000000000" pitchFamily="82" charset="0"/>
              </a:rPr>
              <a:t> {]</a:t>
            </a:r>
            <a:r>
              <a:rPr lang="en-US" sz="3200" dirty="0" err="1">
                <a:latin typeface="ML-TTKarthika" panose="04000000000000000000" pitchFamily="82" charset="0"/>
              </a:rPr>
              <a:t>nbsâ</a:t>
            </a:r>
            <a:r>
              <a:rPr lang="en-US" sz="3200" dirty="0">
                <a:latin typeface="ML-TTKarthika" panose="04000000000000000000" pitchFamily="82" charset="0"/>
              </a:rPr>
              <a:t> ap¼nÂ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lmte-eq¿m</a:t>
            </a:r>
            <a:r>
              <a:rPr lang="en-US" sz="3200" dirty="0">
                <a:latin typeface="ML-TTKarthika" panose="04000000000000000000" pitchFamily="82" charset="0"/>
              </a:rPr>
              <a:t> ]</a:t>
            </a:r>
            <a:r>
              <a:rPr lang="en-US" sz="3200" dirty="0" err="1">
                <a:latin typeface="ML-TTKarthika" panose="04000000000000000000" pitchFamily="82" charset="0"/>
              </a:rPr>
              <a:t>mSnSpw</a:t>
            </a:r>
            <a:r>
              <a:rPr lang="en-US" sz="3200" dirty="0">
                <a:latin typeface="ML-TTKarthika" panose="04000000000000000000" pitchFamily="82" charset="0"/>
              </a:rPr>
              <a:t> Rm³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AC8B4-2EEA-43E2-9E53-E9E68E4002A0}"/>
              </a:ext>
            </a:extLst>
          </p:cNvPr>
          <p:cNvSpPr txBox="1"/>
          <p:nvPr/>
        </p:nvSpPr>
        <p:spPr>
          <a:xfrm>
            <a:off x="7320164" y="4835723"/>
            <a:ext cx="1819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Closing: 4 of 4</a:t>
            </a:r>
          </a:p>
        </p:txBody>
      </p:sp>
    </p:spTree>
    <p:extLst>
      <p:ext uri="{BB962C8B-B14F-4D97-AF65-F5344CB8AC3E}">
        <p14:creationId xmlns:p14="http://schemas.microsoft.com/office/powerpoint/2010/main" val="27091570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7296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3604</Words>
  <Application>Microsoft Office PowerPoint</Application>
  <PresentationFormat>On-screen Show (16:9)</PresentationFormat>
  <Paragraphs>714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73</vt:i4>
      </vt:variant>
    </vt:vector>
  </HeadingPairs>
  <TitlesOfParts>
    <vt:vector size="85" baseType="lpstr"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Segoe UI</vt:lpstr>
      <vt:lpstr>1_Office Theme</vt:lpstr>
      <vt:lpstr>7_Office Theme</vt:lpstr>
      <vt:lpstr>2_Office Theme</vt:lpstr>
      <vt:lpstr>8_Office Theme</vt:lpstr>
      <vt:lpstr>PowerPoint Presentation</vt:lpstr>
      <vt:lpstr>Opening Hymn - parishuddhan mahonnatha… </vt:lpstr>
      <vt:lpstr>Opening Hymn - parishuddhan mahonnatha… </vt:lpstr>
      <vt:lpstr>Opening Hymn - parishuddhan mahonnatha… </vt:lpstr>
      <vt:lpstr>PowerPoint Presentation</vt:lpstr>
      <vt:lpstr>Thanksgiving Hymn – ennhi ennhi sthuthikkuvaan </vt:lpstr>
      <vt:lpstr>PowerPoint Presentation</vt:lpstr>
      <vt:lpstr>PowerPoint Presentation</vt:lpstr>
      <vt:lpstr>Offertory Hymn – 245</vt:lpstr>
      <vt:lpstr>Offertory Hymn – 245</vt:lpstr>
      <vt:lpstr>Offertory Hymn – 245</vt:lpstr>
      <vt:lpstr>Offertory Hymn – 245</vt:lpstr>
      <vt:lpstr>Offertory Hymn – 245</vt:lpstr>
      <vt:lpstr>Offertory Hymn – 245</vt:lpstr>
      <vt:lpstr>Offertory Hymn – 245</vt:lpstr>
      <vt:lpstr>PowerPoint Presentation</vt:lpstr>
      <vt:lpstr>PowerPoint Presentation</vt:lpstr>
      <vt:lpstr>Confession Hymn - 220</vt:lpstr>
      <vt:lpstr>Holy Communion</vt:lpstr>
      <vt:lpstr>Holy Communion Hymn – paapamillaathavan</vt:lpstr>
      <vt:lpstr>Holy Communion Hymn – paapamillaathavan</vt:lpstr>
      <vt:lpstr>Holy Communion Hymn – paapamillaathavan</vt:lpstr>
      <vt:lpstr>Holy Communion Hymn – paapamillaathavan</vt:lpstr>
      <vt:lpstr>Holy Communion Hymn – paapamillaathavan</vt:lpstr>
      <vt:lpstr>Holy Communion Hymn – paapamillaathavan</vt:lpstr>
      <vt:lpstr>Holy Communion Hymn – paapamillaathavan</vt:lpstr>
      <vt:lpstr>Holy Communion Hymn – paapamillaathavan</vt:lpstr>
      <vt:lpstr>Holy Communion Hymn – 146</vt:lpstr>
      <vt:lpstr>Holy Communion Hymn – 146</vt:lpstr>
      <vt:lpstr>Holy Communion Hymn – 146</vt:lpstr>
      <vt:lpstr>Holy Communion Hymn – 146</vt:lpstr>
      <vt:lpstr>Holy Communion Hymn – 146</vt:lpstr>
      <vt:lpstr>Holy Communion Hymn – 146</vt:lpstr>
      <vt:lpstr>Holy Communion – 144</vt:lpstr>
      <vt:lpstr>Holy Communion – 144</vt:lpstr>
      <vt:lpstr>Holy Communion – 144</vt:lpstr>
      <vt:lpstr>Holy Communion – 144</vt:lpstr>
      <vt:lpstr>Holy Communion – 144</vt:lpstr>
      <vt:lpstr>Holy Communion – 144</vt:lpstr>
      <vt:lpstr>Holy Communion – 144</vt:lpstr>
      <vt:lpstr>Holy Communion Hymn – nee maathram mathi</vt:lpstr>
      <vt:lpstr>Holy Communion – nee maathram mathi</vt:lpstr>
      <vt:lpstr>Holy Communion – nee maathram mathi</vt:lpstr>
      <vt:lpstr>Holy Communion – nee maathram mathi</vt:lpstr>
      <vt:lpstr>Holy Communion – nee maathram mathi</vt:lpstr>
      <vt:lpstr>Holy Communion Hymn - 176</vt:lpstr>
      <vt:lpstr>Holy Communion Hymn – 176</vt:lpstr>
      <vt:lpstr>Holy Communion Hymn – 176</vt:lpstr>
      <vt:lpstr>Holy Communion Hymn – 176</vt:lpstr>
      <vt:lpstr>Holy Communion Hymn – 176</vt:lpstr>
      <vt:lpstr>Holy Communion Hymn – 176</vt:lpstr>
      <vt:lpstr>Holy Communion Hymn – 176</vt:lpstr>
      <vt:lpstr>Holy Communion Hymn – 176</vt:lpstr>
      <vt:lpstr>Holy Communion Hymn – 176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 Hymn – 353</vt:lpstr>
      <vt:lpstr>Holy Communion</vt:lpstr>
      <vt:lpstr>PowerPoint Presentation</vt:lpstr>
      <vt:lpstr>Closing Hymn – 397</vt:lpstr>
      <vt:lpstr>Closing Hymn – 397</vt:lpstr>
      <vt:lpstr>Closing Hymn – 397</vt:lpstr>
      <vt:lpstr>Closing Hymn – 397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George Stephen, Reuben</cp:lastModifiedBy>
  <cp:revision>1606</cp:revision>
  <dcterms:created xsi:type="dcterms:W3CDTF">2020-09-02T02:55:07Z</dcterms:created>
  <dcterms:modified xsi:type="dcterms:W3CDTF">2024-08-31T08:02:44Z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