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88" r:id="rId2"/>
    <p:sldMasterId id="2147483914" r:id="rId3"/>
    <p:sldMasterId id="2147483928" r:id="rId4"/>
  </p:sldMasterIdLst>
  <p:notesMasterIdLst>
    <p:notesMasterId r:id="rId92"/>
  </p:notesMasterIdLst>
  <p:sldIdLst>
    <p:sldId id="511" r:id="rId5"/>
    <p:sldId id="1468" r:id="rId6"/>
    <p:sldId id="1780" r:id="rId7"/>
    <p:sldId id="1781" r:id="rId8"/>
    <p:sldId id="1782" r:id="rId9"/>
    <p:sldId id="1783" r:id="rId10"/>
    <p:sldId id="1832" r:id="rId11"/>
    <p:sldId id="952" r:id="rId12"/>
    <p:sldId id="1543" r:id="rId13"/>
    <p:sldId id="1538" r:id="rId14"/>
    <p:sldId id="439" r:id="rId15"/>
    <p:sldId id="1545" r:id="rId16"/>
    <p:sldId id="1728" r:id="rId17"/>
    <p:sldId id="1729" r:id="rId18"/>
    <p:sldId id="1785" r:id="rId19"/>
    <p:sldId id="1730" r:id="rId20"/>
    <p:sldId id="1786" r:id="rId21"/>
    <p:sldId id="1731" r:id="rId22"/>
    <p:sldId id="1787" r:id="rId23"/>
    <p:sldId id="1175" r:id="rId24"/>
    <p:sldId id="1539" r:id="rId25"/>
    <p:sldId id="1613" r:id="rId26"/>
    <p:sldId id="1473" r:id="rId27"/>
    <p:sldId id="1472" r:id="rId28"/>
    <p:sldId id="1725" r:id="rId29"/>
    <p:sldId id="1726" r:id="rId30"/>
    <p:sldId id="1727" r:id="rId31"/>
    <p:sldId id="1833" r:id="rId32"/>
    <p:sldId id="1788" r:id="rId33"/>
    <p:sldId id="1624" r:id="rId34"/>
    <p:sldId id="1567" r:id="rId35"/>
    <p:sldId id="1734" r:id="rId36"/>
    <p:sldId id="1789" r:id="rId37"/>
    <p:sldId id="1790" r:id="rId38"/>
    <p:sldId id="1791" r:id="rId39"/>
    <p:sldId id="1792" r:id="rId40"/>
    <p:sldId id="1793" r:id="rId41"/>
    <p:sldId id="1794" r:id="rId42"/>
    <p:sldId id="1795" r:id="rId43"/>
    <p:sldId id="1517" r:id="rId44"/>
    <p:sldId id="1510" r:id="rId45"/>
    <p:sldId id="1796" r:id="rId46"/>
    <p:sldId id="1797" r:id="rId47"/>
    <p:sldId id="1798" r:id="rId48"/>
    <p:sldId id="1799" r:id="rId49"/>
    <p:sldId id="1644" r:id="rId50"/>
    <p:sldId id="1645" r:id="rId51"/>
    <p:sldId id="1800" r:id="rId52"/>
    <p:sldId id="1801" r:id="rId53"/>
    <p:sldId id="1802" r:id="rId54"/>
    <p:sldId id="1803" r:id="rId55"/>
    <p:sldId id="1804" r:id="rId56"/>
    <p:sldId id="1758" r:id="rId57"/>
    <p:sldId id="1689" r:id="rId58"/>
    <p:sldId id="1805" r:id="rId59"/>
    <p:sldId id="1806" r:id="rId60"/>
    <p:sldId id="1807" r:id="rId61"/>
    <p:sldId id="1808" r:id="rId62"/>
    <p:sldId id="1697" r:id="rId63"/>
    <p:sldId id="1766" r:id="rId64"/>
    <p:sldId id="1809" r:id="rId65"/>
    <p:sldId id="1810" r:id="rId66"/>
    <p:sldId id="1811" r:id="rId67"/>
    <p:sldId id="1812" r:id="rId68"/>
    <p:sldId id="1813" r:id="rId69"/>
    <p:sldId id="1814" r:id="rId70"/>
    <p:sldId id="1815" r:id="rId71"/>
    <p:sldId id="1816" r:id="rId72"/>
    <p:sldId id="1817" r:id="rId73"/>
    <p:sldId id="1818" r:id="rId74"/>
    <p:sldId id="1819" r:id="rId75"/>
    <p:sldId id="1820" r:id="rId76"/>
    <p:sldId id="1821" r:id="rId77"/>
    <p:sldId id="1824" r:id="rId78"/>
    <p:sldId id="1822" r:id="rId79"/>
    <p:sldId id="1823" r:id="rId80"/>
    <p:sldId id="1825" r:id="rId81"/>
    <p:sldId id="1826" r:id="rId82"/>
    <p:sldId id="1827" r:id="rId83"/>
    <p:sldId id="1828" r:id="rId84"/>
    <p:sldId id="1829" r:id="rId85"/>
    <p:sldId id="1830" r:id="rId86"/>
    <p:sldId id="1831" r:id="rId87"/>
    <p:sldId id="1649" r:id="rId88"/>
    <p:sldId id="1444" r:id="rId89"/>
    <p:sldId id="1474" r:id="rId90"/>
    <p:sldId id="1426" r:id="rId91"/>
  </p:sldIdLst>
  <p:sldSz cx="9144000" cy="5143500" type="screen16x9"/>
  <p:notesSz cx="6858000" cy="9144000"/>
  <p:custDataLst>
    <p:tags r:id="rId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F33"/>
    <a:srgbClr val="172B22"/>
    <a:srgbClr val="EBE8E0"/>
    <a:srgbClr val="D1CDC4"/>
    <a:srgbClr val="A78B86"/>
    <a:srgbClr val="FFD9C8"/>
    <a:srgbClr val="C09C6F"/>
    <a:srgbClr val="AACDE2"/>
    <a:srgbClr val="7E5F7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28F467-2CA0-61E8-4060-1DDB7865E457}" v="1" dt="2025-04-19T02:10:53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commentAuthors" Target="commentAuthors.xml"/><Relationship Id="rId99" Type="http://schemas.microsoft.com/office/2016/11/relationships/changesInfo" Target="changesInfos/changesInfo1.xml"/><Relationship Id="rId101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tags" Target="tags/tag1.xml"/><Relationship Id="rId98" Type="http://schemas.openxmlformats.org/officeDocument/2006/relationships/tableStyles" Target="tableStyles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Windows Live" clId="Web-{3028F467-2CA0-61E8-4060-1DDB7865E457}"/>
    <pc:docChg chg="addSld">
      <pc:chgData name="Sini Mathew" userId="3875fe58a975fc01" providerId="Windows Live" clId="Web-{3028F467-2CA0-61E8-4060-1DDB7865E457}" dt="2025-04-19T02:10:53.237" v="0"/>
      <pc:docMkLst>
        <pc:docMk/>
      </pc:docMkLst>
      <pc:sldChg chg="add replId">
        <pc:chgData name="Sini Mathew" userId="3875fe58a975fc01" providerId="Windows Live" clId="Web-{3028F467-2CA0-61E8-4060-1DDB7865E457}" dt="2025-04-19T02:10:53.237" v="0"/>
        <pc:sldMkLst>
          <pc:docMk/>
          <pc:sldMk cId="1519834035" sldId="1833"/>
        </pc:sldMkLst>
      </pc:sldChg>
    </pc:docChg>
  </pc:docChgLst>
  <pc:docChgLst>
    <pc:chgData name="George Stephen, Reuben" userId="f36fcdba-2387-45bd-94a7-0c45a8a9ccec" providerId="ADAL" clId="{BC99568D-E332-4972-9E17-1E2363425709}"/>
    <pc:docChg chg="undo redo custSel addSld delSld modSld delMainMaster">
      <pc:chgData name="George Stephen, Reuben" userId="f36fcdba-2387-45bd-94a7-0c45a8a9ccec" providerId="ADAL" clId="{BC99568D-E332-4972-9E17-1E2363425709}" dt="2024-05-04T05:26:38.368" v="6750" actId="14100"/>
      <pc:docMkLst>
        <pc:docMk/>
      </pc:docMkLst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2560202219" sldId="270"/>
        </pc:sldMkLst>
      </pc:sldChg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3060572595" sldId="271"/>
        </pc:sldMkLst>
      </pc:sldChg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3133924032" sldId="272"/>
        </pc:sldMkLst>
      </pc:sldChg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3249566972" sldId="273"/>
        </pc:sldMkLst>
      </pc:sldChg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4038460277" sldId="274"/>
        </pc:sldMkLst>
      </pc:sldChg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2986161238" sldId="275"/>
        </pc:sldMkLst>
      </pc:sldChg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294388962" sldId="277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2008711156" sldId="436"/>
        </pc:sldMkLst>
      </pc:sldChg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1394757028" sldId="438"/>
        </pc:sldMkLst>
      </pc:sldChg>
      <pc:sldChg chg="modSp mod">
        <pc:chgData name="George Stephen, Reuben" userId="f36fcdba-2387-45bd-94a7-0c45a8a9ccec" providerId="ADAL" clId="{BC99568D-E332-4972-9E17-1E2363425709}" dt="2024-05-03T22:44:38.753" v="1538" actId="20577"/>
        <pc:sldMkLst>
          <pc:docMk/>
          <pc:sldMk cId="3749989706" sldId="439"/>
        </pc:sldMkLst>
        <pc:spChg chg="mod">
          <ac:chgData name="George Stephen, Reuben" userId="f36fcdba-2387-45bd-94a7-0c45a8a9ccec" providerId="ADAL" clId="{BC99568D-E332-4972-9E17-1E2363425709}" dt="2024-05-03T22:44:38.753" v="1538" actId="20577"/>
          <ac:spMkLst>
            <pc:docMk/>
            <pc:sldMk cId="3749989706" sldId="439"/>
            <ac:spMk id="4" creationId="{24B59398-515B-40E4-9922-357DB2AB5477}"/>
          </ac:spMkLst>
        </pc:spChg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3531029098" sldId="464"/>
        </pc:sldMkLst>
      </pc:sldChg>
      <pc:sldChg chg="del">
        <pc:chgData name="George Stephen, Reuben" userId="f36fcdba-2387-45bd-94a7-0c45a8a9ccec" providerId="ADAL" clId="{BC99568D-E332-4972-9E17-1E2363425709}" dt="2024-05-03T22:24:14.910" v="635" actId="47"/>
        <pc:sldMkLst>
          <pc:docMk/>
          <pc:sldMk cId="1182298880" sldId="472"/>
        </pc:sldMkLst>
      </pc:sldChg>
      <pc:sldChg chg="modSp mod">
        <pc:chgData name="George Stephen, Reuben" userId="f36fcdba-2387-45bd-94a7-0c45a8a9ccec" providerId="ADAL" clId="{BC99568D-E332-4972-9E17-1E2363425709}" dt="2024-05-03T22:17:35.945" v="293" actId="20577"/>
        <pc:sldMkLst>
          <pc:docMk/>
          <pc:sldMk cId="2329691217" sldId="511"/>
        </pc:sldMkLst>
        <pc:spChg chg="mod">
          <ac:chgData name="George Stephen, Reuben" userId="f36fcdba-2387-45bd-94a7-0c45a8a9ccec" providerId="ADAL" clId="{BC99568D-E332-4972-9E17-1E2363425709}" dt="2024-05-03T22:17:35.945" v="293" actId="20577"/>
          <ac:spMkLst>
            <pc:docMk/>
            <pc:sldMk cId="2329691217" sldId="511"/>
            <ac:spMk id="2" creationId="{A310C7A2-B140-7C31-BCBA-76CAF5F59BEF}"/>
          </ac:spMkLst>
        </pc:spChg>
      </pc:sldChg>
      <pc:sldChg chg="del">
        <pc:chgData name="George Stephen, Reuben" userId="f36fcdba-2387-45bd-94a7-0c45a8a9ccec" providerId="ADAL" clId="{BC99568D-E332-4972-9E17-1E2363425709}" dt="2024-05-03T22:02:24.409" v="1" actId="47"/>
        <pc:sldMkLst>
          <pc:docMk/>
          <pc:sldMk cId="2432101514" sldId="622"/>
        </pc:sldMkLst>
      </pc:sldChg>
      <pc:sldChg chg="del">
        <pc:chgData name="George Stephen, Reuben" userId="f36fcdba-2387-45bd-94a7-0c45a8a9ccec" providerId="ADAL" clId="{BC99568D-E332-4972-9E17-1E2363425709}" dt="2024-05-03T22:44:54.851" v="1539" actId="47"/>
        <pc:sldMkLst>
          <pc:docMk/>
          <pc:sldMk cId="2078510117" sldId="633"/>
        </pc:sldMkLst>
      </pc:sldChg>
      <pc:sldChg chg="modSp mod">
        <pc:chgData name="George Stephen, Reuben" userId="f36fcdba-2387-45bd-94a7-0c45a8a9ccec" providerId="ADAL" clId="{BC99568D-E332-4972-9E17-1E2363425709}" dt="2024-05-03T22:30:49.477" v="811" actId="5793"/>
        <pc:sldMkLst>
          <pc:docMk/>
          <pc:sldMk cId="347759732" sldId="952"/>
        </pc:sldMkLst>
        <pc:spChg chg="mod">
          <ac:chgData name="George Stephen, Reuben" userId="f36fcdba-2387-45bd-94a7-0c45a8a9ccec" providerId="ADAL" clId="{BC99568D-E332-4972-9E17-1E2363425709}" dt="2024-05-03T22:30:49.477" v="811" actId="5793"/>
          <ac:spMkLst>
            <pc:docMk/>
            <pc:sldMk cId="347759732" sldId="952"/>
            <ac:spMk id="3" creationId="{6DD02174-DEBC-400F-A4DF-B2DD71DE45B9}"/>
          </ac:spMkLst>
        </pc:spChg>
      </pc:sldChg>
      <pc:sldChg chg="del">
        <pc:chgData name="George Stephen, Reuben" userId="f36fcdba-2387-45bd-94a7-0c45a8a9ccec" providerId="ADAL" clId="{BC99568D-E332-4972-9E17-1E2363425709}" dt="2024-05-03T22:02:24.409" v="1" actId="47"/>
        <pc:sldMkLst>
          <pc:docMk/>
          <pc:sldMk cId="2778160702" sldId="1021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2393793313" sldId="1255"/>
        </pc:sldMkLst>
      </pc:sldChg>
      <pc:sldChg chg="del">
        <pc:chgData name="George Stephen, Reuben" userId="f36fcdba-2387-45bd-94a7-0c45a8a9ccec" providerId="ADAL" clId="{BC99568D-E332-4972-9E17-1E2363425709}" dt="2024-05-03T22:24:14.910" v="635" actId="47"/>
        <pc:sldMkLst>
          <pc:docMk/>
          <pc:sldMk cId="1808508771" sldId="1256"/>
        </pc:sldMkLst>
      </pc:sldChg>
      <pc:sldChg chg="del">
        <pc:chgData name="George Stephen, Reuben" userId="f36fcdba-2387-45bd-94a7-0c45a8a9ccec" providerId="ADAL" clId="{BC99568D-E332-4972-9E17-1E2363425709}" dt="2024-05-03T22:02:26.989" v="2" actId="47"/>
        <pc:sldMkLst>
          <pc:docMk/>
          <pc:sldMk cId="2878626743" sldId="1364"/>
        </pc:sldMkLst>
      </pc:sldChg>
      <pc:sldChg chg="del">
        <pc:chgData name="George Stephen, Reuben" userId="f36fcdba-2387-45bd-94a7-0c45a8a9ccec" providerId="ADAL" clId="{BC99568D-E332-4972-9E17-1E2363425709}" dt="2024-05-03T22:02:15.649" v="0" actId="47"/>
        <pc:sldMkLst>
          <pc:docMk/>
          <pc:sldMk cId="3984535032" sldId="1365"/>
        </pc:sldMkLst>
      </pc:sldChg>
      <pc:sldChg chg="del">
        <pc:chgData name="George Stephen, Reuben" userId="f36fcdba-2387-45bd-94a7-0c45a8a9ccec" providerId="ADAL" clId="{BC99568D-E332-4972-9E17-1E2363425709}" dt="2024-05-03T22:02:15.649" v="0" actId="47"/>
        <pc:sldMkLst>
          <pc:docMk/>
          <pc:sldMk cId="377358574" sldId="1366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2136664324" sldId="1408"/>
        </pc:sldMkLst>
      </pc:sldChg>
      <pc:sldChg chg="del">
        <pc:chgData name="George Stephen, Reuben" userId="f36fcdba-2387-45bd-94a7-0c45a8a9ccec" providerId="ADAL" clId="{BC99568D-E332-4972-9E17-1E2363425709}" dt="2024-05-03T22:24:14.910" v="635" actId="47"/>
        <pc:sldMkLst>
          <pc:docMk/>
          <pc:sldMk cId="3773285538" sldId="1409"/>
        </pc:sldMkLst>
      </pc:sldChg>
      <pc:sldChg chg="del">
        <pc:chgData name="George Stephen, Reuben" userId="f36fcdba-2387-45bd-94a7-0c45a8a9ccec" providerId="ADAL" clId="{BC99568D-E332-4972-9E17-1E2363425709}" dt="2024-05-03T22:24:14.910" v="635" actId="47"/>
        <pc:sldMkLst>
          <pc:docMk/>
          <pc:sldMk cId="2102640779" sldId="1410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2325999763" sldId="1420"/>
        </pc:sldMkLst>
      </pc:sldChg>
      <pc:sldChg chg="del">
        <pc:chgData name="George Stephen, Reuben" userId="f36fcdba-2387-45bd-94a7-0c45a8a9ccec" providerId="ADAL" clId="{BC99568D-E332-4972-9E17-1E2363425709}" dt="2024-05-03T22:24:14.910" v="635" actId="47"/>
        <pc:sldMkLst>
          <pc:docMk/>
          <pc:sldMk cId="3638903434" sldId="1421"/>
        </pc:sldMkLst>
      </pc:sldChg>
      <pc:sldChg chg="del">
        <pc:chgData name="George Stephen, Reuben" userId="f36fcdba-2387-45bd-94a7-0c45a8a9ccec" providerId="ADAL" clId="{BC99568D-E332-4972-9E17-1E2363425709}" dt="2024-05-03T22:24:14.910" v="635" actId="47"/>
        <pc:sldMkLst>
          <pc:docMk/>
          <pc:sldMk cId="1376329530" sldId="1422"/>
        </pc:sldMkLst>
      </pc:sldChg>
      <pc:sldChg chg="del">
        <pc:chgData name="George Stephen, Reuben" userId="f36fcdba-2387-45bd-94a7-0c45a8a9ccec" providerId="ADAL" clId="{BC99568D-E332-4972-9E17-1E2363425709}" dt="2024-05-03T22:49:58.201" v="1606" actId="47"/>
        <pc:sldMkLst>
          <pc:docMk/>
          <pc:sldMk cId="4157747789" sldId="1424"/>
        </pc:sldMkLst>
      </pc:sldChg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4081825936" sldId="1425"/>
        </pc:sldMkLst>
      </pc:sldChg>
      <pc:sldChg chg="modSp mod">
        <pc:chgData name="George Stephen, Reuben" userId="f36fcdba-2387-45bd-94a7-0c45a8a9ccec" providerId="ADAL" clId="{BC99568D-E332-4972-9E17-1E2363425709}" dt="2024-05-04T02:35:20.203" v="6570" actId="20577"/>
        <pc:sldMkLst>
          <pc:docMk/>
          <pc:sldMk cId="2646698185" sldId="1444"/>
        </pc:sldMkLst>
        <pc:spChg chg="mod">
          <ac:chgData name="George Stephen, Reuben" userId="f36fcdba-2387-45bd-94a7-0c45a8a9ccec" providerId="ADAL" clId="{BC99568D-E332-4972-9E17-1E2363425709}" dt="2024-05-04T02:35:20.203" v="6570" actId="20577"/>
          <ac:spMkLst>
            <pc:docMk/>
            <pc:sldMk cId="2646698185" sldId="1444"/>
            <ac:spMk id="12" creationId="{A03D52CF-E261-624A-BC5A-964DA31E576D}"/>
          </ac:spMkLst>
        </pc:spChg>
      </pc:sldChg>
      <pc:sldChg chg="addSp delSp modSp mod">
        <pc:chgData name="George Stephen, Reuben" userId="f36fcdba-2387-45bd-94a7-0c45a8a9ccec" providerId="ADAL" clId="{BC99568D-E332-4972-9E17-1E2363425709}" dt="2024-05-03T22:23:43.653" v="633" actId="20577"/>
        <pc:sldMkLst>
          <pc:docMk/>
          <pc:sldMk cId="3287452963" sldId="1468"/>
        </pc:sldMkLst>
        <pc:spChg chg="mod">
          <ac:chgData name="George Stephen, Reuben" userId="f36fcdba-2387-45bd-94a7-0c45a8a9ccec" providerId="ADAL" clId="{BC99568D-E332-4972-9E17-1E2363425709}" dt="2024-05-03T22:17:31.235" v="291" actId="20577"/>
          <ac:spMkLst>
            <pc:docMk/>
            <pc:sldMk cId="3287452963" sldId="1468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BC99568D-E332-4972-9E17-1E2363425709}" dt="2024-05-03T22:10:43.514" v="152" actId="20577"/>
          <ac:spMkLst>
            <pc:docMk/>
            <pc:sldMk cId="3287452963" sldId="1468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BC99568D-E332-4972-9E17-1E2363425709}" dt="2024-05-03T22:23:43.653" v="633" actId="20577"/>
          <ac:spMkLst>
            <pc:docMk/>
            <pc:sldMk cId="3287452963" sldId="146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BC99568D-E332-4972-9E17-1E2363425709}" dt="2024-05-03T22:11:43.962" v="167" actId="1076"/>
          <ac:spMkLst>
            <pc:docMk/>
            <pc:sldMk cId="3287452963" sldId="1468"/>
            <ac:spMk id="7" creationId="{094E9A69-B612-35E4-DEEF-5092DA0A0A97}"/>
          </ac:spMkLst>
        </pc:spChg>
        <pc:spChg chg="mod topLvl">
          <ac:chgData name="George Stephen, Reuben" userId="f36fcdba-2387-45bd-94a7-0c45a8a9ccec" providerId="ADAL" clId="{BC99568D-E332-4972-9E17-1E2363425709}" dt="2024-05-03T22:11:53.611" v="169" actId="164"/>
          <ac:spMkLst>
            <pc:docMk/>
            <pc:sldMk cId="3287452963" sldId="1468"/>
            <ac:spMk id="8" creationId="{F4028514-22FF-AC67-ABCB-7B011C4A7285}"/>
          </ac:spMkLst>
        </pc:spChg>
        <pc:spChg chg="mod topLvl">
          <ac:chgData name="George Stephen, Reuben" userId="f36fcdba-2387-45bd-94a7-0c45a8a9ccec" providerId="ADAL" clId="{BC99568D-E332-4972-9E17-1E2363425709}" dt="2024-05-03T22:11:53.611" v="169" actId="164"/>
          <ac:spMkLst>
            <pc:docMk/>
            <pc:sldMk cId="3287452963" sldId="1468"/>
            <ac:spMk id="9" creationId="{E8F2EEEC-CED3-8367-6316-4BAC2C0150F2}"/>
          </ac:spMkLst>
        </pc:spChg>
        <pc:spChg chg="mod">
          <ac:chgData name="George Stephen, Reuben" userId="f36fcdba-2387-45bd-94a7-0c45a8a9ccec" providerId="ADAL" clId="{BC99568D-E332-4972-9E17-1E2363425709}" dt="2024-05-03T22:11:55.370" v="170"/>
          <ac:spMkLst>
            <pc:docMk/>
            <pc:sldMk cId="3287452963" sldId="1468"/>
            <ac:spMk id="12" creationId="{B215128A-AEB8-0251-D75D-B2ED4D1A3870}"/>
          </ac:spMkLst>
        </pc:spChg>
        <pc:spChg chg="mod">
          <ac:chgData name="George Stephen, Reuben" userId="f36fcdba-2387-45bd-94a7-0c45a8a9ccec" providerId="ADAL" clId="{BC99568D-E332-4972-9E17-1E2363425709}" dt="2024-05-03T22:11:55.370" v="170"/>
          <ac:spMkLst>
            <pc:docMk/>
            <pc:sldMk cId="3287452963" sldId="1468"/>
            <ac:spMk id="13" creationId="{734EC1C1-6717-2BBF-6801-07BC51C453AB}"/>
          </ac:spMkLst>
        </pc:spChg>
        <pc:grpChg chg="add del mod">
          <ac:chgData name="George Stephen, Reuben" userId="f36fcdba-2387-45bd-94a7-0c45a8a9ccec" providerId="ADAL" clId="{BC99568D-E332-4972-9E17-1E2363425709}" dt="2024-05-03T22:11:13.399" v="159" actId="165"/>
          <ac:grpSpMkLst>
            <pc:docMk/>
            <pc:sldMk cId="3287452963" sldId="1468"/>
            <ac:grpSpMk id="5" creationId="{76E1A801-4647-3DDB-318E-AB1938210B90}"/>
          </ac:grpSpMkLst>
        </pc:grpChg>
        <pc:grpChg chg="add mod">
          <ac:chgData name="George Stephen, Reuben" userId="f36fcdba-2387-45bd-94a7-0c45a8a9ccec" providerId="ADAL" clId="{BC99568D-E332-4972-9E17-1E2363425709}" dt="2024-05-03T22:11:53.611" v="169" actId="164"/>
          <ac:grpSpMkLst>
            <pc:docMk/>
            <pc:sldMk cId="3287452963" sldId="1468"/>
            <ac:grpSpMk id="10" creationId="{35AEBBFD-FB21-71B8-8F48-14CBD6778FF3}"/>
          </ac:grpSpMkLst>
        </pc:grpChg>
        <pc:grpChg chg="add mod">
          <ac:chgData name="George Stephen, Reuben" userId="f36fcdba-2387-45bd-94a7-0c45a8a9ccec" providerId="ADAL" clId="{BC99568D-E332-4972-9E17-1E2363425709}" dt="2024-05-03T22:12:08.287" v="171" actId="1076"/>
          <ac:grpSpMkLst>
            <pc:docMk/>
            <pc:sldMk cId="3287452963" sldId="1468"/>
            <ac:grpSpMk id="11" creationId="{8894E9EC-F971-47D9-E070-90F3FDD331DD}"/>
          </ac:grpSpMkLst>
        </pc:grpChg>
      </pc:sldChg>
      <pc:sldChg chg="modSp mod">
        <pc:chgData name="George Stephen, Reuben" userId="f36fcdba-2387-45bd-94a7-0c45a8a9ccec" providerId="ADAL" clId="{BC99568D-E332-4972-9E17-1E2363425709}" dt="2024-05-04T02:45:32.055" v="6733" actId="20577"/>
        <pc:sldMkLst>
          <pc:docMk/>
          <pc:sldMk cId="1584923939" sldId="1472"/>
        </pc:sldMkLst>
        <pc:spChg chg="mod">
          <ac:chgData name="George Stephen, Reuben" userId="f36fcdba-2387-45bd-94a7-0c45a8a9ccec" providerId="ADAL" clId="{BC99568D-E332-4972-9E17-1E2363425709}" dt="2024-05-03T22:51:15.207" v="1612" actId="20577"/>
          <ac:spMkLst>
            <pc:docMk/>
            <pc:sldMk cId="1584923939" sldId="1472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4T02:45:32.055" v="6733" actId="20577"/>
          <ac:spMkLst>
            <pc:docMk/>
            <pc:sldMk cId="1584923939" sldId="1472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BC99568D-E332-4972-9E17-1E2363425709}" dt="2024-05-04T02:44:59.540" v="6731" actId="12788"/>
          <ac:spMkLst>
            <pc:docMk/>
            <pc:sldMk cId="1584923939" sldId="1472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39:36.913" v="2632" actId="20577"/>
          <ac:spMkLst>
            <pc:docMk/>
            <pc:sldMk cId="1584923939" sldId="1472"/>
            <ac:spMk id="13" creationId="{007BB913-9B65-46EC-B661-42A703EE22EC}"/>
          </ac:spMkLst>
        </pc:spChg>
      </pc:sldChg>
      <pc:sldChg chg="modSp mod">
        <pc:chgData name="George Stephen, Reuben" userId="f36fcdba-2387-45bd-94a7-0c45a8a9ccec" providerId="ADAL" clId="{BC99568D-E332-4972-9E17-1E2363425709}" dt="2024-05-03T22:51:08.974" v="1609" actId="20577"/>
        <pc:sldMkLst>
          <pc:docMk/>
          <pc:sldMk cId="1337391288" sldId="1473"/>
        </pc:sldMkLst>
        <pc:spChg chg="mod">
          <ac:chgData name="George Stephen, Reuben" userId="f36fcdba-2387-45bd-94a7-0c45a8a9ccec" providerId="ADAL" clId="{BC99568D-E332-4972-9E17-1E2363425709}" dt="2024-05-03T22:51:08.974" v="1609" actId="20577"/>
          <ac:spMkLst>
            <pc:docMk/>
            <pc:sldMk cId="1337391288" sldId="1473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BC99568D-E332-4972-9E17-1E2363425709}" dt="2024-05-04T02:37:04.268" v="6685" actId="12788"/>
        <pc:sldMkLst>
          <pc:docMk/>
          <pc:sldMk cId="2256598713" sldId="1474"/>
        </pc:sldMkLst>
        <pc:spChg chg="mod">
          <ac:chgData name="George Stephen, Reuben" userId="f36fcdba-2387-45bd-94a7-0c45a8a9ccec" providerId="ADAL" clId="{BC99568D-E332-4972-9E17-1E2363425709}" dt="2024-05-04T02:35:24.273" v="6573" actId="20577"/>
          <ac:spMkLst>
            <pc:docMk/>
            <pc:sldMk cId="2256598713" sldId="1474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BC99568D-E332-4972-9E17-1E2363425709}" dt="2024-05-04T02:37:04.268" v="6685" actId="12788"/>
          <ac:spMkLst>
            <pc:docMk/>
            <pc:sldMk cId="2256598713" sldId="1474"/>
            <ac:spMk id="3" creationId="{3DD7E497-16E3-4D0B-D67F-B0783CD0DB3A}"/>
          </ac:spMkLst>
        </pc:spChg>
        <pc:spChg chg="mod">
          <ac:chgData name="George Stephen, Reuben" userId="f36fcdba-2387-45bd-94a7-0c45a8a9ccec" providerId="ADAL" clId="{BC99568D-E332-4972-9E17-1E2363425709}" dt="2024-05-04T02:36:44.095" v="6682" actId="12788"/>
          <ac:spMkLst>
            <pc:docMk/>
            <pc:sldMk cId="2256598713" sldId="1474"/>
            <ac:spMk id="5" creationId="{112E09B5-E893-4800-2C09-D538794564EC}"/>
          </ac:spMkLst>
        </pc:spChg>
      </pc:sldChg>
      <pc:sldChg chg="modSp mod">
        <pc:chgData name="George Stephen, Reuben" userId="f36fcdba-2387-45bd-94a7-0c45a8a9ccec" providerId="ADAL" clId="{BC99568D-E332-4972-9E17-1E2363425709}" dt="2024-05-04T00:12:59.825" v="3883" actId="20577"/>
        <pc:sldMkLst>
          <pc:docMk/>
          <pc:sldMk cId="2146797636" sldId="1510"/>
        </pc:sldMkLst>
        <pc:spChg chg="mod">
          <ac:chgData name="George Stephen, Reuben" userId="f36fcdba-2387-45bd-94a7-0c45a8a9ccec" providerId="ADAL" clId="{BC99568D-E332-4972-9E17-1E2363425709}" dt="2024-05-03T23:58:23.547" v="3641" actId="20577"/>
          <ac:spMkLst>
            <pc:docMk/>
            <pc:sldMk cId="2146797636" sldId="1510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4T00:12:06.706" v="3873" actId="12788"/>
          <ac:spMkLst>
            <pc:docMk/>
            <pc:sldMk cId="2146797636" sldId="1510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BC99568D-E332-4972-9E17-1E2363425709}" dt="2024-05-04T00:11:37.883" v="3867" actId="12788"/>
          <ac:spMkLst>
            <pc:docMk/>
            <pc:sldMk cId="2146797636" sldId="1510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4T00:12:59.825" v="3883" actId="20577"/>
          <ac:spMkLst>
            <pc:docMk/>
            <pc:sldMk cId="2146797636" sldId="1510"/>
            <ac:spMk id="13" creationId="{007BB913-9B65-46EC-B661-42A703EE22EC}"/>
          </ac:spMkLst>
        </pc:spChg>
      </pc:sldChg>
      <pc:sldChg chg="modSp mod">
        <pc:chgData name="George Stephen, Reuben" userId="f36fcdba-2387-45bd-94a7-0c45a8a9ccec" providerId="ADAL" clId="{BC99568D-E332-4972-9E17-1E2363425709}" dt="2024-05-03T23:58:18.419" v="3638" actId="20577"/>
        <pc:sldMkLst>
          <pc:docMk/>
          <pc:sldMk cId="260328523" sldId="1517"/>
        </pc:sldMkLst>
        <pc:spChg chg="mod">
          <ac:chgData name="George Stephen, Reuben" userId="f36fcdba-2387-45bd-94a7-0c45a8a9ccec" providerId="ADAL" clId="{BC99568D-E332-4972-9E17-1E2363425709}" dt="2024-05-03T23:58:18.419" v="3638" actId="20577"/>
          <ac:spMkLst>
            <pc:docMk/>
            <pc:sldMk cId="260328523" sldId="1517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BC99568D-E332-4972-9E17-1E2363425709}" dt="2024-05-03T22:44:58.950" v="1549" actId="20577"/>
        <pc:sldMkLst>
          <pc:docMk/>
          <pc:sldMk cId="290555766" sldId="1539"/>
        </pc:sldMkLst>
        <pc:spChg chg="mod">
          <ac:chgData name="George Stephen, Reuben" userId="f36fcdba-2387-45bd-94a7-0c45a8a9ccec" providerId="ADAL" clId="{BC99568D-E332-4972-9E17-1E2363425709}" dt="2024-05-03T22:44:58.950" v="1549" actId="20577"/>
          <ac:spMkLst>
            <pc:docMk/>
            <pc:sldMk cId="290555766" sldId="1539"/>
            <ac:spMk id="3" creationId="{53CFF2E4-6CD7-C54A-96A9-EDD25A5854ED}"/>
          </ac:spMkLst>
        </pc:spChg>
      </pc:sldChg>
      <pc:sldChg chg="modSp mod">
        <pc:chgData name="George Stephen, Reuben" userId="f36fcdba-2387-45bd-94a7-0c45a8a9ccec" providerId="ADAL" clId="{BC99568D-E332-4972-9E17-1E2363425709}" dt="2024-05-03T22:31:00.397" v="827" actId="20577"/>
        <pc:sldMkLst>
          <pc:docMk/>
          <pc:sldMk cId="1738488628" sldId="1543"/>
        </pc:sldMkLst>
        <pc:spChg chg="mod">
          <ac:chgData name="George Stephen, Reuben" userId="f36fcdba-2387-45bd-94a7-0c45a8a9ccec" providerId="ADAL" clId="{BC99568D-E332-4972-9E17-1E2363425709}" dt="2024-05-03T22:31:00.397" v="827" actId="20577"/>
          <ac:spMkLst>
            <pc:docMk/>
            <pc:sldMk cId="1738488628" sldId="1543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BC99568D-E332-4972-9E17-1E2363425709}" dt="2024-05-03T22:30:21.303" v="792" actId="404"/>
          <ac:spMkLst>
            <pc:docMk/>
            <pc:sldMk cId="1738488628" sldId="1543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BC99568D-E332-4972-9E17-1E2363425709}" dt="2024-05-03T22:30:09.054" v="788"/>
          <ac:spMkLst>
            <pc:docMk/>
            <pc:sldMk cId="1738488628" sldId="1543"/>
            <ac:spMk id="7" creationId="{094E9A69-B612-35E4-DEEF-5092DA0A0A97}"/>
          </ac:spMkLst>
        </pc:spChg>
      </pc:sldChg>
      <pc:sldChg chg="delSp modSp mod">
        <pc:chgData name="George Stephen, Reuben" userId="f36fcdba-2387-45bd-94a7-0c45a8a9ccec" providerId="ADAL" clId="{BC99568D-E332-4972-9E17-1E2363425709}" dt="2024-05-03T22:43:53.236" v="1516" actId="5793"/>
        <pc:sldMkLst>
          <pc:docMk/>
          <pc:sldMk cId="2454455385" sldId="1545"/>
        </pc:sldMkLst>
        <pc:spChg chg="mod">
          <ac:chgData name="George Stephen, Reuben" userId="f36fcdba-2387-45bd-94a7-0c45a8a9ccec" providerId="ADAL" clId="{BC99568D-E332-4972-9E17-1E2363425709}" dt="2024-05-03T22:43:53.236" v="1516" actId="5793"/>
          <ac:spMkLst>
            <pc:docMk/>
            <pc:sldMk cId="2454455385" sldId="1545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BC99568D-E332-4972-9E17-1E2363425709}" dt="2024-05-03T22:34:59.647" v="906" actId="20577"/>
          <ac:spMkLst>
            <pc:docMk/>
            <pc:sldMk cId="2454455385" sldId="1545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BC99568D-E332-4972-9E17-1E2363425709}" dt="2024-05-03T22:35:34.781" v="994" actId="20577"/>
          <ac:spMkLst>
            <pc:docMk/>
            <pc:sldMk cId="2454455385" sldId="1545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BC99568D-E332-4972-9E17-1E2363425709}" dt="2024-05-03T22:43:38.829" v="1508" actId="20577"/>
          <ac:spMkLst>
            <pc:docMk/>
            <pc:sldMk cId="2454455385" sldId="1545"/>
            <ac:spMk id="5" creationId="{CAE21420-34C8-30C5-50CE-1D01ED744F93}"/>
          </ac:spMkLst>
        </pc:spChg>
        <pc:grpChg chg="del">
          <ac:chgData name="George Stephen, Reuben" userId="f36fcdba-2387-45bd-94a7-0c45a8a9ccec" providerId="ADAL" clId="{BC99568D-E332-4972-9E17-1E2363425709}" dt="2024-05-03T22:35:38.389" v="995" actId="478"/>
          <ac:grpSpMkLst>
            <pc:docMk/>
            <pc:sldMk cId="2454455385" sldId="1545"/>
            <ac:grpSpMk id="7" creationId="{A6A0ADA3-4FD8-8E79-AD97-BCFA1903CF74}"/>
          </ac:grpSpMkLst>
        </pc:grpChg>
        <pc:grpChg chg="del">
          <ac:chgData name="George Stephen, Reuben" userId="f36fcdba-2387-45bd-94a7-0c45a8a9ccec" providerId="ADAL" clId="{BC99568D-E332-4972-9E17-1E2363425709}" dt="2024-05-03T22:33:35.397" v="903" actId="478"/>
          <ac:grpSpMkLst>
            <pc:docMk/>
            <pc:sldMk cId="2454455385" sldId="1545"/>
            <ac:grpSpMk id="11" creationId="{07D17513-B74B-AE6B-BB4F-5A0028598353}"/>
          </ac:grpSpMkLst>
        </pc:grpChg>
      </pc:sldChg>
      <pc:sldChg chg="addSp delSp modSp mod">
        <pc:chgData name="George Stephen, Reuben" userId="f36fcdba-2387-45bd-94a7-0c45a8a9ccec" providerId="ADAL" clId="{BC99568D-E332-4972-9E17-1E2363425709}" dt="2024-05-03T23:57:42.786" v="3635" actId="20577"/>
        <pc:sldMkLst>
          <pc:docMk/>
          <pc:sldMk cId="1506339394" sldId="1567"/>
        </pc:sldMkLst>
        <pc:spChg chg="mod">
          <ac:chgData name="George Stephen, Reuben" userId="f36fcdba-2387-45bd-94a7-0c45a8a9ccec" providerId="ADAL" clId="{BC99568D-E332-4972-9E17-1E2363425709}" dt="2024-05-03T23:49:00.046" v="3011"/>
          <ac:spMkLst>
            <pc:docMk/>
            <pc:sldMk cId="1506339394" sldId="1567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3T23:41:32.490" v="2791" actId="6549"/>
          <ac:spMkLst>
            <pc:docMk/>
            <pc:sldMk cId="1506339394" sldId="1567"/>
            <ac:spMk id="3" creationId="{9DC31BB5-4FB1-4317-4BA3-ECF2060ACD8A}"/>
          </ac:spMkLst>
        </pc:spChg>
        <pc:spChg chg="add mod">
          <ac:chgData name="George Stephen, Reuben" userId="f36fcdba-2387-45bd-94a7-0c45a8a9ccec" providerId="ADAL" clId="{BC99568D-E332-4972-9E17-1E2363425709}" dt="2024-05-03T23:42:51.334" v="2802" actId="164"/>
          <ac:spMkLst>
            <pc:docMk/>
            <pc:sldMk cId="1506339394" sldId="1567"/>
            <ac:spMk id="4" creationId="{8F7B29F6-DFF4-E806-2299-EE50766E349F}"/>
          </ac:spMkLst>
        </pc:spChg>
        <pc:spChg chg="add mod">
          <ac:chgData name="George Stephen, Reuben" userId="f36fcdba-2387-45bd-94a7-0c45a8a9ccec" providerId="ADAL" clId="{BC99568D-E332-4972-9E17-1E2363425709}" dt="2024-05-03T23:42:51.334" v="2802" actId="164"/>
          <ac:spMkLst>
            <pc:docMk/>
            <pc:sldMk cId="1506339394" sldId="1567"/>
            <ac:spMk id="6" creationId="{5273C63A-11D5-DDC7-4B1F-D9381B46DDA2}"/>
          </ac:spMkLst>
        </pc:spChg>
        <pc:spChg chg="mod topLvl">
          <ac:chgData name="George Stephen, Reuben" userId="f36fcdba-2387-45bd-94a7-0c45a8a9ccec" providerId="ADAL" clId="{BC99568D-E332-4972-9E17-1E2363425709}" dt="2024-05-03T23:43:30.222" v="2808" actId="164"/>
          <ac:spMkLst>
            <pc:docMk/>
            <pc:sldMk cId="1506339394" sldId="1567"/>
            <ac:spMk id="9" creationId="{7522385B-BD57-3EF0-4340-A081632334BD}"/>
          </ac:spMkLst>
        </pc:spChg>
        <pc:spChg chg="mod topLvl">
          <ac:chgData name="George Stephen, Reuben" userId="f36fcdba-2387-45bd-94a7-0c45a8a9ccec" providerId="ADAL" clId="{BC99568D-E332-4972-9E17-1E2363425709}" dt="2024-05-03T23:43:30.222" v="2808" actId="164"/>
          <ac:spMkLst>
            <pc:docMk/>
            <pc:sldMk cId="1506339394" sldId="1567"/>
            <ac:spMk id="10" creationId="{8939C2AD-DCDF-CE3F-1579-5DD4DAB76133}"/>
          </ac:spMkLst>
        </pc:spChg>
        <pc:spChg chg="mod">
          <ac:chgData name="George Stephen, Reuben" userId="f36fcdba-2387-45bd-94a7-0c45a8a9ccec" providerId="ADAL" clId="{BC99568D-E332-4972-9E17-1E2363425709}" dt="2024-05-03T23:41:27.947" v="2790" actId="6549"/>
          <ac:spMkLst>
            <pc:docMk/>
            <pc:sldMk cId="1506339394" sldId="1567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57:42.786" v="3635" actId="20577"/>
          <ac:spMkLst>
            <pc:docMk/>
            <pc:sldMk cId="1506339394" sldId="1567"/>
            <ac:spMk id="13" creationId="{007BB913-9B65-46EC-B661-42A703EE22EC}"/>
          </ac:spMkLst>
        </pc:spChg>
        <pc:grpChg chg="add mod">
          <ac:chgData name="George Stephen, Reuben" userId="f36fcdba-2387-45bd-94a7-0c45a8a9ccec" providerId="ADAL" clId="{BC99568D-E332-4972-9E17-1E2363425709}" dt="2024-05-03T23:42:51.334" v="2802" actId="164"/>
          <ac:grpSpMkLst>
            <pc:docMk/>
            <pc:sldMk cId="1506339394" sldId="1567"/>
            <ac:grpSpMk id="7" creationId="{DB4430CA-DC04-3F77-602F-05925981D8C8}"/>
          </ac:grpSpMkLst>
        </pc:grpChg>
        <pc:grpChg chg="add del mod">
          <ac:chgData name="George Stephen, Reuben" userId="f36fcdba-2387-45bd-94a7-0c45a8a9ccec" providerId="ADAL" clId="{BC99568D-E332-4972-9E17-1E2363425709}" dt="2024-05-03T23:43:11.048" v="2805" actId="165"/>
          <ac:grpSpMkLst>
            <pc:docMk/>
            <pc:sldMk cId="1506339394" sldId="1567"/>
            <ac:grpSpMk id="8" creationId="{B969131D-64C3-BEEA-9C2F-BD35D3624677}"/>
          </ac:grpSpMkLst>
        </pc:grpChg>
        <pc:grpChg chg="add mod">
          <ac:chgData name="George Stephen, Reuben" userId="f36fcdba-2387-45bd-94a7-0c45a8a9ccec" providerId="ADAL" clId="{BC99568D-E332-4972-9E17-1E2363425709}" dt="2024-05-03T23:43:30.222" v="2808" actId="164"/>
          <ac:grpSpMkLst>
            <pc:docMk/>
            <pc:sldMk cId="1506339394" sldId="1567"/>
            <ac:grpSpMk id="11" creationId="{F35C9E11-0E60-0561-5D7E-35D943DADEA0}"/>
          </ac:grpSpMkLst>
        </pc:grpChg>
      </pc:sldChg>
      <pc:sldChg chg="addSp delSp modSp mod">
        <pc:chgData name="George Stephen, Reuben" userId="f36fcdba-2387-45bd-94a7-0c45a8a9ccec" providerId="ADAL" clId="{BC99568D-E332-4972-9E17-1E2363425709}" dt="2024-05-04T02:44:27.214" v="6726" actId="1076"/>
        <pc:sldMkLst>
          <pc:docMk/>
          <pc:sldMk cId="1599712125" sldId="1613"/>
        </pc:sldMkLst>
        <pc:spChg chg="mod">
          <ac:chgData name="George Stephen, Reuben" userId="f36fcdba-2387-45bd-94a7-0c45a8a9ccec" providerId="ADAL" clId="{BC99568D-E332-4972-9E17-1E2363425709}" dt="2024-05-03T22:49:11.064" v="1601" actId="6549"/>
          <ac:spMkLst>
            <pc:docMk/>
            <pc:sldMk cId="1599712125" sldId="1613"/>
            <ac:spMk id="3" creationId="{F4F37495-18F4-C9C2-2EFB-AF1BFA141887}"/>
          </ac:spMkLst>
        </pc:spChg>
        <pc:spChg chg="mod">
          <ac:chgData name="George Stephen, Reuben" userId="f36fcdba-2387-45bd-94a7-0c45a8a9ccec" providerId="ADAL" clId="{BC99568D-E332-4972-9E17-1E2363425709}" dt="2024-05-03T22:48:57.570" v="1598" actId="12788"/>
          <ac:spMkLst>
            <pc:docMk/>
            <pc:sldMk cId="1599712125" sldId="1613"/>
            <ac:spMk id="7" creationId="{094E9A69-B612-35E4-DEEF-5092DA0A0A97}"/>
          </ac:spMkLst>
        </pc:spChg>
        <pc:spChg chg="mod">
          <ac:chgData name="George Stephen, Reuben" userId="f36fcdba-2387-45bd-94a7-0c45a8a9ccec" providerId="ADAL" clId="{BC99568D-E332-4972-9E17-1E2363425709}" dt="2024-05-03T22:49:37.233" v="1602"/>
          <ac:spMkLst>
            <pc:docMk/>
            <pc:sldMk cId="1599712125" sldId="1613"/>
            <ac:spMk id="8" creationId="{5FFE4E31-BAAA-6105-B460-791FDE3CB590}"/>
          </ac:spMkLst>
        </pc:spChg>
        <pc:spChg chg="mod">
          <ac:chgData name="George Stephen, Reuben" userId="f36fcdba-2387-45bd-94a7-0c45a8a9ccec" providerId="ADAL" clId="{BC99568D-E332-4972-9E17-1E2363425709}" dt="2024-05-03T22:49:37.233" v="1602"/>
          <ac:spMkLst>
            <pc:docMk/>
            <pc:sldMk cId="1599712125" sldId="1613"/>
            <ac:spMk id="9" creationId="{1B750006-B2F5-36F0-4A5B-08E746C8AE2A}"/>
          </ac:spMkLst>
        </pc:spChg>
        <pc:spChg chg="mod topLvl">
          <ac:chgData name="George Stephen, Reuben" userId="f36fcdba-2387-45bd-94a7-0c45a8a9ccec" providerId="ADAL" clId="{BC99568D-E332-4972-9E17-1E2363425709}" dt="2024-05-04T02:44:22.400" v="6725" actId="14100"/>
          <ac:spMkLst>
            <pc:docMk/>
            <pc:sldMk cId="1599712125" sldId="1613"/>
            <ac:spMk id="11" creationId="{AE0B09D2-3D08-7809-FCD5-CA7EBC749F3E}"/>
          </ac:spMkLst>
        </pc:spChg>
        <pc:spChg chg="mod topLvl">
          <ac:chgData name="George Stephen, Reuben" userId="f36fcdba-2387-45bd-94a7-0c45a8a9ccec" providerId="ADAL" clId="{BC99568D-E332-4972-9E17-1E2363425709}" dt="2024-05-04T02:44:27.214" v="6726" actId="1076"/>
          <ac:spMkLst>
            <pc:docMk/>
            <pc:sldMk cId="1599712125" sldId="1613"/>
            <ac:spMk id="12" creationId="{7C148978-BAFE-1125-1A24-6B69CA7BB16F}"/>
          </ac:spMkLst>
        </pc:spChg>
        <pc:grpChg chg="add mod">
          <ac:chgData name="George Stephen, Reuben" userId="f36fcdba-2387-45bd-94a7-0c45a8a9ccec" providerId="ADAL" clId="{BC99568D-E332-4972-9E17-1E2363425709}" dt="2024-05-03T22:49:42.175" v="1603" actId="1076"/>
          <ac:grpSpMkLst>
            <pc:docMk/>
            <pc:sldMk cId="1599712125" sldId="1613"/>
            <ac:grpSpMk id="5" creationId="{F19E9099-3046-9072-E92F-F3E40A4920C1}"/>
          </ac:grpSpMkLst>
        </pc:grpChg>
        <pc:grpChg chg="add del mod">
          <ac:chgData name="George Stephen, Reuben" userId="f36fcdba-2387-45bd-94a7-0c45a8a9ccec" providerId="ADAL" clId="{BC99568D-E332-4972-9E17-1E2363425709}" dt="2024-05-04T02:44:18.807" v="6724" actId="165"/>
          <ac:grpSpMkLst>
            <pc:docMk/>
            <pc:sldMk cId="1599712125" sldId="1613"/>
            <ac:grpSpMk id="10" creationId="{323C8FB1-1242-E25A-E0A5-2A8DA0B748D5}"/>
          </ac:grpSpMkLst>
        </pc:grpChg>
      </pc:sldChg>
      <pc:sldChg chg="modSp mod">
        <pc:chgData name="George Stephen, Reuben" userId="f36fcdba-2387-45bd-94a7-0c45a8a9ccec" providerId="ADAL" clId="{BC99568D-E332-4972-9E17-1E2363425709}" dt="2024-05-03T23:35:59.682" v="2595" actId="20577"/>
        <pc:sldMkLst>
          <pc:docMk/>
          <pc:sldMk cId="1977561733" sldId="1624"/>
        </pc:sldMkLst>
        <pc:spChg chg="mod">
          <ac:chgData name="George Stephen, Reuben" userId="f36fcdba-2387-45bd-94a7-0c45a8a9ccec" providerId="ADAL" clId="{BC99568D-E332-4972-9E17-1E2363425709}" dt="2024-05-03T23:35:59.682" v="2595" actId="20577"/>
          <ac:spMkLst>
            <pc:docMk/>
            <pc:sldMk cId="1977561733" sldId="1624"/>
            <ac:spMk id="2" creationId="{00000000-0000-0000-0000-000000000000}"/>
          </ac:spMkLst>
        </pc:spChg>
      </pc:sldChg>
      <pc:sldChg chg="del">
        <pc:chgData name="George Stephen, Reuben" userId="f36fcdba-2387-45bd-94a7-0c45a8a9ccec" providerId="ADAL" clId="{BC99568D-E332-4972-9E17-1E2363425709}" dt="2024-05-04T02:35:04.696" v="6553" actId="47"/>
        <pc:sldMkLst>
          <pc:docMk/>
          <pc:sldMk cId="2044367686" sldId="1637"/>
        </pc:sldMkLst>
      </pc:sldChg>
      <pc:sldChg chg="modSp mod">
        <pc:chgData name="George Stephen, Reuben" userId="f36fcdba-2387-45bd-94a7-0c45a8a9ccec" providerId="ADAL" clId="{BC99568D-E332-4972-9E17-1E2363425709}" dt="2024-05-04T00:43:49.968" v="3903" actId="20577"/>
        <pc:sldMkLst>
          <pc:docMk/>
          <pc:sldMk cId="2274938212" sldId="1644"/>
        </pc:sldMkLst>
        <pc:spChg chg="mod">
          <ac:chgData name="George Stephen, Reuben" userId="f36fcdba-2387-45bd-94a7-0c45a8a9ccec" providerId="ADAL" clId="{BC99568D-E332-4972-9E17-1E2363425709}" dt="2024-05-04T00:43:49.968" v="3903" actId="20577"/>
          <ac:spMkLst>
            <pc:docMk/>
            <pc:sldMk cId="2274938212" sldId="1644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BC99568D-E332-4972-9E17-1E2363425709}" dt="2024-05-04T02:50:32.045" v="6743" actId="6549"/>
        <pc:sldMkLst>
          <pc:docMk/>
          <pc:sldMk cId="1968476102" sldId="1645"/>
        </pc:sldMkLst>
        <pc:spChg chg="mod">
          <ac:chgData name="George Stephen, Reuben" userId="f36fcdba-2387-45bd-94a7-0c45a8a9ccec" providerId="ADAL" clId="{BC99568D-E332-4972-9E17-1E2363425709}" dt="2024-05-04T00:48:53.206" v="3944"/>
          <ac:spMkLst>
            <pc:docMk/>
            <pc:sldMk cId="1968476102" sldId="1645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4T01:20:52.923" v="4089" actId="20577"/>
          <ac:spMkLst>
            <pc:docMk/>
            <pc:sldMk cId="1968476102" sldId="1645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BC99568D-E332-4972-9E17-1E2363425709}" dt="2024-05-04T02:50:32.045" v="6743" actId="6549"/>
          <ac:spMkLst>
            <pc:docMk/>
            <pc:sldMk cId="1968476102" sldId="1645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BC99568D-E332-4972-9E17-1E2363425709}" dt="2024-05-04T00:48:41.002" v="3943" actId="1076"/>
          <ac:spMkLst>
            <pc:docMk/>
            <pc:sldMk cId="1968476102" sldId="1645"/>
            <ac:spMk id="15" creationId="{93D11A35-D320-C38B-FE72-A124FE9D198E}"/>
          </ac:spMkLst>
        </pc:spChg>
      </pc:sldChg>
      <pc:sldChg chg="delSp modSp mod">
        <pc:chgData name="George Stephen, Reuben" userId="f36fcdba-2387-45bd-94a7-0c45a8a9ccec" providerId="ADAL" clId="{BC99568D-E332-4972-9E17-1E2363425709}" dt="2024-05-04T01:44:58.730" v="5292" actId="20577"/>
        <pc:sldMkLst>
          <pc:docMk/>
          <pc:sldMk cId="2386726509" sldId="1689"/>
        </pc:sldMkLst>
        <pc:spChg chg="mod">
          <ac:chgData name="George Stephen, Reuben" userId="f36fcdba-2387-45bd-94a7-0c45a8a9ccec" providerId="ADAL" clId="{BC99568D-E332-4972-9E17-1E2363425709}" dt="2024-05-04T01:21:52.723" v="4096" actId="20577"/>
          <ac:spMkLst>
            <pc:docMk/>
            <pc:sldMk cId="2386726509" sldId="1689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4T01:24:46.226" v="4317" actId="12788"/>
          <ac:spMkLst>
            <pc:docMk/>
            <pc:sldMk cId="2386726509" sldId="1689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26:04.244" v="4338" actId="12788"/>
          <ac:spMkLst>
            <pc:docMk/>
            <pc:sldMk cId="2386726509" sldId="1689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1:44:58.730" v="5292" actId="20577"/>
          <ac:spMkLst>
            <pc:docMk/>
            <pc:sldMk cId="2386726509" sldId="1689"/>
            <ac:spMk id="13" creationId="{007BB913-9B65-46EC-B661-42A703EE22EC}"/>
          </ac:spMkLst>
        </pc:spChg>
        <pc:grpChg chg="del">
          <ac:chgData name="George Stephen, Reuben" userId="f36fcdba-2387-45bd-94a7-0c45a8a9ccec" providerId="ADAL" clId="{BC99568D-E332-4972-9E17-1E2363425709}" dt="2024-05-04T01:23:40.663" v="4310" actId="478"/>
          <ac:grpSpMkLst>
            <pc:docMk/>
            <pc:sldMk cId="2386726509" sldId="1689"/>
            <ac:grpSpMk id="6" creationId="{1575E0D8-694A-CB07-6B09-398DA46FDA6B}"/>
          </ac:grpSpMkLst>
        </pc:grpChg>
        <pc:grpChg chg="del">
          <ac:chgData name="George Stephen, Reuben" userId="f36fcdba-2387-45bd-94a7-0c45a8a9ccec" providerId="ADAL" clId="{BC99568D-E332-4972-9E17-1E2363425709}" dt="2024-05-04T01:22:25.318" v="4107" actId="478"/>
          <ac:grpSpMkLst>
            <pc:docMk/>
            <pc:sldMk cId="2386726509" sldId="1689"/>
            <ac:grpSpMk id="9" creationId="{91D8DF25-F973-D99B-C822-4D9C54D3D554}"/>
          </ac:grpSpMkLst>
        </pc:grpChg>
      </pc:sldChg>
      <pc:sldChg chg="modSp mod">
        <pc:chgData name="George Stephen, Reuben" userId="f36fcdba-2387-45bd-94a7-0c45a8a9ccec" providerId="ADAL" clId="{BC99568D-E332-4972-9E17-1E2363425709}" dt="2024-05-04T01:41:38.525" v="5122" actId="20577"/>
        <pc:sldMkLst>
          <pc:docMk/>
          <pc:sldMk cId="1032899352" sldId="1697"/>
        </pc:sldMkLst>
        <pc:spChg chg="mod">
          <ac:chgData name="George Stephen, Reuben" userId="f36fcdba-2387-45bd-94a7-0c45a8a9ccec" providerId="ADAL" clId="{BC99568D-E332-4972-9E17-1E2363425709}" dt="2024-05-04T01:41:38.525" v="5122" actId="20577"/>
          <ac:spMkLst>
            <pc:docMk/>
            <pc:sldMk cId="1032899352" sldId="1697"/>
            <ac:spMk id="2" creationId="{00000000-0000-0000-0000-000000000000}"/>
          </ac:spMkLst>
        </pc:spChg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682969831" sldId="1701"/>
        </pc:sldMkLst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3290126503" sldId="1702"/>
        </pc:sldMkLst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3223780304" sldId="1703"/>
        </pc:sldMkLst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21343342" sldId="1704"/>
        </pc:sldMkLst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132208111" sldId="1705"/>
        </pc:sldMkLst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4183055315" sldId="1706"/>
        </pc:sldMkLst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3050411802" sldId="1707"/>
        </pc:sldMkLst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1829903622" sldId="1708"/>
        </pc:sldMkLst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1995942840" sldId="1709"/>
        </pc:sldMkLst>
      </pc:sldChg>
      <pc:sldChg chg="del">
        <pc:chgData name="George Stephen, Reuben" userId="f36fcdba-2387-45bd-94a7-0c45a8a9ccec" providerId="ADAL" clId="{BC99568D-E332-4972-9E17-1E2363425709}" dt="2024-05-03T22:22:57.086" v="617" actId="47"/>
        <pc:sldMkLst>
          <pc:docMk/>
          <pc:sldMk cId="1396267266" sldId="1710"/>
        </pc:sldMkLst>
      </pc:sldChg>
      <pc:sldChg chg="modSp mod">
        <pc:chgData name="George Stephen, Reuben" userId="f36fcdba-2387-45bd-94a7-0c45a8a9ccec" providerId="ADAL" clId="{BC99568D-E332-4972-9E17-1E2363425709}" dt="2024-05-04T02:45:59.743" v="6736" actId="12788"/>
        <pc:sldMkLst>
          <pc:docMk/>
          <pc:sldMk cId="803285320" sldId="1725"/>
        </pc:sldMkLst>
        <pc:spChg chg="mod">
          <ac:chgData name="George Stephen, Reuben" userId="f36fcdba-2387-45bd-94a7-0c45a8a9ccec" providerId="ADAL" clId="{BC99568D-E332-4972-9E17-1E2363425709}" dt="2024-05-03T23:34:14.299" v="2558" actId="20577"/>
          <ac:spMkLst>
            <pc:docMk/>
            <pc:sldMk cId="803285320" sldId="1725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3T23:20:52.577" v="1885" actId="20577"/>
          <ac:spMkLst>
            <pc:docMk/>
            <pc:sldMk cId="803285320" sldId="1725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BC99568D-E332-4972-9E17-1E2363425709}" dt="2024-05-04T02:45:59.743" v="6736" actId="12788"/>
          <ac:spMkLst>
            <pc:docMk/>
            <pc:sldMk cId="803285320" sldId="1725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39:38.165" v="2633" actId="20577"/>
          <ac:spMkLst>
            <pc:docMk/>
            <pc:sldMk cId="803285320" sldId="1725"/>
            <ac:spMk id="13" creationId="{007BB913-9B65-46EC-B661-42A703EE22EC}"/>
          </ac:spMkLst>
        </pc:spChg>
      </pc:sldChg>
      <pc:sldChg chg="addSp delSp modSp mod">
        <pc:chgData name="George Stephen, Reuben" userId="f36fcdba-2387-45bd-94a7-0c45a8a9ccec" providerId="ADAL" clId="{BC99568D-E332-4972-9E17-1E2363425709}" dt="2024-05-04T02:46:54.179" v="6738" actId="3064"/>
        <pc:sldMkLst>
          <pc:docMk/>
          <pc:sldMk cId="4009096736" sldId="1726"/>
        </pc:sldMkLst>
        <pc:spChg chg="mod">
          <ac:chgData name="George Stephen, Reuben" userId="f36fcdba-2387-45bd-94a7-0c45a8a9ccec" providerId="ADAL" clId="{BC99568D-E332-4972-9E17-1E2363425709}" dt="2024-05-03T23:34:09.650" v="2555" actId="20577"/>
          <ac:spMkLst>
            <pc:docMk/>
            <pc:sldMk cId="4009096736" sldId="1726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3T23:24:23.081" v="1995" actId="1076"/>
          <ac:spMkLst>
            <pc:docMk/>
            <pc:sldMk cId="4009096736" sldId="1726"/>
            <ac:spMk id="3" creationId="{325AF87E-9D48-CE0B-9C0A-5C85175F49A4}"/>
          </ac:spMkLst>
        </pc:spChg>
        <pc:spChg chg="mod topLvl">
          <ac:chgData name="George Stephen, Reuben" userId="f36fcdba-2387-45bd-94a7-0c45a8a9ccec" providerId="ADAL" clId="{BC99568D-E332-4972-9E17-1E2363425709}" dt="2024-05-03T23:29:18.949" v="2225" actId="164"/>
          <ac:spMkLst>
            <pc:docMk/>
            <pc:sldMk cId="4009096736" sldId="1726"/>
            <ac:spMk id="6" creationId="{4CCC63C7-7268-27A6-F232-8DBCABC6B8FB}"/>
          </ac:spMkLst>
        </pc:spChg>
        <pc:spChg chg="mod topLvl">
          <ac:chgData name="George Stephen, Reuben" userId="f36fcdba-2387-45bd-94a7-0c45a8a9ccec" providerId="ADAL" clId="{BC99568D-E332-4972-9E17-1E2363425709}" dt="2024-05-03T23:29:18.949" v="2225" actId="164"/>
          <ac:spMkLst>
            <pc:docMk/>
            <pc:sldMk cId="4009096736" sldId="1726"/>
            <ac:spMk id="7" creationId="{83D2F1C2-608B-C846-7C7C-3C21E2D9C005}"/>
          </ac:spMkLst>
        </pc:spChg>
        <pc:spChg chg="mod">
          <ac:chgData name="George Stephen, Reuben" userId="f36fcdba-2387-45bd-94a7-0c45a8a9ccec" providerId="ADAL" clId="{BC99568D-E332-4972-9E17-1E2363425709}" dt="2024-05-04T02:46:54.179" v="6738" actId="3064"/>
          <ac:spMkLst>
            <pc:docMk/>
            <pc:sldMk cId="4009096736" sldId="1726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39:39.293" v="2634" actId="20577"/>
          <ac:spMkLst>
            <pc:docMk/>
            <pc:sldMk cId="4009096736" sldId="1726"/>
            <ac:spMk id="13" creationId="{007BB913-9B65-46EC-B661-42A703EE22EC}"/>
          </ac:spMkLst>
        </pc:spChg>
        <pc:grpChg chg="add del mod">
          <ac:chgData name="George Stephen, Reuben" userId="f36fcdba-2387-45bd-94a7-0c45a8a9ccec" providerId="ADAL" clId="{BC99568D-E332-4972-9E17-1E2363425709}" dt="2024-05-03T23:26:14.552" v="2181" actId="165"/>
          <ac:grpSpMkLst>
            <pc:docMk/>
            <pc:sldMk cId="4009096736" sldId="1726"/>
            <ac:grpSpMk id="4" creationId="{D77BC2FD-BC2A-E55A-F675-E8E8A9DB7561}"/>
          </ac:grpSpMkLst>
        </pc:grpChg>
        <pc:grpChg chg="add mod">
          <ac:chgData name="George Stephen, Reuben" userId="f36fcdba-2387-45bd-94a7-0c45a8a9ccec" providerId="ADAL" clId="{BC99568D-E332-4972-9E17-1E2363425709}" dt="2024-05-03T23:29:18.949" v="2225" actId="164"/>
          <ac:grpSpMkLst>
            <pc:docMk/>
            <pc:sldMk cId="4009096736" sldId="1726"/>
            <ac:grpSpMk id="8" creationId="{33E00C9F-7149-9C50-52D7-7EEB16384A8D}"/>
          </ac:grpSpMkLst>
        </pc:grpChg>
      </pc:sldChg>
      <pc:sldChg chg="addSp modSp mod">
        <pc:chgData name="George Stephen, Reuben" userId="f36fcdba-2387-45bd-94a7-0c45a8a9ccec" providerId="ADAL" clId="{BC99568D-E332-4972-9E17-1E2363425709}" dt="2024-05-04T02:47:38.057" v="6740" actId="3064"/>
        <pc:sldMkLst>
          <pc:docMk/>
          <pc:sldMk cId="3745079864" sldId="1727"/>
        </pc:sldMkLst>
        <pc:spChg chg="mod">
          <ac:chgData name="George Stephen, Reuben" userId="f36fcdba-2387-45bd-94a7-0c45a8a9ccec" providerId="ADAL" clId="{BC99568D-E332-4972-9E17-1E2363425709}" dt="2024-05-03T23:34:05.194" v="2552" actId="20577"/>
          <ac:spMkLst>
            <pc:docMk/>
            <pc:sldMk cId="3745079864" sldId="1727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3T23:31:11.942" v="2388" actId="12788"/>
          <ac:spMkLst>
            <pc:docMk/>
            <pc:sldMk cId="3745079864" sldId="1727"/>
            <ac:spMk id="3" creationId="{325AF87E-9D48-CE0B-9C0A-5C85175F49A4}"/>
          </ac:spMkLst>
        </pc:spChg>
        <pc:spChg chg="add mod">
          <ac:chgData name="George Stephen, Reuben" userId="f36fcdba-2387-45bd-94a7-0c45a8a9ccec" providerId="ADAL" clId="{BC99568D-E332-4972-9E17-1E2363425709}" dt="2024-05-03T23:29:39.693" v="2230" actId="164"/>
          <ac:spMkLst>
            <pc:docMk/>
            <pc:sldMk cId="3745079864" sldId="1727"/>
            <ac:spMk id="4" creationId="{7EA7EB42-82AD-2128-B842-DFE5D0A62ACF}"/>
          </ac:spMkLst>
        </pc:spChg>
        <pc:spChg chg="add mod">
          <ac:chgData name="George Stephen, Reuben" userId="f36fcdba-2387-45bd-94a7-0c45a8a9ccec" providerId="ADAL" clId="{BC99568D-E332-4972-9E17-1E2363425709}" dt="2024-05-03T23:29:39.693" v="2230" actId="164"/>
          <ac:spMkLst>
            <pc:docMk/>
            <pc:sldMk cId="3745079864" sldId="1727"/>
            <ac:spMk id="6" creationId="{F546AC80-ECD1-AF04-B12C-66B74FE3A481}"/>
          </ac:spMkLst>
        </pc:spChg>
        <pc:spChg chg="mod">
          <ac:chgData name="George Stephen, Reuben" userId="f36fcdba-2387-45bd-94a7-0c45a8a9ccec" providerId="ADAL" clId="{BC99568D-E332-4972-9E17-1E2363425709}" dt="2024-05-03T23:30:51.533" v="2383"/>
          <ac:spMkLst>
            <pc:docMk/>
            <pc:sldMk cId="3745079864" sldId="1727"/>
            <ac:spMk id="9" creationId="{5BFE2D6F-5206-755C-8F8D-62A301DD4F18}"/>
          </ac:spMkLst>
        </pc:spChg>
        <pc:spChg chg="mod">
          <ac:chgData name="George Stephen, Reuben" userId="f36fcdba-2387-45bd-94a7-0c45a8a9ccec" providerId="ADAL" clId="{BC99568D-E332-4972-9E17-1E2363425709}" dt="2024-05-03T23:30:51.533" v="2383"/>
          <ac:spMkLst>
            <pc:docMk/>
            <pc:sldMk cId="3745079864" sldId="1727"/>
            <ac:spMk id="10" creationId="{67BFB672-8588-D609-4050-1D9319FDAA8B}"/>
          </ac:spMkLst>
        </pc:spChg>
        <pc:spChg chg="mod">
          <ac:chgData name="George Stephen, Reuben" userId="f36fcdba-2387-45bd-94a7-0c45a8a9ccec" providerId="ADAL" clId="{BC99568D-E332-4972-9E17-1E2363425709}" dt="2024-05-04T02:47:38.057" v="6740" actId="3064"/>
          <ac:spMkLst>
            <pc:docMk/>
            <pc:sldMk cId="3745079864" sldId="1727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39:40.312" v="2635" actId="20577"/>
          <ac:spMkLst>
            <pc:docMk/>
            <pc:sldMk cId="3745079864" sldId="1727"/>
            <ac:spMk id="13" creationId="{007BB913-9B65-46EC-B661-42A703EE22EC}"/>
          </ac:spMkLst>
        </pc:spChg>
        <pc:grpChg chg="add mod">
          <ac:chgData name="George Stephen, Reuben" userId="f36fcdba-2387-45bd-94a7-0c45a8a9ccec" providerId="ADAL" clId="{BC99568D-E332-4972-9E17-1E2363425709}" dt="2024-05-03T23:30:56.620" v="2385" actId="1076"/>
          <ac:grpSpMkLst>
            <pc:docMk/>
            <pc:sldMk cId="3745079864" sldId="1727"/>
            <ac:grpSpMk id="7" creationId="{1E8B3C5E-3153-2034-A271-D418F8C0A54B}"/>
          </ac:grpSpMkLst>
        </pc:grpChg>
        <pc:grpChg chg="add mod">
          <ac:chgData name="George Stephen, Reuben" userId="f36fcdba-2387-45bd-94a7-0c45a8a9ccec" providerId="ADAL" clId="{BC99568D-E332-4972-9E17-1E2363425709}" dt="2024-05-03T23:31:01.736" v="2386" actId="1076"/>
          <ac:grpSpMkLst>
            <pc:docMk/>
            <pc:sldMk cId="3745079864" sldId="1727"/>
            <ac:grpSpMk id="8" creationId="{4C1BDD9A-9E01-CE06-6348-94A67B390F3D}"/>
          </ac:grpSpMkLst>
        </pc:grpChg>
      </pc:sldChg>
      <pc:sldChg chg="delSp modSp mod">
        <pc:chgData name="George Stephen, Reuben" userId="f36fcdba-2387-45bd-94a7-0c45a8a9ccec" providerId="ADAL" clId="{BC99568D-E332-4972-9E17-1E2363425709}" dt="2024-05-04T02:41:56.784" v="6716" actId="20577"/>
        <pc:sldMkLst>
          <pc:docMk/>
          <pc:sldMk cId="1675906095" sldId="1728"/>
        </pc:sldMkLst>
        <pc:spChg chg="mod">
          <ac:chgData name="George Stephen, Reuben" userId="f36fcdba-2387-45bd-94a7-0c45a8a9ccec" providerId="ADAL" clId="{BC99568D-E332-4972-9E17-1E2363425709}" dt="2024-05-03T22:43:58.490" v="1518"/>
          <ac:spMkLst>
            <pc:docMk/>
            <pc:sldMk cId="1675906095" sldId="1728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BC99568D-E332-4972-9E17-1E2363425709}" dt="2024-05-04T02:41:56.784" v="6716" actId="20577"/>
          <ac:spMkLst>
            <pc:docMk/>
            <pc:sldMk cId="1675906095" sldId="1728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BC99568D-E332-4972-9E17-1E2363425709}" dt="2024-05-04T02:41:24.052" v="6713" actId="20577"/>
          <ac:spMkLst>
            <pc:docMk/>
            <pc:sldMk cId="1675906095" sldId="1728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BC99568D-E332-4972-9E17-1E2363425709}" dt="2024-05-03T22:43:34.673" v="1507" actId="20577"/>
          <ac:spMkLst>
            <pc:docMk/>
            <pc:sldMk cId="1675906095" sldId="1728"/>
            <ac:spMk id="5" creationId="{CAE21420-34C8-30C5-50CE-1D01ED744F93}"/>
          </ac:spMkLst>
        </pc:spChg>
        <pc:grpChg chg="del">
          <ac:chgData name="George Stephen, Reuben" userId="f36fcdba-2387-45bd-94a7-0c45a8a9ccec" providerId="ADAL" clId="{BC99568D-E332-4972-9E17-1E2363425709}" dt="2024-05-03T22:37:15.309" v="1101" actId="478"/>
          <ac:grpSpMkLst>
            <pc:docMk/>
            <pc:sldMk cId="1675906095" sldId="1728"/>
            <ac:grpSpMk id="7" creationId="{A6A0ADA3-4FD8-8E79-AD97-BCFA1903CF74}"/>
          </ac:grpSpMkLst>
        </pc:grpChg>
        <pc:grpChg chg="del">
          <ac:chgData name="George Stephen, Reuben" userId="f36fcdba-2387-45bd-94a7-0c45a8a9ccec" providerId="ADAL" clId="{BC99568D-E332-4972-9E17-1E2363425709}" dt="2024-05-03T22:37:16.591" v="1102" actId="478"/>
          <ac:grpSpMkLst>
            <pc:docMk/>
            <pc:sldMk cId="1675906095" sldId="1728"/>
            <ac:grpSpMk id="11" creationId="{07D17513-B74B-AE6B-BB4F-5A0028598353}"/>
          </ac:grpSpMkLst>
        </pc:grpChg>
      </pc:sldChg>
      <pc:sldChg chg="delSp modSp mod">
        <pc:chgData name="George Stephen, Reuben" userId="f36fcdba-2387-45bd-94a7-0c45a8a9ccec" providerId="ADAL" clId="{BC99568D-E332-4972-9E17-1E2363425709}" dt="2024-05-03T22:44:02.674" v="1519"/>
        <pc:sldMkLst>
          <pc:docMk/>
          <pc:sldMk cId="368650678" sldId="1729"/>
        </pc:sldMkLst>
        <pc:spChg chg="mod">
          <ac:chgData name="George Stephen, Reuben" userId="f36fcdba-2387-45bd-94a7-0c45a8a9ccec" providerId="ADAL" clId="{BC99568D-E332-4972-9E17-1E2363425709}" dt="2024-05-03T22:44:02.674" v="1519"/>
          <ac:spMkLst>
            <pc:docMk/>
            <pc:sldMk cId="368650678" sldId="1729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BC99568D-E332-4972-9E17-1E2363425709}" dt="2024-05-03T22:38:42.052" v="1233" actId="6549"/>
          <ac:spMkLst>
            <pc:docMk/>
            <pc:sldMk cId="368650678" sldId="1729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BC99568D-E332-4972-9E17-1E2363425709}" dt="2024-05-03T22:38:30.560" v="1227" actId="20577"/>
          <ac:spMkLst>
            <pc:docMk/>
            <pc:sldMk cId="368650678" sldId="1729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BC99568D-E332-4972-9E17-1E2363425709}" dt="2024-05-03T22:43:29.486" v="1506" actId="20577"/>
          <ac:spMkLst>
            <pc:docMk/>
            <pc:sldMk cId="368650678" sldId="1729"/>
            <ac:spMk id="5" creationId="{CAE21420-34C8-30C5-50CE-1D01ED744F93}"/>
          </ac:spMkLst>
        </pc:spChg>
        <pc:grpChg chg="del">
          <ac:chgData name="George Stephen, Reuben" userId="f36fcdba-2387-45bd-94a7-0c45a8a9ccec" providerId="ADAL" clId="{BC99568D-E332-4972-9E17-1E2363425709}" dt="2024-05-03T22:38:36.017" v="1228" actId="478"/>
          <ac:grpSpMkLst>
            <pc:docMk/>
            <pc:sldMk cId="368650678" sldId="1729"/>
            <ac:grpSpMk id="7" creationId="{A6A0ADA3-4FD8-8E79-AD97-BCFA1903CF74}"/>
          </ac:grpSpMkLst>
        </pc:grpChg>
        <pc:grpChg chg="del">
          <ac:chgData name="George Stephen, Reuben" userId="f36fcdba-2387-45bd-94a7-0c45a8a9ccec" providerId="ADAL" clId="{BC99568D-E332-4972-9E17-1E2363425709}" dt="2024-05-03T22:38:37.422" v="1229" actId="478"/>
          <ac:grpSpMkLst>
            <pc:docMk/>
            <pc:sldMk cId="368650678" sldId="1729"/>
            <ac:grpSpMk id="11" creationId="{07D17513-B74B-AE6B-BB4F-5A0028598353}"/>
          </ac:grpSpMkLst>
        </pc:grpChg>
      </pc:sldChg>
      <pc:sldChg chg="delSp modSp mod">
        <pc:chgData name="George Stephen, Reuben" userId="f36fcdba-2387-45bd-94a7-0c45a8a9ccec" providerId="ADAL" clId="{BC99568D-E332-4972-9E17-1E2363425709}" dt="2024-05-04T02:43:18.945" v="6722" actId="20577"/>
        <pc:sldMkLst>
          <pc:docMk/>
          <pc:sldMk cId="3748808882" sldId="1730"/>
        </pc:sldMkLst>
        <pc:spChg chg="mod">
          <ac:chgData name="George Stephen, Reuben" userId="f36fcdba-2387-45bd-94a7-0c45a8a9ccec" providerId="ADAL" clId="{BC99568D-E332-4972-9E17-1E2363425709}" dt="2024-05-03T22:44:12.811" v="1521"/>
          <ac:spMkLst>
            <pc:docMk/>
            <pc:sldMk cId="3748808882" sldId="1730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BC99568D-E332-4972-9E17-1E2363425709}" dt="2024-05-03T22:40:36.287" v="1368" actId="20577"/>
          <ac:spMkLst>
            <pc:docMk/>
            <pc:sldMk cId="3748808882" sldId="1730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BC99568D-E332-4972-9E17-1E2363425709}" dt="2024-05-04T02:43:18.945" v="6722" actId="20577"/>
          <ac:spMkLst>
            <pc:docMk/>
            <pc:sldMk cId="3748808882" sldId="1730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BC99568D-E332-4972-9E17-1E2363425709}" dt="2024-05-03T22:43:12.498" v="1502" actId="20577"/>
          <ac:spMkLst>
            <pc:docMk/>
            <pc:sldMk cId="3748808882" sldId="1730"/>
            <ac:spMk id="5" creationId="{CAE21420-34C8-30C5-50CE-1D01ED744F93}"/>
          </ac:spMkLst>
        </pc:spChg>
        <pc:spChg chg="del topLvl">
          <ac:chgData name="George Stephen, Reuben" userId="f36fcdba-2387-45bd-94a7-0c45a8a9ccec" providerId="ADAL" clId="{BC99568D-E332-4972-9E17-1E2363425709}" dt="2024-05-03T22:40:29.331" v="1366" actId="478"/>
          <ac:spMkLst>
            <pc:docMk/>
            <pc:sldMk cId="3748808882" sldId="1730"/>
            <ac:spMk id="8" creationId="{EF3BC282-AD81-AD46-E2CD-E77202CDDC1C}"/>
          </ac:spMkLst>
        </pc:spChg>
        <pc:spChg chg="mod topLvl">
          <ac:chgData name="George Stephen, Reuben" userId="f36fcdba-2387-45bd-94a7-0c45a8a9ccec" providerId="ADAL" clId="{BC99568D-E332-4972-9E17-1E2363425709}" dt="2024-05-03T22:40:29.331" v="1366" actId="478"/>
          <ac:spMkLst>
            <pc:docMk/>
            <pc:sldMk cId="3748808882" sldId="1730"/>
            <ac:spMk id="9" creationId="{EC448B0C-E352-0D82-8775-DC64F9F2EB0E}"/>
          </ac:spMkLst>
        </pc:spChg>
        <pc:grpChg chg="del">
          <ac:chgData name="George Stephen, Reuben" userId="f36fcdba-2387-45bd-94a7-0c45a8a9ccec" providerId="ADAL" clId="{BC99568D-E332-4972-9E17-1E2363425709}" dt="2024-05-03T22:40:29.331" v="1366" actId="478"/>
          <ac:grpSpMkLst>
            <pc:docMk/>
            <pc:sldMk cId="3748808882" sldId="1730"/>
            <ac:grpSpMk id="7" creationId="{A6A0ADA3-4FD8-8E79-AD97-BCFA1903CF74}"/>
          </ac:grpSpMkLst>
        </pc:grpChg>
        <pc:grpChg chg="del">
          <ac:chgData name="George Stephen, Reuben" userId="f36fcdba-2387-45bd-94a7-0c45a8a9ccec" providerId="ADAL" clId="{BC99568D-E332-4972-9E17-1E2363425709}" dt="2024-05-03T22:40:34.878" v="1367" actId="478"/>
          <ac:grpSpMkLst>
            <pc:docMk/>
            <pc:sldMk cId="3748808882" sldId="1730"/>
            <ac:grpSpMk id="11" creationId="{07D17513-B74B-AE6B-BB4F-5A0028598353}"/>
          </ac:grpSpMkLst>
        </pc:grpChg>
      </pc:sldChg>
      <pc:sldChg chg="delSp modSp mod">
        <pc:chgData name="George Stephen, Reuben" userId="f36fcdba-2387-45bd-94a7-0c45a8a9ccec" providerId="ADAL" clId="{BC99568D-E332-4972-9E17-1E2363425709}" dt="2024-05-03T22:44:19.166" v="1523"/>
        <pc:sldMkLst>
          <pc:docMk/>
          <pc:sldMk cId="3188973648" sldId="1731"/>
        </pc:sldMkLst>
        <pc:spChg chg="mod">
          <ac:chgData name="George Stephen, Reuben" userId="f36fcdba-2387-45bd-94a7-0c45a8a9ccec" providerId="ADAL" clId="{BC99568D-E332-4972-9E17-1E2363425709}" dt="2024-05-03T22:44:19.166" v="1523"/>
          <ac:spMkLst>
            <pc:docMk/>
            <pc:sldMk cId="3188973648" sldId="1731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BC99568D-E332-4972-9E17-1E2363425709}" dt="2024-05-03T22:42:19.608" v="1484" actId="6549"/>
          <ac:spMkLst>
            <pc:docMk/>
            <pc:sldMk cId="3188973648" sldId="1731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BC99568D-E332-4972-9E17-1E2363425709}" dt="2024-05-03T22:42:09.720" v="1478" actId="20577"/>
          <ac:spMkLst>
            <pc:docMk/>
            <pc:sldMk cId="3188973648" sldId="1731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BC99568D-E332-4972-9E17-1E2363425709}" dt="2024-05-03T22:42:58.317" v="1494" actId="20577"/>
          <ac:spMkLst>
            <pc:docMk/>
            <pc:sldMk cId="3188973648" sldId="1731"/>
            <ac:spMk id="5" creationId="{CAE21420-34C8-30C5-50CE-1D01ED744F93}"/>
          </ac:spMkLst>
        </pc:spChg>
        <pc:grpChg chg="del">
          <ac:chgData name="George Stephen, Reuben" userId="f36fcdba-2387-45bd-94a7-0c45a8a9ccec" providerId="ADAL" clId="{BC99568D-E332-4972-9E17-1E2363425709}" dt="2024-05-03T22:42:15.774" v="1479" actId="478"/>
          <ac:grpSpMkLst>
            <pc:docMk/>
            <pc:sldMk cId="3188973648" sldId="1731"/>
            <ac:grpSpMk id="7" creationId="{A6A0ADA3-4FD8-8E79-AD97-BCFA1903CF74}"/>
          </ac:grpSpMkLst>
        </pc:grpChg>
        <pc:grpChg chg="del">
          <ac:chgData name="George Stephen, Reuben" userId="f36fcdba-2387-45bd-94a7-0c45a8a9ccec" providerId="ADAL" clId="{BC99568D-E332-4972-9E17-1E2363425709}" dt="2024-05-03T22:41:42.338" v="1374" actId="478"/>
          <ac:grpSpMkLst>
            <pc:docMk/>
            <pc:sldMk cId="3188973648" sldId="1731"/>
            <ac:grpSpMk id="11" creationId="{07D17513-B74B-AE6B-BB4F-5A0028598353}"/>
          </ac:grpSpMkLst>
        </pc:grpChg>
      </pc:sldChg>
      <pc:sldChg chg="del">
        <pc:chgData name="George Stephen, Reuben" userId="f36fcdba-2387-45bd-94a7-0c45a8a9ccec" providerId="ADAL" clId="{BC99568D-E332-4972-9E17-1E2363425709}" dt="2024-05-03T22:42:34.182" v="1486" actId="47"/>
        <pc:sldMkLst>
          <pc:docMk/>
          <pc:sldMk cId="2937817491" sldId="1732"/>
        </pc:sldMkLst>
      </pc:sldChg>
      <pc:sldChg chg="addSp delSp modSp mod">
        <pc:chgData name="George Stephen, Reuben" userId="f36fcdba-2387-45bd-94a7-0c45a8a9ccec" providerId="ADAL" clId="{BC99568D-E332-4972-9E17-1E2363425709}" dt="2024-05-03T23:57:39.816" v="3634" actId="20577"/>
        <pc:sldMkLst>
          <pc:docMk/>
          <pc:sldMk cId="1295355165" sldId="1734"/>
        </pc:sldMkLst>
        <pc:spChg chg="mod">
          <ac:chgData name="George Stephen, Reuben" userId="f36fcdba-2387-45bd-94a7-0c45a8a9ccec" providerId="ADAL" clId="{BC99568D-E332-4972-9E17-1E2363425709}" dt="2024-05-03T23:49:02.898" v="3012"/>
          <ac:spMkLst>
            <pc:docMk/>
            <pc:sldMk cId="1295355165" sldId="1734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3T23:48:01.407" v="3001" actId="1076"/>
          <ac:spMkLst>
            <pc:docMk/>
            <pc:sldMk cId="1295355165" sldId="1734"/>
            <ac:spMk id="3" creationId="{9DC31BB5-4FB1-4317-4BA3-ECF2060ACD8A}"/>
          </ac:spMkLst>
        </pc:spChg>
        <pc:spChg chg="mod topLvl">
          <ac:chgData name="George Stephen, Reuben" userId="f36fcdba-2387-45bd-94a7-0c45a8a9ccec" providerId="ADAL" clId="{BC99568D-E332-4972-9E17-1E2363425709}" dt="2024-05-03T23:47:30.269" v="2989" actId="164"/>
          <ac:spMkLst>
            <pc:docMk/>
            <pc:sldMk cId="1295355165" sldId="1734"/>
            <ac:spMk id="6" creationId="{D5D42C19-6BBA-4E8B-6891-E6E64D9FFB6E}"/>
          </ac:spMkLst>
        </pc:spChg>
        <pc:spChg chg="mod topLvl">
          <ac:chgData name="George Stephen, Reuben" userId="f36fcdba-2387-45bd-94a7-0c45a8a9ccec" providerId="ADAL" clId="{BC99568D-E332-4972-9E17-1E2363425709}" dt="2024-05-03T23:47:30.269" v="2989" actId="164"/>
          <ac:spMkLst>
            <pc:docMk/>
            <pc:sldMk cId="1295355165" sldId="1734"/>
            <ac:spMk id="7" creationId="{1790FA2B-C041-63BC-BEE5-1A3DC1CDC14E}"/>
          </ac:spMkLst>
        </pc:spChg>
        <pc:spChg chg="mod topLvl">
          <ac:chgData name="George Stephen, Reuben" userId="f36fcdba-2387-45bd-94a7-0c45a8a9ccec" providerId="ADAL" clId="{BC99568D-E332-4972-9E17-1E2363425709}" dt="2024-05-03T23:47:35.353" v="2990" actId="164"/>
          <ac:spMkLst>
            <pc:docMk/>
            <pc:sldMk cId="1295355165" sldId="1734"/>
            <ac:spMk id="9" creationId="{87EE799C-5324-5679-EDAD-C027F939F0DD}"/>
          </ac:spMkLst>
        </pc:spChg>
        <pc:spChg chg="mod topLvl">
          <ac:chgData name="George Stephen, Reuben" userId="f36fcdba-2387-45bd-94a7-0c45a8a9ccec" providerId="ADAL" clId="{BC99568D-E332-4972-9E17-1E2363425709}" dt="2024-05-03T23:47:35.353" v="2990" actId="164"/>
          <ac:spMkLst>
            <pc:docMk/>
            <pc:sldMk cId="1295355165" sldId="1734"/>
            <ac:spMk id="10" creationId="{F3D6DF8F-746C-3CA9-23B5-2024670B39AB}"/>
          </ac:spMkLst>
        </pc:spChg>
        <pc:spChg chg="mod">
          <ac:chgData name="George Stephen, Reuben" userId="f36fcdba-2387-45bd-94a7-0c45a8a9ccec" providerId="ADAL" clId="{BC99568D-E332-4972-9E17-1E2363425709}" dt="2024-05-03T23:47:23.259" v="2988" actId="20577"/>
          <ac:spMkLst>
            <pc:docMk/>
            <pc:sldMk cId="1295355165" sldId="1734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57:39.816" v="3634" actId="20577"/>
          <ac:spMkLst>
            <pc:docMk/>
            <pc:sldMk cId="1295355165" sldId="1734"/>
            <ac:spMk id="13" creationId="{007BB913-9B65-46EC-B661-42A703EE22EC}"/>
          </ac:spMkLst>
        </pc:spChg>
        <pc:spChg chg="mod topLvl">
          <ac:chgData name="George Stephen, Reuben" userId="f36fcdba-2387-45bd-94a7-0c45a8a9ccec" providerId="ADAL" clId="{BC99568D-E332-4972-9E17-1E2363425709}" dt="2024-05-03T23:48:40.025" v="3009" actId="164"/>
          <ac:spMkLst>
            <pc:docMk/>
            <pc:sldMk cId="1295355165" sldId="1734"/>
            <ac:spMk id="16" creationId="{FBE2DBD1-0D58-B85E-93CB-168BEA3F67D1}"/>
          </ac:spMkLst>
        </pc:spChg>
        <pc:spChg chg="mod topLvl">
          <ac:chgData name="George Stephen, Reuben" userId="f36fcdba-2387-45bd-94a7-0c45a8a9ccec" providerId="ADAL" clId="{BC99568D-E332-4972-9E17-1E2363425709}" dt="2024-05-03T23:48:40.025" v="3009" actId="164"/>
          <ac:spMkLst>
            <pc:docMk/>
            <pc:sldMk cId="1295355165" sldId="1734"/>
            <ac:spMk id="17" creationId="{02E6B4E7-ACDE-3E92-A8D3-47099B486E19}"/>
          </ac:spMkLst>
        </pc:spChg>
        <pc:spChg chg="mod topLvl">
          <ac:chgData name="George Stephen, Reuben" userId="f36fcdba-2387-45bd-94a7-0c45a8a9ccec" providerId="ADAL" clId="{BC99568D-E332-4972-9E17-1E2363425709}" dt="2024-05-03T23:48:44.740" v="3010" actId="164"/>
          <ac:spMkLst>
            <pc:docMk/>
            <pc:sldMk cId="1295355165" sldId="1734"/>
            <ac:spMk id="19" creationId="{2DBAFD09-C644-B103-AAA9-BA9AF024869C}"/>
          </ac:spMkLst>
        </pc:spChg>
        <pc:spChg chg="mod topLvl">
          <ac:chgData name="George Stephen, Reuben" userId="f36fcdba-2387-45bd-94a7-0c45a8a9ccec" providerId="ADAL" clId="{BC99568D-E332-4972-9E17-1E2363425709}" dt="2024-05-03T23:48:44.740" v="3010" actId="164"/>
          <ac:spMkLst>
            <pc:docMk/>
            <pc:sldMk cId="1295355165" sldId="1734"/>
            <ac:spMk id="20" creationId="{F74631A8-9EB1-D0C4-CB72-DBBBA21545EA}"/>
          </ac:spMkLst>
        </pc:spChg>
        <pc:grpChg chg="add del mod">
          <ac:chgData name="George Stephen, Reuben" userId="f36fcdba-2387-45bd-94a7-0c45a8a9ccec" providerId="ADAL" clId="{BC99568D-E332-4972-9E17-1E2363425709}" dt="2024-05-03T23:46:26.697" v="2838" actId="165"/>
          <ac:grpSpMkLst>
            <pc:docMk/>
            <pc:sldMk cId="1295355165" sldId="1734"/>
            <ac:grpSpMk id="4" creationId="{4F48A783-74A2-FE1E-027F-CA4EAA3BCEEC}"/>
          </ac:grpSpMkLst>
        </pc:grpChg>
        <pc:grpChg chg="add del mod">
          <ac:chgData name="George Stephen, Reuben" userId="f36fcdba-2387-45bd-94a7-0c45a8a9ccec" providerId="ADAL" clId="{BC99568D-E332-4972-9E17-1E2363425709}" dt="2024-05-03T23:46:01.201" v="2835" actId="165"/>
          <ac:grpSpMkLst>
            <pc:docMk/>
            <pc:sldMk cId="1295355165" sldId="1734"/>
            <ac:grpSpMk id="8" creationId="{E6D2EB93-6B5B-D48D-C079-070D917A2C89}"/>
          </ac:grpSpMkLst>
        </pc:grpChg>
        <pc:grpChg chg="add mod">
          <ac:chgData name="George Stephen, Reuben" userId="f36fcdba-2387-45bd-94a7-0c45a8a9ccec" providerId="ADAL" clId="{BC99568D-E332-4972-9E17-1E2363425709}" dt="2024-05-03T23:47:43.420" v="2993" actId="1076"/>
          <ac:grpSpMkLst>
            <pc:docMk/>
            <pc:sldMk cId="1295355165" sldId="1734"/>
            <ac:grpSpMk id="11" creationId="{F5ABB5C6-2632-C7F2-C57E-D4E9357368DB}"/>
          </ac:grpSpMkLst>
        </pc:grpChg>
        <pc:grpChg chg="add mod">
          <ac:chgData name="George Stephen, Reuben" userId="f36fcdba-2387-45bd-94a7-0c45a8a9ccec" providerId="ADAL" clId="{BC99568D-E332-4972-9E17-1E2363425709}" dt="2024-05-03T23:47:35.353" v="2990" actId="164"/>
          <ac:grpSpMkLst>
            <pc:docMk/>
            <pc:sldMk cId="1295355165" sldId="1734"/>
            <ac:grpSpMk id="14" creationId="{30EB2853-5317-7D58-9063-95D4D31BD024}"/>
          </ac:grpSpMkLst>
        </pc:grpChg>
        <pc:grpChg chg="add del mod">
          <ac:chgData name="George Stephen, Reuben" userId="f36fcdba-2387-45bd-94a7-0c45a8a9ccec" providerId="ADAL" clId="{BC99568D-E332-4972-9E17-1E2363425709}" dt="2024-05-03T23:48:12.878" v="3003" actId="165"/>
          <ac:grpSpMkLst>
            <pc:docMk/>
            <pc:sldMk cId="1295355165" sldId="1734"/>
            <ac:grpSpMk id="15" creationId="{F4981099-ACC0-0DED-4F66-91099EBA92C8}"/>
          </ac:grpSpMkLst>
        </pc:grpChg>
        <pc:grpChg chg="add del mod">
          <ac:chgData name="George Stephen, Reuben" userId="f36fcdba-2387-45bd-94a7-0c45a8a9ccec" providerId="ADAL" clId="{BC99568D-E332-4972-9E17-1E2363425709}" dt="2024-05-03T23:48:21.890" v="3005" actId="165"/>
          <ac:grpSpMkLst>
            <pc:docMk/>
            <pc:sldMk cId="1295355165" sldId="1734"/>
            <ac:grpSpMk id="18" creationId="{A90CC7F1-B364-9841-6265-C88A00FDACE4}"/>
          </ac:grpSpMkLst>
        </pc:grpChg>
        <pc:grpChg chg="add mod">
          <ac:chgData name="George Stephen, Reuben" userId="f36fcdba-2387-45bd-94a7-0c45a8a9ccec" providerId="ADAL" clId="{BC99568D-E332-4972-9E17-1E2363425709}" dt="2024-05-03T23:48:40.025" v="3009" actId="164"/>
          <ac:grpSpMkLst>
            <pc:docMk/>
            <pc:sldMk cId="1295355165" sldId="1734"/>
            <ac:grpSpMk id="21" creationId="{2D0D4465-8845-7F69-8828-106016E89A46}"/>
          </ac:grpSpMkLst>
        </pc:grpChg>
        <pc:grpChg chg="add mod">
          <ac:chgData name="George Stephen, Reuben" userId="f36fcdba-2387-45bd-94a7-0c45a8a9ccec" providerId="ADAL" clId="{BC99568D-E332-4972-9E17-1E2363425709}" dt="2024-05-03T23:48:44.740" v="3010" actId="164"/>
          <ac:grpSpMkLst>
            <pc:docMk/>
            <pc:sldMk cId="1295355165" sldId="1734"/>
            <ac:grpSpMk id="22" creationId="{CD562321-E9F9-3E14-6ECA-65C9D3D05FB5}"/>
          </ac:grpSpMkLst>
        </pc:grpChg>
      </pc:sldChg>
      <pc:sldChg chg="del">
        <pc:chgData name="George Stephen, Reuben" userId="f36fcdba-2387-45bd-94a7-0c45a8a9ccec" providerId="ADAL" clId="{BC99568D-E332-4972-9E17-1E2363425709}" dt="2024-05-03T23:51:55.489" v="3246" actId="47"/>
        <pc:sldMkLst>
          <pc:docMk/>
          <pc:sldMk cId="3754432565" sldId="1735"/>
        </pc:sldMkLst>
      </pc:sldChg>
      <pc:sldChg chg="del">
        <pc:chgData name="George Stephen, Reuben" userId="f36fcdba-2387-45bd-94a7-0c45a8a9ccec" providerId="ADAL" clId="{BC99568D-E332-4972-9E17-1E2363425709}" dt="2024-05-03T23:51:55.489" v="3246" actId="47"/>
        <pc:sldMkLst>
          <pc:docMk/>
          <pc:sldMk cId="2513945100" sldId="1736"/>
        </pc:sldMkLst>
      </pc:sldChg>
      <pc:sldChg chg="del">
        <pc:chgData name="George Stephen, Reuben" userId="f36fcdba-2387-45bd-94a7-0c45a8a9ccec" providerId="ADAL" clId="{BC99568D-E332-4972-9E17-1E2363425709}" dt="2024-05-03T23:51:55.489" v="3246" actId="47"/>
        <pc:sldMkLst>
          <pc:docMk/>
          <pc:sldMk cId="2463782710" sldId="1737"/>
        </pc:sldMkLst>
      </pc:sldChg>
      <pc:sldChg chg="del">
        <pc:chgData name="George Stephen, Reuben" userId="f36fcdba-2387-45bd-94a7-0c45a8a9ccec" providerId="ADAL" clId="{BC99568D-E332-4972-9E17-1E2363425709}" dt="2024-05-03T23:51:55.489" v="3246" actId="47"/>
        <pc:sldMkLst>
          <pc:docMk/>
          <pc:sldMk cId="4273132019" sldId="1738"/>
        </pc:sldMkLst>
      </pc:sldChg>
      <pc:sldChg chg="del">
        <pc:chgData name="George Stephen, Reuben" userId="f36fcdba-2387-45bd-94a7-0c45a8a9ccec" providerId="ADAL" clId="{BC99568D-E332-4972-9E17-1E2363425709}" dt="2024-05-03T23:51:55.489" v="3246" actId="47"/>
        <pc:sldMkLst>
          <pc:docMk/>
          <pc:sldMk cId="2794142871" sldId="1739"/>
        </pc:sldMkLst>
      </pc:sldChg>
      <pc:sldChg chg="del">
        <pc:chgData name="George Stephen, Reuben" userId="f36fcdba-2387-45bd-94a7-0c45a8a9ccec" providerId="ADAL" clId="{BC99568D-E332-4972-9E17-1E2363425709}" dt="2024-05-03T23:51:55.489" v="3246" actId="47"/>
        <pc:sldMkLst>
          <pc:docMk/>
          <pc:sldMk cId="2611412813" sldId="1740"/>
        </pc:sldMkLst>
      </pc:sldChg>
      <pc:sldChg chg="del">
        <pc:chgData name="George Stephen, Reuben" userId="f36fcdba-2387-45bd-94a7-0c45a8a9ccec" providerId="ADAL" clId="{BC99568D-E332-4972-9E17-1E2363425709}" dt="2024-05-03T23:51:55.489" v="3246" actId="47"/>
        <pc:sldMkLst>
          <pc:docMk/>
          <pc:sldMk cId="1866550668" sldId="1741"/>
        </pc:sldMkLst>
      </pc:sldChg>
      <pc:sldChg chg="del">
        <pc:chgData name="George Stephen, Reuben" userId="f36fcdba-2387-45bd-94a7-0c45a8a9ccec" providerId="ADAL" clId="{BC99568D-E332-4972-9E17-1E2363425709}" dt="2024-05-03T23:51:55.489" v="3246" actId="47"/>
        <pc:sldMkLst>
          <pc:docMk/>
          <pc:sldMk cId="3680165077" sldId="1742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3812564887" sldId="1743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1029213704" sldId="1744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1642257524" sldId="1745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1651011690" sldId="1746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3351636746" sldId="1747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1410828981" sldId="1748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1722749415" sldId="1749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492354241" sldId="1750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2164642768" sldId="1751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2292684970" sldId="1752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573143800" sldId="1753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1574146563" sldId="1754"/>
        </pc:sldMkLst>
      </pc:sldChg>
      <pc:sldChg chg="del">
        <pc:chgData name="George Stephen, Reuben" userId="f36fcdba-2387-45bd-94a7-0c45a8a9ccec" providerId="ADAL" clId="{BC99568D-E332-4972-9E17-1E2363425709}" dt="2024-05-04T00:10:07.886" v="3856" actId="47"/>
        <pc:sldMkLst>
          <pc:docMk/>
          <pc:sldMk cId="782681732" sldId="1755"/>
        </pc:sldMkLst>
      </pc:sldChg>
      <pc:sldChg chg="del">
        <pc:chgData name="George Stephen, Reuben" userId="f36fcdba-2387-45bd-94a7-0c45a8a9ccec" providerId="ADAL" clId="{BC99568D-E332-4972-9E17-1E2363425709}" dt="2024-05-04T01:21:10.773" v="4090" actId="47"/>
        <pc:sldMkLst>
          <pc:docMk/>
          <pc:sldMk cId="3186971596" sldId="1756"/>
        </pc:sldMkLst>
      </pc:sldChg>
      <pc:sldChg chg="del">
        <pc:chgData name="George Stephen, Reuben" userId="f36fcdba-2387-45bd-94a7-0c45a8a9ccec" providerId="ADAL" clId="{BC99568D-E332-4972-9E17-1E2363425709}" dt="2024-05-04T01:21:10.773" v="4090" actId="47"/>
        <pc:sldMkLst>
          <pc:docMk/>
          <pc:sldMk cId="68019329" sldId="1757"/>
        </pc:sldMkLst>
      </pc:sldChg>
      <pc:sldChg chg="modSp mod">
        <pc:chgData name="George Stephen, Reuben" userId="f36fcdba-2387-45bd-94a7-0c45a8a9ccec" providerId="ADAL" clId="{BC99568D-E332-4972-9E17-1E2363425709}" dt="2024-05-04T01:21:48.628" v="4093" actId="20577"/>
        <pc:sldMkLst>
          <pc:docMk/>
          <pc:sldMk cId="2073351709" sldId="1758"/>
        </pc:sldMkLst>
        <pc:spChg chg="mod">
          <ac:chgData name="George Stephen, Reuben" userId="f36fcdba-2387-45bd-94a7-0c45a8a9ccec" providerId="ADAL" clId="{BC99568D-E332-4972-9E17-1E2363425709}" dt="2024-05-04T01:21:48.628" v="4093" actId="20577"/>
          <ac:spMkLst>
            <pc:docMk/>
            <pc:sldMk cId="2073351709" sldId="1758"/>
            <ac:spMk id="2" creationId="{00000000-0000-0000-0000-000000000000}"/>
          </ac:spMkLst>
        </pc:spChg>
      </pc:sldChg>
      <pc:sldChg chg="del">
        <pc:chgData name="George Stephen, Reuben" userId="f36fcdba-2387-45bd-94a7-0c45a8a9ccec" providerId="ADAL" clId="{BC99568D-E332-4972-9E17-1E2363425709}" dt="2024-05-04T01:40:59.318" v="5119" actId="47"/>
        <pc:sldMkLst>
          <pc:docMk/>
          <pc:sldMk cId="3040895271" sldId="1759"/>
        </pc:sldMkLst>
      </pc:sldChg>
      <pc:sldChg chg="del">
        <pc:chgData name="George Stephen, Reuben" userId="f36fcdba-2387-45bd-94a7-0c45a8a9ccec" providerId="ADAL" clId="{BC99568D-E332-4972-9E17-1E2363425709}" dt="2024-05-04T01:40:59.318" v="5119" actId="47"/>
        <pc:sldMkLst>
          <pc:docMk/>
          <pc:sldMk cId="3696153613" sldId="1760"/>
        </pc:sldMkLst>
      </pc:sldChg>
      <pc:sldChg chg="del">
        <pc:chgData name="George Stephen, Reuben" userId="f36fcdba-2387-45bd-94a7-0c45a8a9ccec" providerId="ADAL" clId="{BC99568D-E332-4972-9E17-1E2363425709}" dt="2024-05-04T01:40:59.318" v="5119" actId="47"/>
        <pc:sldMkLst>
          <pc:docMk/>
          <pc:sldMk cId="3575758634" sldId="1761"/>
        </pc:sldMkLst>
      </pc:sldChg>
      <pc:sldChg chg="del">
        <pc:chgData name="George Stephen, Reuben" userId="f36fcdba-2387-45bd-94a7-0c45a8a9ccec" providerId="ADAL" clId="{BC99568D-E332-4972-9E17-1E2363425709}" dt="2024-05-04T01:40:59.318" v="5119" actId="47"/>
        <pc:sldMkLst>
          <pc:docMk/>
          <pc:sldMk cId="3057697972" sldId="1762"/>
        </pc:sldMkLst>
      </pc:sldChg>
      <pc:sldChg chg="del">
        <pc:chgData name="George Stephen, Reuben" userId="f36fcdba-2387-45bd-94a7-0c45a8a9ccec" providerId="ADAL" clId="{BC99568D-E332-4972-9E17-1E2363425709}" dt="2024-05-04T01:40:59.318" v="5119" actId="47"/>
        <pc:sldMkLst>
          <pc:docMk/>
          <pc:sldMk cId="4100383940" sldId="1763"/>
        </pc:sldMkLst>
      </pc:sldChg>
      <pc:sldChg chg="del">
        <pc:chgData name="George Stephen, Reuben" userId="f36fcdba-2387-45bd-94a7-0c45a8a9ccec" providerId="ADAL" clId="{BC99568D-E332-4972-9E17-1E2363425709}" dt="2024-05-04T01:40:59.318" v="5119" actId="47"/>
        <pc:sldMkLst>
          <pc:docMk/>
          <pc:sldMk cId="631600823" sldId="1764"/>
        </pc:sldMkLst>
      </pc:sldChg>
      <pc:sldChg chg="del">
        <pc:chgData name="George Stephen, Reuben" userId="f36fcdba-2387-45bd-94a7-0c45a8a9ccec" providerId="ADAL" clId="{BC99568D-E332-4972-9E17-1E2363425709}" dt="2024-05-04T01:40:59.318" v="5119" actId="47"/>
        <pc:sldMkLst>
          <pc:docMk/>
          <pc:sldMk cId="3749661622" sldId="1765"/>
        </pc:sldMkLst>
      </pc:sldChg>
      <pc:sldChg chg="addSp delSp modSp mod">
        <pc:chgData name="George Stephen, Reuben" userId="f36fcdba-2387-45bd-94a7-0c45a8a9ccec" providerId="ADAL" clId="{BC99568D-E332-4972-9E17-1E2363425709}" dt="2024-05-04T02:07:22.740" v="6321" actId="20577"/>
        <pc:sldMkLst>
          <pc:docMk/>
          <pc:sldMk cId="3140970812" sldId="1766"/>
        </pc:sldMkLst>
        <pc:spChg chg="mod">
          <ac:chgData name="George Stephen, Reuben" userId="f36fcdba-2387-45bd-94a7-0c45a8a9ccec" providerId="ADAL" clId="{BC99568D-E332-4972-9E17-1E2363425709}" dt="2024-05-04T01:45:14.434" v="5296" actId="20577"/>
          <ac:spMkLst>
            <pc:docMk/>
            <pc:sldMk cId="3140970812" sldId="1766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4T01:49:50.439" v="5554" actId="12788"/>
          <ac:spMkLst>
            <pc:docMk/>
            <pc:sldMk cId="3140970812" sldId="1766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50:00.867" v="5557" actId="12788"/>
          <ac:spMkLst>
            <pc:docMk/>
            <pc:sldMk cId="3140970812" sldId="1766"/>
            <ac:spMk id="4" creationId="{A9E52683-AECA-33B6-F5AB-C8CBD215CF08}"/>
          </ac:spMkLst>
        </pc:spChg>
        <pc:spChg chg="mod topLvl">
          <ac:chgData name="George Stephen, Reuben" userId="f36fcdba-2387-45bd-94a7-0c45a8a9ccec" providerId="ADAL" clId="{BC99568D-E332-4972-9E17-1E2363425709}" dt="2024-05-04T01:43:35.858" v="5137" actId="164"/>
          <ac:spMkLst>
            <pc:docMk/>
            <pc:sldMk cId="3140970812" sldId="1766"/>
            <ac:spMk id="10" creationId="{79E8809B-28EC-67C4-E6C8-4BDE909EB18F}"/>
          </ac:spMkLst>
        </pc:spChg>
        <pc:spChg chg="mod topLvl">
          <ac:chgData name="George Stephen, Reuben" userId="f36fcdba-2387-45bd-94a7-0c45a8a9ccec" providerId="ADAL" clId="{BC99568D-E332-4972-9E17-1E2363425709}" dt="2024-05-04T01:43:35.858" v="5137" actId="164"/>
          <ac:spMkLst>
            <pc:docMk/>
            <pc:sldMk cId="3140970812" sldId="1766"/>
            <ac:spMk id="11" creationId="{BF9AA9E6-CB00-2AAD-CB53-573C96E04340}"/>
          </ac:spMkLst>
        </pc:spChg>
        <pc:spChg chg="mod">
          <ac:chgData name="George Stephen, Reuben" userId="f36fcdba-2387-45bd-94a7-0c45a8a9ccec" providerId="ADAL" clId="{BC99568D-E332-4972-9E17-1E2363425709}" dt="2024-05-04T02:07:22.740" v="6321" actId="20577"/>
          <ac:spMkLst>
            <pc:docMk/>
            <pc:sldMk cId="3140970812" sldId="1766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BC99568D-E332-4972-9E17-1E2363425709}" dt="2024-05-04T01:44:21.670" v="5281"/>
          <ac:spMkLst>
            <pc:docMk/>
            <pc:sldMk cId="3140970812" sldId="1766"/>
            <ac:spMk id="15" creationId="{05092948-95A1-A07C-E570-1BBA64269FAF}"/>
          </ac:spMkLst>
        </pc:spChg>
        <pc:spChg chg="mod">
          <ac:chgData name="George Stephen, Reuben" userId="f36fcdba-2387-45bd-94a7-0c45a8a9ccec" providerId="ADAL" clId="{BC99568D-E332-4972-9E17-1E2363425709}" dt="2024-05-04T01:44:21.670" v="5281"/>
          <ac:spMkLst>
            <pc:docMk/>
            <pc:sldMk cId="3140970812" sldId="1766"/>
            <ac:spMk id="16" creationId="{C4561E1D-ABCC-82B6-6E13-D62030703091}"/>
          </ac:spMkLst>
        </pc:spChg>
        <pc:grpChg chg="del">
          <ac:chgData name="George Stephen, Reuben" userId="f36fcdba-2387-45bd-94a7-0c45a8a9ccec" providerId="ADAL" clId="{BC99568D-E332-4972-9E17-1E2363425709}" dt="2024-05-04T01:44:27.941" v="5283" actId="478"/>
          <ac:grpSpMkLst>
            <pc:docMk/>
            <pc:sldMk cId="3140970812" sldId="1766"/>
            <ac:grpSpMk id="6" creationId="{1575E0D8-694A-CB07-6B09-398DA46FDA6B}"/>
          </ac:grpSpMkLst>
        </pc:grpChg>
        <pc:grpChg chg="del mod">
          <ac:chgData name="George Stephen, Reuben" userId="f36fcdba-2387-45bd-94a7-0c45a8a9ccec" providerId="ADAL" clId="{BC99568D-E332-4972-9E17-1E2363425709}" dt="2024-05-04T01:43:06.263" v="5131" actId="165"/>
          <ac:grpSpMkLst>
            <pc:docMk/>
            <pc:sldMk cId="3140970812" sldId="1766"/>
            <ac:grpSpMk id="9" creationId="{91D8DF25-F973-D99B-C822-4D9C54D3D554}"/>
          </ac:grpSpMkLst>
        </pc:grpChg>
        <pc:grpChg chg="add mod">
          <ac:chgData name="George Stephen, Reuben" userId="f36fcdba-2387-45bd-94a7-0c45a8a9ccec" providerId="ADAL" clId="{BC99568D-E332-4972-9E17-1E2363425709}" dt="2024-05-04T01:50:06.047" v="5558" actId="1076"/>
          <ac:grpSpMkLst>
            <pc:docMk/>
            <pc:sldMk cId="3140970812" sldId="1766"/>
            <ac:grpSpMk id="12" creationId="{85255164-008A-63F7-2F85-28836A2174B0}"/>
          </ac:grpSpMkLst>
        </pc:grpChg>
        <pc:grpChg chg="add mod">
          <ac:chgData name="George Stephen, Reuben" userId="f36fcdba-2387-45bd-94a7-0c45a8a9ccec" providerId="ADAL" clId="{BC99568D-E332-4972-9E17-1E2363425709}" dt="2024-05-04T01:49:56.155" v="5555" actId="1076"/>
          <ac:grpSpMkLst>
            <pc:docMk/>
            <pc:sldMk cId="3140970812" sldId="1766"/>
            <ac:grpSpMk id="14" creationId="{5E53F700-EE64-82B9-D720-8E42A1F882A2}"/>
          </ac:grpSpMkLst>
        </pc:grpChg>
      </pc:sldChg>
      <pc:sldChg chg="del">
        <pc:chgData name="George Stephen, Reuben" userId="f36fcdba-2387-45bd-94a7-0c45a8a9ccec" providerId="ADAL" clId="{BC99568D-E332-4972-9E17-1E2363425709}" dt="2024-05-04T02:06:06.123" v="6276" actId="47"/>
        <pc:sldMkLst>
          <pc:docMk/>
          <pc:sldMk cId="1864090104" sldId="1767"/>
        </pc:sldMkLst>
      </pc:sldChg>
      <pc:sldChg chg="del">
        <pc:chgData name="George Stephen, Reuben" userId="f36fcdba-2387-45bd-94a7-0c45a8a9ccec" providerId="ADAL" clId="{BC99568D-E332-4972-9E17-1E2363425709}" dt="2024-05-04T02:06:06.123" v="6276" actId="47"/>
        <pc:sldMkLst>
          <pc:docMk/>
          <pc:sldMk cId="1783249754" sldId="1768"/>
        </pc:sldMkLst>
      </pc:sldChg>
      <pc:sldChg chg="del">
        <pc:chgData name="George Stephen, Reuben" userId="f36fcdba-2387-45bd-94a7-0c45a8a9ccec" providerId="ADAL" clId="{BC99568D-E332-4972-9E17-1E2363425709}" dt="2024-05-04T02:06:06.123" v="6276" actId="47"/>
        <pc:sldMkLst>
          <pc:docMk/>
          <pc:sldMk cId="2923231738" sldId="1769"/>
        </pc:sldMkLst>
      </pc:sldChg>
      <pc:sldChg chg="del">
        <pc:chgData name="George Stephen, Reuben" userId="f36fcdba-2387-45bd-94a7-0c45a8a9ccec" providerId="ADAL" clId="{BC99568D-E332-4972-9E17-1E2363425709}" dt="2024-05-04T02:06:06.123" v="6276" actId="47"/>
        <pc:sldMkLst>
          <pc:docMk/>
          <pc:sldMk cId="3671670141" sldId="1770"/>
        </pc:sldMkLst>
      </pc:sldChg>
      <pc:sldChg chg="del">
        <pc:chgData name="George Stephen, Reuben" userId="f36fcdba-2387-45bd-94a7-0c45a8a9ccec" providerId="ADAL" clId="{BC99568D-E332-4972-9E17-1E2363425709}" dt="2024-05-04T02:06:06.123" v="6276" actId="47"/>
        <pc:sldMkLst>
          <pc:docMk/>
          <pc:sldMk cId="1428219498" sldId="1771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2563424931" sldId="1772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4177508014" sldId="1773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151162616" sldId="1774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2806770528" sldId="1775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2422163626" sldId="1776"/>
        </pc:sldMkLst>
      </pc:sldChg>
      <pc:sldChg chg="del">
        <pc:chgData name="George Stephen, Reuben" userId="f36fcdba-2387-45bd-94a7-0c45a8a9ccec" providerId="ADAL" clId="{BC99568D-E332-4972-9E17-1E2363425709}" dt="2024-05-03T22:24:04.366" v="634" actId="47"/>
        <pc:sldMkLst>
          <pc:docMk/>
          <pc:sldMk cId="424904411" sldId="1777"/>
        </pc:sldMkLst>
      </pc:sldChg>
      <pc:sldChg chg="del">
        <pc:chgData name="George Stephen, Reuben" userId="f36fcdba-2387-45bd-94a7-0c45a8a9ccec" providerId="ADAL" clId="{BC99568D-E332-4972-9E17-1E2363425709}" dt="2024-05-03T22:24:14.910" v="635" actId="47"/>
        <pc:sldMkLst>
          <pc:docMk/>
          <pc:sldMk cId="860562093" sldId="1778"/>
        </pc:sldMkLst>
      </pc:sldChg>
      <pc:sldChg chg="del">
        <pc:chgData name="George Stephen, Reuben" userId="f36fcdba-2387-45bd-94a7-0c45a8a9ccec" providerId="ADAL" clId="{BC99568D-E332-4972-9E17-1E2363425709}" dt="2024-05-03T22:24:14.910" v="635" actId="47"/>
        <pc:sldMkLst>
          <pc:docMk/>
          <pc:sldMk cId="3863245959" sldId="1779"/>
        </pc:sldMkLst>
      </pc:sldChg>
      <pc:sldChg chg="delSp modSp add mod">
        <pc:chgData name="George Stephen, Reuben" userId="f36fcdba-2387-45bd-94a7-0c45a8a9ccec" providerId="ADAL" clId="{BC99568D-E332-4972-9E17-1E2363425709}" dt="2024-05-04T02:38:46.795" v="6699" actId="1076"/>
        <pc:sldMkLst>
          <pc:docMk/>
          <pc:sldMk cId="2370377695" sldId="1780"/>
        </pc:sldMkLst>
        <pc:spChg chg="mod">
          <ac:chgData name="George Stephen, Reuben" userId="f36fcdba-2387-45bd-94a7-0c45a8a9ccec" providerId="ADAL" clId="{BC99568D-E332-4972-9E17-1E2363425709}" dt="2024-05-03T22:17:41.566" v="295" actId="20577"/>
          <ac:spMkLst>
            <pc:docMk/>
            <pc:sldMk cId="2370377695" sldId="1780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BC99568D-E332-4972-9E17-1E2363425709}" dt="2024-05-03T22:13:57.842" v="186" actId="12788"/>
          <ac:spMkLst>
            <pc:docMk/>
            <pc:sldMk cId="2370377695" sldId="1780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BC99568D-E332-4972-9E17-1E2363425709}" dt="2024-05-03T22:23:39.317" v="632" actId="20577"/>
          <ac:spMkLst>
            <pc:docMk/>
            <pc:sldMk cId="2370377695" sldId="178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BC99568D-E332-4972-9E17-1E2363425709}" dt="2024-05-04T02:38:42.582" v="6698" actId="12788"/>
          <ac:spMkLst>
            <pc:docMk/>
            <pc:sldMk cId="2370377695" sldId="1780"/>
            <ac:spMk id="7" creationId="{094E9A69-B612-35E4-DEEF-5092DA0A0A97}"/>
          </ac:spMkLst>
        </pc:spChg>
        <pc:grpChg chg="mod">
          <ac:chgData name="George Stephen, Reuben" userId="f36fcdba-2387-45bd-94a7-0c45a8a9ccec" providerId="ADAL" clId="{BC99568D-E332-4972-9E17-1E2363425709}" dt="2024-05-04T02:38:46.795" v="6699" actId="1076"/>
          <ac:grpSpMkLst>
            <pc:docMk/>
            <pc:sldMk cId="2370377695" sldId="1780"/>
            <ac:grpSpMk id="10" creationId="{35AEBBFD-FB21-71B8-8F48-14CBD6778FF3}"/>
          </ac:grpSpMkLst>
        </pc:grpChg>
        <pc:grpChg chg="del">
          <ac:chgData name="George Stephen, Reuben" userId="f36fcdba-2387-45bd-94a7-0c45a8a9ccec" providerId="ADAL" clId="{BC99568D-E332-4972-9E17-1E2363425709}" dt="2024-05-03T22:14:55.019" v="282" actId="478"/>
          <ac:grpSpMkLst>
            <pc:docMk/>
            <pc:sldMk cId="2370377695" sldId="1780"/>
            <ac:grpSpMk id="11" creationId="{8894E9EC-F971-47D9-E070-90F3FDD331DD}"/>
          </ac:grpSpMkLst>
        </pc:grpChg>
      </pc:sldChg>
      <pc:sldChg chg="delSp modSp add mod">
        <pc:chgData name="George Stephen, Reuben" userId="f36fcdba-2387-45bd-94a7-0c45a8a9ccec" providerId="ADAL" clId="{BC99568D-E332-4972-9E17-1E2363425709}" dt="2024-05-04T02:38:29.945" v="6695" actId="12788"/>
        <pc:sldMkLst>
          <pc:docMk/>
          <pc:sldMk cId="2250771736" sldId="1781"/>
        </pc:sldMkLst>
        <pc:spChg chg="mod">
          <ac:chgData name="George Stephen, Reuben" userId="f36fcdba-2387-45bd-94a7-0c45a8a9ccec" providerId="ADAL" clId="{BC99568D-E332-4972-9E17-1E2363425709}" dt="2024-05-03T22:17:46.162" v="297" actId="20577"/>
          <ac:spMkLst>
            <pc:docMk/>
            <pc:sldMk cId="2250771736" sldId="1781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BC99568D-E332-4972-9E17-1E2363425709}" dt="2024-05-04T02:38:29.945" v="6695" actId="12788"/>
          <ac:spMkLst>
            <pc:docMk/>
            <pc:sldMk cId="2250771736" sldId="1781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BC99568D-E332-4972-9E17-1E2363425709}" dt="2024-05-03T22:23:32.312" v="629" actId="20577"/>
          <ac:spMkLst>
            <pc:docMk/>
            <pc:sldMk cId="2250771736" sldId="1781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BC99568D-E332-4972-9E17-1E2363425709}" dt="2024-05-04T02:38:21.626" v="6693" actId="12788"/>
          <ac:spMkLst>
            <pc:docMk/>
            <pc:sldMk cId="2250771736" sldId="1781"/>
            <ac:spMk id="7" creationId="{094E9A69-B612-35E4-DEEF-5092DA0A0A97}"/>
          </ac:spMkLst>
        </pc:spChg>
        <pc:grpChg chg="del">
          <ac:chgData name="George Stephen, Reuben" userId="f36fcdba-2387-45bd-94a7-0c45a8a9ccec" providerId="ADAL" clId="{BC99568D-E332-4972-9E17-1E2363425709}" dt="2024-05-03T22:19:12.036" v="410" actId="478"/>
          <ac:grpSpMkLst>
            <pc:docMk/>
            <pc:sldMk cId="2250771736" sldId="1781"/>
            <ac:grpSpMk id="10" creationId="{35AEBBFD-FB21-71B8-8F48-14CBD6778FF3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4T02:39:10.123" v="6704" actId="12788"/>
        <pc:sldMkLst>
          <pc:docMk/>
          <pc:sldMk cId="2587544067" sldId="1782"/>
        </pc:sldMkLst>
        <pc:spChg chg="mod">
          <ac:chgData name="George Stephen, Reuben" userId="f36fcdba-2387-45bd-94a7-0c45a8a9ccec" providerId="ADAL" clId="{BC99568D-E332-4972-9E17-1E2363425709}" dt="2024-05-04T02:39:10.123" v="6704" actId="12788"/>
          <ac:spMkLst>
            <pc:docMk/>
            <pc:sldMk cId="2587544067" sldId="1782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BC99568D-E332-4972-9E17-1E2363425709}" dt="2024-05-03T22:23:24.686" v="626" actId="20577"/>
          <ac:spMkLst>
            <pc:docMk/>
            <pc:sldMk cId="2587544067" sldId="1782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BC99568D-E332-4972-9E17-1E2363425709}" dt="2024-05-04T02:39:01.183" v="6701" actId="12788"/>
          <ac:spMkLst>
            <pc:docMk/>
            <pc:sldMk cId="2587544067" sldId="1782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39:51.171" v="6708" actId="12788"/>
        <pc:sldMkLst>
          <pc:docMk/>
          <pc:sldMk cId="3750431086" sldId="1783"/>
        </pc:sldMkLst>
        <pc:spChg chg="mod">
          <ac:chgData name="George Stephen, Reuben" userId="f36fcdba-2387-45bd-94a7-0c45a8a9ccec" providerId="ADAL" clId="{BC99568D-E332-4972-9E17-1E2363425709}" dt="2024-05-04T02:39:48.459" v="6707" actId="12788"/>
          <ac:spMkLst>
            <pc:docMk/>
            <pc:sldMk cId="3750431086" sldId="1783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BC99568D-E332-4972-9E17-1E2363425709}" dt="2024-05-03T22:23:18.530" v="623" actId="20577"/>
          <ac:spMkLst>
            <pc:docMk/>
            <pc:sldMk cId="3750431086" sldId="1783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BC99568D-E332-4972-9E17-1E2363425709}" dt="2024-05-04T02:39:51.171" v="6708" actId="12788"/>
          <ac:spMkLst>
            <pc:docMk/>
            <pc:sldMk cId="3750431086" sldId="1783"/>
            <ac:spMk id="7" creationId="{094E9A69-B612-35E4-DEEF-5092DA0A0A97}"/>
          </ac:spMkLst>
        </pc:spChg>
      </pc:sldChg>
      <pc:sldChg chg="modSp add del mod">
        <pc:chgData name="George Stephen, Reuben" userId="f36fcdba-2387-45bd-94a7-0c45a8a9ccec" providerId="ADAL" clId="{BC99568D-E332-4972-9E17-1E2363425709}" dt="2024-05-04T02:40:15.944" v="6710" actId="47"/>
        <pc:sldMkLst>
          <pc:docMk/>
          <pc:sldMk cId="933375520" sldId="1784"/>
        </pc:sldMkLst>
        <pc:spChg chg="mod">
          <ac:chgData name="George Stephen, Reuben" userId="f36fcdba-2387-45bd-94a7-0c45a8a9ccec" providerId="ADAL" clId="{BC99568D-E332-4972-9E17-1E2363425709}" dt="2024-05-03T22:23:11.838" v="620" actId="20577"/>
          <ac:spMkLst>
            <pc:docMk/>
            <pc:sldMk cId="933375520" sldId="1784"/>
            <ac:spMk id="4" creationId="{11638D45-CE17-40C1-F11F-770D918C473D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42:55.839" v="6720"/>
        <pc:sldMkLst>
          <pc:docMk/>
          <pc:sldMk cId="3560470871" sldId="1785"/>
        </pc:sldMkLst>
        <pc:spChg chg="mod">
          <ac:chgData name="George Stephen, Reuben" userId="f36fcdba-2387-45bd-94a7-0c45a8a9ccec" providerId="ADAL" clId="{BC99568D-E332-4972-9E17-1E2363425709}" dt="2024-05-03T22:44:09.529" v="1520"/>
          <ac:spMkLst>
            <pc:docMk/>
            <pc:sldMk cId="3560470871" sldId="1785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BC99568D-E332-4972-9E17-1E2363425709}" dt="2024-05-04T02:42:07.707" v="6717"/>
          <ac:spMkLst>
            <pc:docMk/>
            <pc:sldMk cId="3560470871" sldId="1785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BC99568D-E332-4972-9E17-1E2363425709}" dt="2024-05-04T02:42:55.839" v="6720"/>
          <ac:spMkLst>
            <pc:docMk/>
            <pc:sldMk cId="3560470871" sldId="1785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BC99568D-E332-4972-9E17-1E2363425709}" dt="2024-05-03T22:43:25.675" v="1505" actId="20577"/>
          <ac:spMkLst>
            <pc:docMk/>
            <pc:sldMk cId="3560470871" sldId="1785"/>
            <ac:spMk id="5" creationId="{CAE21420-34C8-30C5-50CE-1D01ED744F93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43:00.195" v="6721"/>
        <pc:sldMkLst>
          <pc:docMk/>
          <pc:sldMk cId="484326163" sldId="1786"/>
        </pc:sldMkLst>
        <pc:spChg chg="mod">
          <ac:chgData name="George Stephen, Reuben" userId="f36fcdba-2387-45bd-94a7-0c45a8a9ccec" providerId="ADAL" clId="{BC99568D-E332-4972-9E17-1E2363425709}" dt="2024-05-03T22:44:15.516" v="1522"/>
          <ac:spMkLst>
            <pc:docMk/>
            <pc:sldMk cId="484326163" sldId="1786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BC99568D-E332-4972-9E17-1E2363425709}" dt="2024-05-04T02:42:11.615" v="6718"/>
          <ac:spMkLst>
            <pc:docMk/>
            <pc:sldMk cId="484326163" sldId="1786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BC99568D-E332-4972-9E17-1E2363425709}" dt="2024-05-04T02:43:00.195" v="6721"/>
          <ac:spMkLst>
            <pc:docMk/>
            <pc:sldMk cId="484326163" sldId="1786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BC99568D-E332-4972-9E17-1E2363425709}" dt="2024-05-03T22:43:05.351" v="1499" actId="20577"/>
          <ac:spMkLst>
            <pc:docMk/>
            <pc:sldMk cId="484326163" sldId="1786"/>
            <ac:spMk id="5" creationId="{CAE21420-34C8-30C5-50CE-1D01ED744F93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43:39.212" v="6723"/>
        <pc:sldMkLst>
          <pc:docMk/>
          <pc:sldMk cId="912870788" sldId="1787"/>
        </pc:sldMkLst>
        <pc:spChg chg="mod">
          <ac:chgData name="George Stephen, Reuben" userId="f36fcdba-2387-45bd-94a7-0c45a8a9ccec" providerId="ADAL" clId="{BC99568D-E332-4972-9E17-1E2363425709}" dt="2024-05-03T22:44:22.564" v="1524"/>
          <ac:spMkLst>
            <pc:docMk/>
            <pc:sldMk cId="912870788" sldId="1787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BC99568D-E332-4972-9E17-1E2363425709}" dt="2024-05-04T02:42:14.948" v="6719"/>
          <ac:spMkLst>
            <pc:docMk/>
            <pc:sldMk cId="912870788" sldId="1787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BC99568D-E332-4972-9E17-1E2363425709}" dt="2024-05-04T02:43:39.212" v="6723"/>
          <ac:spMkLst>
            <pc:docMk/>
            <pc:sldMk cId="912870788" sldId="1787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BC99568D-E332-4972-9E17-1E2363425709}" dt="2024-05-03T22:42:50.899" v="1489" actId="20577"/>
          <ac:spMkLst>
            <pc:docMk/>
            <pc:sldMk cId="912870788" sldId="1787"/>
            <ac:spMk id="5" creationId="{CAE21420-34C8-30C5-50CE-1D01ED744F93}"/>
          </ac:spMkLst>
        </pc:spChg>
      </pc:sldChg>
      <pc:sldChg chg="delSp modSp add mod">
        <pc:chgData name="George Stephen, Reuben" userId="f36fcdba-2387-45bd-94a7-0c45a8a9ccec" providerId="ADAL" clId="{BC99568D-E332-4972-9E17-1E2363425709}" dt="2024-05-04T02:48:05.046" v="6741" actId="2711"/>
        <pc:sldMkLst>
          <pc:docMk/>
          <pc:sldMk cId="1359755581" sldId="1788"/>
        </pc:sldMkLst>
        <pc:spChg chg="mod">
          <ac:chgData name="George Stephen, Reuben" userId="f36fcdba-2387-45bd-94a7-0c45a8a9ccec" providerId="ADAL" clId="{BC99568D-E332-4972-9E17-1E2363425709}" dt="2024-05-03T23:34:00.737" v="2549" actId="20577"/>
          <ac:spMkLst>
            <pc:docMk/>
            <pc:sldMk cId="1359755581" sldId="1788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3T23:32:58.619" v="2407" actId="6549"/>
          <ac:spMkLst>
            <pc:docMk/>
            <pc:sldMk cId="1359755581" sldId="1788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BC99568D-E332-4972-9E17-1E2363425709}" dt="2024-05-03T23:32:15.827" v="2393" actId="1076"/>
          <ac:spMkLst>
            <pc:docMk/>
            <pc:sldMk cId="1359755581" sldId="1788"/>
            <ac:spMk id="4" creationId="{7EA7EB42-82AD-2128-B842-DFE5D0A62ACF}"/>
          </ac:spMkLst>
        </pc:spChg>
        <pc:spChg chg="mod">
          <ac:chgData name="George Stephen, Reuben" userId="f36fcdba-2387-45bd-94a7-0c45a8a9ccec" providerId="ADAL" clId="{BC99568D-E332-4972-9E17-1E2363425709}" dt="2024-05-03T23:32:21.323" v="2394" actId="1076"/>
          <ac:spMkLst>
            <pc:docMk/>
            <pc:sldMk cId="1359755581" sldId="1788"/>
            <ac:spMk id="6" creationId="{F546AC80-ECD1-AF04-B12C-66B74FE3A481}"/>
          </ac:spMkLst>
        </pc:spChg>
        <pc:spChg chg="mod">
          <ac:chgData name="George Stephen, Reuben" userId="f36fcdba-2387-45bd-94a7-0c45a8a9ccec" providerId="ADAL" clId="{BC99568D-E332-4972-9E17-1E2363425709}" dt="2024-05-04T02:48:05.046" v="6741" actId="2711"/>
          <ac:spMkLst>
            <pc:docMk/>
            <pc:sldMk cId="1359755581" sldId="1788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39:45.551" v="2636" actId="20577"/>
          <ac:spMkLst>
            <pc:docMk/>
            <pc:sldMk cId="1359755581" sldId="1788"/>
            <ac:spMk id="13" creationId="{007BB913-9B65-46EC-B661-42A703EE22EC}"/>
          </ac:spMkLst>
        </pc:spChg>
        <pc:grpChg chg="mod">
          <ac:chgData name="George Stephen, Reuben" userId="f36fcdba-2387-45bd-94a7-0c45a8a9ccec" providerId="ADAL" clId="{BC99568D-E332-4972-9E17-1E2363425709}" dt="2024-05-03T23:32:37.241" v="2399" actId="1076"/>
          <ac:grpSpMkLst>
            <pc:docMk/>
            <pc:sldMk cId="1359755581" sldId="1788"/>
            <ac:grpSpMk id="7" creationId="{1E8B3C5E-3153-2034-A271-D418F8C0A54B}"/>
          </ac:grpSpMkLst>
        </pc:grpChg>
        <pc:grpChg chg="del">
          <ac:chgData name="George Stephen, Reuben" userId="f36fcdba-2387-45bd-94a7-0c45a8a9ccec" providerId="ADAL" clId="{BC99568D-E332-4972-9E17-1E2363425709}" dt="2024-05-03T23:33:50.508" v="2546" actId="478"/>
          <ac:grpSpMkLst>
            <pc:docMk/>
            <pc:sldMk cId="1359755581" sldId="1788"/>
            <ac:grpSpMk id="8" creationId="{4C1BDD9A-9E01-CE06-6348-94A67B390F3D}"/>
          </ac:grpSpMkLst>
        </pc:grpChg>
      </pc:sldChg>
      <pc:sldChg chg="modSp add del mod">
        <pc:chgData name="George Stephen, Reuben" userId="f36fcdba-2387-45bd-94a7-0c45a8a9ccec" providerId="ADAL" clId="{BC99568D-E332-4972-9E17-1E2363425709}" dt="2024-05-03T23:39:53.067" v="2639"/>
        <pc:sldMkLst>
          <pc:docMk/>
          <pc:sldMk cId="3025191511" sldId="1789"/>
        </pc:sldMkLst>
        <pc:spChg chg="mod">
          <ac:chgData name="George Stephen, Reuben" userId="f36fcdba-2387-45bd-94a7-0c45a8a9ccec" providerId="ADAL" clId="{BC99568D-E332-4972-9E17-1E2363425709}" dt="2024-05-03T23:39:50.914" v="2638" actId="20577"/>
          <ac:spMkLst>
            <pc:docMk/>
            <pc:sldMk cId="3025191511" sldId="1789"/>
            <ac:spMk id="13" creationId="{007BB913-9B65-46EC-B661-42A703EE22EC}"/>
          </ac:spMkLst>
        </pc:spChg>
      </pc:sldChg>
      <pc:sldChg chg="delSp modSp add mod">
        <pc:chgData name="George Stephen, Reuben" userId="f36fcdba-2387-45bd-94a7-0c45a8a9ccec" providerId="ADAL" clId="{BC99568D-E332-4972-9E17-1E2363425709}" dt="2024-05-03T23:57:35.437" v="3633" actId="20577"/>
        <pc:sldMkLst>
          <pc:docMk/>
          <pc:sldMk cId="3276595799" sldId="1789"/>
        </pc:sldMkLst>
        <pc:spChg chg="mod">
          <ac:chgData name="George Stephen, Reuben" userId="f36fcdba-2387-45bd-94a7-0c45a8a9ccec" providerId="ADAL" clId="{BC99568D-E332-4972-9E17-1E2363425709}" dt="2024-05-03T23:57:35.437" v="3633" actId="20577"/>
          <ac:spMkLst>
            <pc:docMk/>
            <pc:sldMk cId="3276595799" sldId="1789"/>
            <ac:spMk id="13" creationId="{007BB913-9B65-46EC-B661-42A703EE22EC}"/>
          </ac:spMkLst>
        </pc:spChg>
        <pc:grpChg chg="del">
          <ac:chgData name="George Stephen, Reuben" userId="f36fcdba-2387-45bd-94a7-0c45a8a9ccec" providerId="ADAL" clId="{BC99568D-E332-4972-9E17-1E2363425709}" dt="2024-05-03T23:49:34.624" v="3014" actId="478"/>
          <ac:grpSpMkLst>
            <pc:docMk/>
            <pc:sldMk cId="3276595799" sldId="1789"/>
            <ac:grpSpMk id="7" creationId="{DB4430CA-DC04-3F77-602F-05925981D8C8}"/>
          </ac:grpSpMkLst>
        </pc:grpChg>
        <pc:grpChg chg="del">
          <ac:chgData name="George Stephen, Reuben" userId="f36fcdba-2387-45bd-94a7-0c45a8a9ccec" providerId="ADAL" clId="{BC99568D-E332-4972-9E17-1E2363425709}" dt="2024-05-03T23:49:36.640" v="3015" actId="478"/>
          <ac:grpSpMkLst>
            <pc:docMk/>
            <pc:sldMk cId="3276595799" sldId="1789"/>
            <ac:grpSpMk id="11" creationId="{F35C9E11-0E60-0561-5D7E-35D943DADEA0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3T23:57:29.698" v="3631" actId="20577"/>
        <pc:sldMkLst>
          <pc:docMk/>
          <pc:sldMk cId="571763657" sldId="1790"/>
        </pc:sldMkLst>
        <pc:spChg chg="mod">
          <ac:chgData name="George Stephen, Reuben" userId="f36fcdba-2387-45bd-94a7-0c45a8a9ccec" providerId="ADAL" clId="{BC99568D-E332-4972-9E17-1E2363425709}" dt="2024-05-03T23:50:24.184" v="3061" actId="20577"/>
          <ac:spMkLst>
            <pc:docMk/>
            <pc:sldMk cId="571763657" sldId="1790"/>
            <ac:spMk id="3" creationId="{9DC31BB5-4FB1-4317-4BA3-ECF2060ACD8A}"/>
          </ac:spMkLst>
        </pc:spChg>
        <pc:spChg chg="mod">
          <ac:chgData name="George Stephen, Reuben" userId="f36fcdba-2387-45bd-94a7-0c45a8a9ccec" providerId="ADAL" clId="{BC99568D-E332-4972-9E17-1E2363425709}" dt="2024-05-03T23:51:28.275" v="3243" actId="20577"/>
          <ac:spMkLst>
            <pc:docMk/>
            <pc:sldMk cId="571763657" sldId="1790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57:29.698" v="3631" actId="20577"/>
          <ac:spMkLst>
            <pc:docMk/>
            <pc:sldMk cId="571763657" sldId="1790"/>
            <ac:spMk id="13" creationId="{007BB913-9B65-46EC-B661-42A703EE22EC}"/>
          </ac:spMkLst>
        </pc:spChg>
        <pc:grpChg chg="mod">
          <ac:chgData name="George Stephen, Reuben" userId="f36fcdba-2387-45bd-94a7-0c45a8a9ccec" providerId="ADAL" clId="{BC99568D-E332-4972-9E17-1E2363425709}" dt="2024-05-03T23:50:15.615" v="3058" actId="1037"/>
          <ac:grpSpMkLst>
            <pc:docMk/>
            <pc:sldMk cId="571763657" sldId="1790"/>
            <ac:grpSpMk id="11" creationId="{F5ABB5C6-2632-C7F2-C57E-D4E9357368DB}"/>
          </ac:grpSpMkLst>
        </pc:grpChg>
        <pc:grpChg chg="mod">
          <ac:chgData name="George Stephen, Reuben" userId="f36fcdba-2387-45bd-94a7-0c45a8a9ccec" providerId="ADAL" clId="{BC99568D-E332-4972-9E17-1E2363425709}" dt="2024-05-03T23:50:28.957" v="3062" actId="1076"/>
          <ac:grpSpMkLst>
            <pc:docMk/>
            <pc:sldMk cId="571763657" sldId="1790"/>
            <ac:grpSpMk id="14" creationId="{30EB2853-5317-7D58-9063-95D4D31BD024}"/>
          </ac:grpSpMkLst>
        </pc:grpChg>
        <pc:grpChg chg="mod">
          <ac:chgData name="George Stephen, Reuben" userId="f36fcdba-2387-45bd-94a7-0c45a8a9ccec" providerId="ADAL" clId="{BC99568D-E332-4972-9E17-1E2363425709}" dt="2024-05-03T23:51:16.334" v="3236" actId="1076"/>
          <ac:grpSpMkLst>
            <pc:docMk/>
            <pc:sldMk cId="571763657" sldId="1790"/>
            <ac:grpSpMk id="21" creationId="{2D0D4465-8845-7F69-8828-106016E89A46}"/>
          </ac:grpSpMkLst>
        </pc:grpChg>
        <pc:grpChg chg="mod">
          <ac:chgData name="George Stephen, Reuben" userId="f36fcdba-2387-45bd-94a7-0c45a8a9ccec" providerId="ADAL" clId="{BC99568D-E332-4972-9E17-1E2363425709}" dt="2024-05-03T23:51:18.799" v="3237" actId="1076"/>
          <ac:grpSpMkLst>
            <pc:docMk/>
            <pc:sldMk cId="571763657" sldId="1790"/>
            <ac:grpSpMk id="22" creationId="{CD562321-E9F9-3E14-6ECA-65C9D3D05FB5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3T23:57:24.355" v="3629" actId="20577"/>
        <pc:sldMkLst>
          <pc:docMk/>
          <pc:sldMk cId="1874545362" sldId="1791"/>
        </pc:sldMkLst>
        <pc:spChg chg="mod">
          <ac:chgData name="George Stephen, Reuben" userId="f36fcdba-2387-45bd-94a7-0c45a8a9ccec" providerId="ADAL" clId="{BC99568D-E332-4972-9E17-1E2363425709}" dt="2024-05-03T23:57:24.355" v="3629" actId="20577"/>
          <ac:spMkLst>
            <pc:docMk/>
            <pc:sldMk cId="1874545362" sldId="1791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3T23:57:18.547" v="3627" actId="20577"/>
        <pc:sldMkLst>
          <pc:docMk/>
          <pc:sldMk cId="1070947398" sldId="1792"/>
        </pc:sldMkLst>
        <pc:spChg chg="mod">
          <ac:chgData name="George Stephen, Reuben" userId="f36fcdba-2387-45bd-94a7-0c45a8a9ccec" providerId="ADAL" clId="{BC99568D-E332-4972-9E17-1E2363425709}" dt="2024-05-03T23:52:21.156" v="3255" actId="20577"/>
          <ac:spMkLst>
            <pc:docMk/>
            <pc:sldMk cId="1070947398" sldId="1792"/>
            <ac:spMk id="3" creationId="{9DC31BB5-4FB1-4317-4BA3-ECF2060ACD8A}"/>
          </ac:spMkLst>
        </pc:spChg>
        <pc:spChg chg="mod">
          <ac:chgData name="George Stephen, Reuben" userId="f36fcdba-2387-45bd-94a7-0c45a8a9ccec" providerId="ADAL" clId="{BC99568D-E332-4972-9E17-1E2363425709}" dt="2024-05-03T23:54:57.224" v="3445" actId="1076"/>
          <ac:spMkLst>
            <pc:docMk/>
            <pc:sldMk cId="1070947398" sldId="1792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57:18.547" v="3627" actId="20577"/>
          <ac:spMkLst>
            <pc:docMk/>
            <pc:sldMk cId="1070947398" sldId="1792"/>
            <ac:spMk id="13" creationId="{007BB913-9B65-46EC-B661-42A703EE22EC}"/>
          </ac:spMkLst>
        </pc:spChg>
        <pc:grpChg chg="mod">
          <ac:chgData name="George Stephen, Reuben" userId="f36fcdba-2387-45bd-94a7-0c45a8a9ccec" providerId="ADAL" clId="{BC99568D-E332-4972-9E17-1E2363425709}" dt="2024-05-03T23:54:40.491" v="3442" actId="1076"/>
          <ac:grpSpMkLst>
            <pc:docMk/>
            <pc:sldMk cId="1070947398" sldId="1792"/>
            <ac:grpSpMk id="21" creationId="{2D0D4465-8845-7F69-8828-106016E89A46}"/>
          </ac:grpSpMkLst>
        </pc:grpChg>
        <pc:grpChg chg="mod">
          <ac:chgData name="George Stephen, Reuben" userId="f36fcdba-2387-45bd-94a7-0c45a8a9ccec" providerId="ADAL" clId="{BC99568D-E332-4972-9E17-1E2363425709}" dt="2024-05-03T23:54:46.719" v="3444" actId="1076"/>
          <ac:grpSpMkLst>
            <pc:docMk/>
            <pc:sldMk cId="1070947398" sldId="1792"/>
            <ac:grpSpMk id="22" creationId="{CD562321-E9F9-3E14-6ECA-65C9D3D05FB5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3T23:57:13.376" v="3625" actId="20577"/>
        <pc:sldMkLst>
          <pc:docMk/>
          <pc:sldMk cId="1404730746" sldId="1793"/>
        </pc:sldMkLst>
        <pc:spChg chg="mod">
          <ac:chgData name="George Stephen, Reuben" userId="f36fcdba-2387-45bd-94a7-0c45a8a9ccec" providerId="ADAL" clId="{BC99568D-E332-4972-9E17-1E2363425709}" dt="2024-05-03T23:57:13.376" v="3625" actId="20577"/>
          <ac:spMkLst>
            <pc:docMk/>
            <pc:sldMk cId="1404730746" sldId="1793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50:06.835" v="6742" actId="20577"/>
        <pc:sldMkLst>
          <pc:docMk/>
          <pc:sldMk cId="1121546170" sldId="1794"/>
        </pc:sldMkLst>
        <pc:spChg chg="mod">
          <ac:chgData name="George Stephen, Reuben" userId="f36fcdba-2387-45bd-94a7-0c45a8a9ccec" providerId="ADAL" clId="{BC99568D-E332-4972-9E17-1E2363425709}" dt="2024-05-03T23:55:36.980" v="3456" actId="20577"/>
          <ac:spMkLst>
            <pc:docMk/>
            <pc:sldMk cId="1121546170" sldId="1794"/>
            <ac:spMk id="3" creationId="{9DC31BB5-4FB1-4317-4BA3-ECF2060ACD8A}"/>
          </ac:spMkLst>
        </pc:spChg>
        <pc:spChg chg="mod">
          <ac:chgData name="George Stephen, Reuben" userId="f36fcdba-2387-45bd-94a7-0c45a8a9ccec" providerId="ADAL" clId="{BC99568D-E332-4972-9E17-1E2363425709}" dt="2024-05-04T02:50:06.835" v="6742" actId="20577"/>
          <ac:spMkLst>
            <pc:docMk/>
            <pc:sldMk cId="1121546170" sldId="1794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3T23:57:08.367" v="3623" actId="20577"/>
          <ac:spMkLst>
            <pc:docMk/>
            <pc:sldMk cId="1121546170" sldId="1794"/>
            <ac:spMk id="13" creationId="{007BB913-9B65-46EC-B661-42A703EE22EC}"/>
          </ac:spMkLst>
        </pc:spChg>
        <pc:grpChg chg="mod">
          <ac:chgData name="George Stephen, Reuben" userId="f36fcdba-2387-45bd-94a7-0c45a8a9ccec" providerId="ADAL" clId="{BC99568D-E332-4972-9E17-1E2363425709}" dt="2024-05-03T23:55:46.995" v="3457" actId="1076"/>
          <ac:grpSpMkLst>
            <pc:docMk/>
            <pc:sldMk cId="1121546170" sldId="1794"/>
            <ac:grpSpMk id="11" creationId="{F5ABB5C6-2632-C7F2-C57E-D4E9357368DB}"/>
          </ac:grpSpMkLst>
        </pc:grpChg>
        <pc:grpChg chg="mod">
          <ac:chgData name="George Stephen, Reuben" userId="f36fcdba-2387-45bd-94a7-0c45a8a9ccec" providerId="ADAL" clId="{BC99568D-E332-4972-9E17-1E2363425709}" dt="2024-05-03T23:55:52.794" v="3458" actId="1076"/>
          <ac:grpSpMkLst>
            <pc:docMk/>
            <pc:sldMk cId="1121546170" sldId="1794"/>
            <ac:grpSpMk id="14" creationId="{30EB2853-5317-7D58-9063-95D4D31BD024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3T23:57:03.064" v="3621" actId="20577"/>
        <pc:sldMkLst>
          <pc:docMk/>
          <pc:sldMk cId="3644538224" sldId="1795"/>
        </pc:sldMkLst>
        <pc:spChg chg="mod">
          <ac:chgData name="George Stephen, Reuben" userId="f36fcdba-2387-45bd-94a7-0c45a8a9ccec" providerId="ADAL" clId="{BC99568D-E332-4972-9E17-1E2363425709}" dt="2024-05-03T23:57:03.064" v="3621" actId="20577"/>
          <ac:spMkLst>
            <pc:docMk/>
            <pc:sldMk cId="3644538224" sldId="1795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5:26:26.455" v="6747" actId="14100"/>
        <pc:sldMkLst>
          <pc:docMk/>
          <pc:sldMk cId="800182683" sldId="1796"/>
        </pc:sldMkLst>
        <pc:spChg chg="mod">
          <ac:chgData name="George Stephen, Reuben" userId="f36fcdba-2387-45bd-94a7-0c45a8a9ccec" providerId="ADAL" clId="{BC99568D-E332-4972-9E17-1E2363425709}" dt="2024-05-04T05:26:26.455" v="6747" actId="14100"/>
          <ac:spMkLst>
            <pc:docMk/>
            <pc:sldMk cId="800182683" sldId="1796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BC99568D-E332-4972-9E17-1E2363425709}" dt="2024-05-04T00:07:56.912" v="3819" actId="6549"/>
          <ac:spMkLst>
            <pc:docMk/>
            <pc:sldMk cId="800182683" sldId="1796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4T00:12:55.698" v="3882" actId="20577"/>
          <ac:spMkLst>
            <pc:docMk/>
            <pc:sldMk cId="800182683" sldId="1796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5:26:30.854" v="6748" actId="14100"/>
        <pc:sldMkLst>
          <pc:docMk/>
          <pc:sldMk cId="424586814" sldId="1797"/>
        </pc:sldMkLst>
        <pc:spChg chg="mod">
          <ac:chgData name="George Stephen, Reuben" userId="f36fcdba-2387-45bd-94a7-0c45a8a9ccec" providerId="ADAL" clId="{BC99568D-E332-4972-9E17-1E2363425709}" dt="2024-05-04T05:26:30.854" v="6748" actId="14100"/>
          <ac:spMkLst>
            <pc:docMk/>
            <pc:sldMk cId="424586814" sldId="1797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BC99568D-E332-4972-9E17-1E2363425709}" dt="2024-05-04T00:07:43.851" v="3813" actId="20577"/>
          <ac:spMkLst>
            <pc:docMk/>
            <pc:sldMk cId="424586814" sldId="1797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4T00:12:49.898" v="3880" actId="20577"/>
          <ac:spMkLst>
            <pc:docMk/>
            <pc:sldMk cId="424586814" sldId="179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5:26:35.001" v="6749" actId="14100"/>
        <pc:sldMkLst>
          <pc:docMk/>
          <pc:sldMk cId="3698533738" sldId="1798"/>
        </pc:sldMkLst>
        <pc:spChg chg="mod">
          <ac:chgData name="George Stephen, Reuben" userId="f36fcdba-2387-45bd-94a7-0c45a8a9ccec" providerId="ADAL" clId="{BC99568D-E332-4972-9E17-1E2363425709}" dt="2024-05-04T05:26:35.001" v="6749" actId="14100"/>
          <ac:spMkLst>
            <pc:docMk/>
            <pc:sldMk cId="3698533738" sldId="1798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BC99568D-E332-4972-9E17-1E2363425709}" dt="2024-05-04T00:08:17.261" v="3833" actId="6549"/>
          <ac:spMkLst>
            <pc:docMk/>
            <pc:sldMk cId="3698533738" sldId="1798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4T00:12:44.255" v="3878" actId="20577"/>
          <ac:spMkLst>
            <pc:docMk/>
            <pc:sldMk cId="3698533738" sldId="1798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5:26:38.368" v="6750" actId="14100"/>
        <pc:sldMkLst>
          <pc:docMk/>
          <pc:sldMk cId="2227555706" sldId="1799"/>
        </pc:sldMkLst>
        <pc:spChg chg="mod">
          <ac:chgData name="George Stephen, Reuben" userId="f36fcdba-2387-45bd-94a7-0c45a8a9ccec" providerId="ADAL" clId="{BC99568D-E332-4972-9E17-1E2363425709}" dt="2024-05-04T05:26:38.368" v="6750" actId="14100"/>
          <ac:spMkLst>
            <pc:docMk/>
            <pc:sldMk cId="2227555706" sldId="1799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BC99568D-E332-4972-9E17-1E2363425709}" dt="2024-05-04T00:09:38.870" v="3855" actId="6549"/>
          <ac:spMkLst>
            <pc:docMk/>
            <pc:sldMk cId="2227555706" sldId="1799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BC99568D-E332-4972-9E17-1E2363425709}" dt="2024-05-04T00:12:39.102" v="3876" actId="20577"/>
          <ac:spMkLst>
            <pc:docMk/>
            <pc:sldMk cId="2227555706" sldId="1799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1:20:48.925" v="4088" actId="20577"/>
        <pc:sldMkLst>
          <pc:docMk/>
          <pc:sldMk cId="2117452636" sldId="1800"/>
        </pc:sldMkLst>
        <pc:spChg chg="mod">
          <ac:chgData name="George Stephen, Reuben" userId="f36fcdba-2387-45bd-94a7-0c45a8a9ccec" providerId="ADAL" clId="{BC99568D-E332-4972-9E17-1E2363425709}" dt="2024-05-04T01:20:48.925" v="4088" actId="20577"/>
          <ac:spMkLst>
            <pc:docMk/>
            <pc:sldMk cId="2117452636" sldId="1800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BC99568D-E332-4972-9E17-1E2363425709}" dt="2024-05-04T00:50:21.664" v="3970" actId="12788"/>
          <ac:spMkLst>
            <pc:docMk/>
            <pc:sldMk cId="2117452636" sldId="1800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BC99568D-E332-4972-9E17-1E2363425709}" dt="2024-05-04T00:49:31.767" v="3948" actId="20577"/>
          <ac:spMkLst>
            <pc:docMk/>
            <pc:sldMk cId="2117452636" sldId="1800"/>
            <ac:spMk id="15" creationId="{93D11A35-D320-C38B-FE72-A124FE9D198E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50:52.431" v="6745" actId="20577"/>
        <pc:sldMkLst>
          <pc:docMk/>
          <pc:sldMk cId="2611638526" sldId="1801"/>
        </pc:sldMkLst>
        <pc:spChg chg="mod">
          <ac:chgData name="George Stephen, Reuben" userId="f36fcdba-2387-45bd-94a7-0c45a8a9ccec" providerId="ADAL" clId="{BC99568D-E332-4972-9E17-1E2363425709}" dt="2024-05-04T01:20:41.717" v="4086" actId="20577"/>
          <ac:spMkLst>
            <pc:docMk/>
            <pc:sldMk cId="2611638526" sldId="1801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BC99568D-E332-4972-9E17-1E2363425709}" dt="2024-05-04T02:50:52.431" v="6745" actId="20577"/>
          <ac:spMkLst>
            <pc:docMk/>
            <pc:sldMk cId="2611638526" sldId="1801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BC99568D-E332-4972-9E17-1E2363425709}" dt="2024-05-04T01:16:17.565" v="4017" actId="12788"/>
          <ac:spMkLst>
            <pc:docMk/>
            <pc:sldMk cId="2611638526" sldId="1801"/>
            <ac:spMk id="15" creationId="{93D11A35-D320-C38B-FE72-A124FE9D198E}"/>
          </ac:spMkLst>
        </pc:spChg>
      </pc:sldChg>
      <pc:sldChg chg="addSp delSp modSp add mod">
        <pc:chgData name="George Stephen, Reuben" userId="f36fcdba-2387-45bd-94a7-0c45a8a9ccec" providerId="ADAL" clId="{BC99568D-E332-4972-9E17-1E2363425709}" dt="2024-05-04T01:20:35.456" v="4084" actId="20577"/>
        <pc:sldMkLst>
          <pc:docMk/>
          <pc:sldMk cId="1060279014" sldId="1802"/>
        </pc:sldMkLst>
        <pc:spChg chg="add del">
          <ac:chgData name="George Stephen, Reuben" userId="f36fcdba-2387-45bd-94a7-0c45a8a9ccec" providerId="ADAL" clId="{BC99568D-E332-4972-9E17-1E2363425709}" dt="2024-05-04T01:16:59.622" v="4024" actId="22"/>
          <ac:spMkLst>
            <pc:docMk/>
            <pc:sldMk cId="1060279014" sldId="1802"/>
            <ac:spMk id="4" creationId="{175FBDA9-025D-02F4-81BA-1C01E5790DC5}"/>
          </ac:spMkLst>
        </pc:spChg>
        <pc:spChg chg="mod">
          <ac:chgData name="George Stephen, Reuben" userId="f36fcdba-2387-45bd-94a7-0c45a8a9ccec" providerId="ADAL" clId="{BC99568D-E332-4972-9E17-1E2363425709}" dt="2024-05-04T01:20:35.456" v="4084" actId="20577"/>
          <ac:spMkLst>
            <pc:docMk/>
            <pc:sldMk cId="1060279014" sldId="1802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51:06.555" v="6746" actId="20577"/>
        <pc:sldMkLst>
          <pc:docMk/>
          <pc:sldMk cId="1590642696" sldId="1803"/>
        </pc:sldMkLst>
        <pc:spChg chg="mod">
          <ac:chgData name="George Stephen, Reuben" userId="f36fcdba-2387-45bd-94a7-0c45a8a9ccec" providerId="ADAL" clId="{BC99568D-E332-4972-9E17-1E2363425709}" dt="2024-05-04T01:20:30.493" v="4082" actId="20577"/>
          <ac:spMkLst>
            <pc:docMk/>
            <pc:sldMk cId="1590642696" sldId="1803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BC99568D-E332-4972-9E17-1E2363425709}" dt="2024-05-04T02:51:06.555" v="6746" actId="20577"/>
          <ac:spMkLst>
            <pc:docMk/>
            <pc:sldMk cId="1590642696" sldId="1803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BC99568D-E332-4972-9E17-1E2363425709}" dt="2024-05-04T01:19:38.110" v="4077" actId="12788"/>
          <ac:spMkLst>
            <pc:docMk/>
            <pc:sldMk cId="1590642696" sldId="1803"/>
            <ac:spMk id="15" creationId="{93D11A35-D320-C38B-FE72-A124FE9D198E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1:20:25.961" v="4080" actId="20577"/>
        <pc:sldMkLst>
          <pc:docMk/>
          <pc:sldMk cId="2102735359" sldId="1804"/>
        </pc:sldMkLst>
        <pc:spChg chg="mod">
          <ac:chgData name="George Stephen, Reuben" userId="f36fcdba-2387-45bd-94a7-0c45a8a9ccec" providerId="ADAL" clId="{BC99568D-E332-4972-9E17-1E2363425709}" dt="2024-05-04T01:20:25.961" v="4080" actId="20577"/>
          <ac:spMkLst>
            <pc:docMk/>
            <pc:sldMk cId="2102735359" sldId="1804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1:44:55.550" v="5291" actId="20577"/>
        <pc:sldMkLst>
          <pc:docMk/>
          <pc:sldMk cId="2181668049" sldId="1805"/>
        </pc:sldMkLst>
        <pc:spChg chg="mod">
          <ac:chgData name="George Stephen, Reuben" userId="f36fcdba-2387-45bd-94a7-0c45a8a9ccec" providerId="ADAL" clId="{BC99568D-E332-4972-9E17-1E2363425709}" dt="2024-05-04T01:27:24.459" v="4503" actId="6549"/>
          <ac:spMkLst>
            <pc:docMk/>
            <pc:sldMk cId="2181668049" sldId="1805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26:12.238" v="4341" actId="12788"/>
          <ac:spMkLst>
            <pc:docMk/>
            <pc:sldMk cId="2181668049" sldId="1805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1:44:55.550" v="5291" actId="20577"/>
          <ac:spMkLst>
            <pc:docMk/>
            <pc:sldMk cId="2181668049" sldId="1805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1:44:50.264" v="5289" actId="20577"/>
        <pc:sldMkLst>
          <pc:docMk/>
          <pc:sldMk cId="1655790776" sldId="1806"/>
        </pc:sldMkLst>
        <pc:spChg chg="mod">
          <ac:chgData name="George Stephen, Reuben" userId="f36fcdba-2387-45bd-94a7-0c45a8a9ccec" providerId="ADAL" clId="{BC99568D-E332-4972-9E17-1E2363425709}" dt="2024-05-04T01:36:10.914" v="4763" actId="20577"/>
          <ac:spMkLst>
            <pc:docMk/>
            <pc:sldMk cId="1655790776" sldId="1806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34:45.003" v="4532" actId="12788"/>
          <ac:spMkLst>
            <pc:docMk/>
            <pc:sldMk cId="1655790776" sldId="1806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1:44:50.264" v="5289" actId="20577"/>
          <ac:spMkLst>
            <pc:docMk/>
            <pc:sldMk cId="1655790776" sldId="1806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1:44:45.333" v="5287" actId="20577"/>
        <pc:sldMkLst>
          <pc:docMk/>
          <pc:sldMk cId="2582962548" sldId="1807"/>
        </pc:sldMkLst>
        <pc:spChg chg="mod">
          <ac:chgData name="George Stephen, Reuben" userId="f36fcdba-2387-45bd-94a7-0c45a8a9ccec" providerId="ADAL" clId="{BC99568D-E332-4972-9E17-1E2363425709}" dt="2024-05-04T01:37:52.874" v="4942" actId="20577"/>
          <ac:spMkLst>
            <pc:docMk/>
            <pc:sldMk cId="2582962548" sldId="1807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37:11.090" v="4781" actId="20577"/>
          <ac:spMkLst>
            <pc:docMk/>
            <pc:sldMk cId="2582962548" sldId="1807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1:44:45.333" v="5287" actId="20577"/>
          <ac:spMkLst>
            <pc:docMk/>
            <pc:sldMk cId="2582962548" sldId="180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1:44:41.147" v="5285" actId="20577"/>
        <pc:sldMkLst>
          <pc:docMk/>
          <pc:sldMk cId="1337917791" sldId="1808"/>
        </pc:sldMkLst>
        <pc:spChg chg="mod">
          <ac:chgData name="George Stephen, Reuben" userId="f36fcdba-2387-45bd-94a7-0c45a8a9ccec" providerId="ADAL" clId="{BC99568D-E332-4972-9E17-1E2363425709}" dt="2024-05-04T01:40:33.773" v="5118" actId="20577"/>
          <ac:spMkLst>
            <pc:docMk/>
            <pc:sldMk cId="1337917791" sldId="1808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39:55.606" v="4970" actId="20577"/>
          <ac:spMkLst>
            <pc:docMk/>
            <pc:sldMk cId="1337917791" sldId="1808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1:44:41.147" v="5285" actId="20577"/>
          <ac:spMkLst>
            <pc:docMk/>
            <pc:sldMk cId="1337917791" sldId="1808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07:17.704" v="6319" actId="20577"/>
        <pc:sldMkLst>
          <pc:docMk/>
          <pc:sldMk cId="876972469" sldId="1809"/>
        </pc:sldMkLst>
        <pc:spChg chg="mod">
          <ac:chgData name="George Stephen, Reuben" userId="f36fcdba-2387-45bd-94a7-0c45a8a9ccec" providerId="ADAL" clId="{BC99568D-E332-4972-9E17-1E2363425709}" dt="2024-05-04T01:45:18.224" v="5299" actId="20577"/>
          <ac:spMkLst>
            <pc:docMk/>
            <pc:sldMk cId="876972469" sldId="1809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4T01:49:28.391" v="5548" actId="12788"/>
          <ac:spMkLst>
            <pc:docMk/>
            <pc:sldMk cId="876972469" sldId="1809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49:37.832" v="5551" actId="12788"/>
          <ac:spMkLst>
            <pc:docMk/>
            <pc:sldMk cId="876972469" sldId="1809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7:17.704" v="6319" actId="20577"/>
          <ac:spMkLst>
            <pc:docMk/>
            <pc:sldMk cId="876972469" sldId="1809"/>
            <ac:spMk id="13" creationId="{007BB913-9B65-46EC-B661-42A703EE22EC}"/>
          </ac:spMkLst>
        </pc:spChg>
        <pc:grpChg chg="mod">
          <ac:chgData name="George Stephen, Reuben" userId="f36fcdba-2387-45bd-94a7-0c45a8a9ccec" providerId="ADAL" clId="{BC99568D-E332-4972-9E17-1E2363425709}" dt="2024-05-04T01:49:42.568" v="5552" actId="1076"/>
          <ac:grpSpMkLst>
            <pc:docMk/>
            <pc:sldMk cId="876972469" sldId="1809"/>
            <ac:grpSpMk id="12" creationId="{85255164-008A-63F7-2F85-28836A2174B0}"/>
          </ac:grpSpMkLst>
        </pc:grpChg>
        <pc:grpChg chg="mod">
          <ac:chgData name="George Stephen, Reuben" userId="f36fcdba-2387-45bd-94a7-0c45a8a9ccec" providerId="ADAL" clId="{BC99568D-E332-4972-9E17-1E2363425709}" dt="2024-05-04T01:49:32.659" v="5549" actId="1076"/>
          <ac:grpSpMkLst>
            <pc:docMk/>
            <pc:sldMk cId="876972469" sldId="1809"/>
            <ac:grpSpMk id="14" creationId="{5E53F700-EE64-82B9-D720-8E42A1F882A2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4T02:07:13.265" v="6317" actId="20577"/>
        <pc:sldMkLst>
          <pc:docMk/>
          <pc:sldMk cId="1780954387" sldId="1810"/>
        </pc:sldMkLst>
        <pc:spChg chg="mod">
          <ac:chgData name="George Stephen, Reuben" userId="f36fcdba-2387-45bd-94a7-0c45a8a9ccec" providerId="ADAL" clId="{BC99568D-E332-4972-9E17-1E2363425709}" dt="2024-05-04T01:49:12.117" v="5545" actId="12788"/>
          <ac:spMkLst>
            <pc:docMk/>
            <pc:sldMk cId="1780954387" sldId="1810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48:58.329" v="5542" actId="12788"/>
          <ac:spMkLst>
            <pc:docMk/>
            <pc:sldMk cId="1780954387" sldId="1810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7:13.265" v="6317" actId="20577"/>
          <ac:spMkLst>
            <pc:docMk/>
            <pc:sldMk cId="1780954387" sldId="1810"/>
            <ac:spMk id="13" creationId="{007BB913-9B65-46EC-B661-42A703EE22EC}"/>
          </ac:spMkLst>
        </pc:spChg>
        <pc:grpChg chg="mod">
          <ac:chgData name="George Stephen, Reuben" userId="f36fcdba-2387-45bd-94a7-0c45a8a9ccec" providerId="ADAL" clId="{BC99568D-E332-4972-9E17-1E2363425709}" dt="2024-05-04T01:49:06.697" v="5543" actId="1076"/>
          <ac:grpSpMkLst>
            <pc:docMk/>
            <pc:sldMk cId="1780954387" sldId="1810"/>
            <ac:grpSpMk id="12" creationId="{85255164-008A-63F7-2F85-28836A2174B0}"/>
          </ac:grpSpMkLst>
        </pc:grpChg>
        <pc:grpChg chg="mod">
          <ac:chgData name="George Stephen, Reuben" userId="f36fcdba-2387-45bd-94a7-0c45a8a9ccec" providerId="ADAL" clId="{BC99568D-E332-4972-9E17-1E2363425709}" dt="2024-05-04T01:49:18.083" v="5546" actId="1076"/>
          <ac:grpSpMkLst>
            <pc:docMk/>
            <pc:sldMk cId="1780954387" sldId="1810"/>
            <ac:grpSpMk id="14" creationId="{5E53F700-EE64-82B9-D720-8E42A1F882A2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4T02:07:07.674" v="6315" actId="20577"/>
        <pc:sldMkLst>
          <pc:docMk/>
          <pc:sldMk cId="2356186748" sldId="1811"/>
        </pc:sldMkLst>
        <pc:spChg chg="mod">
          <ac:chgData name="George Stephen, Reuben" userId="f36fcdba-2387-45bd-94a7-0c45a8a9ccec" providerId="ADAL" clId="{BC99568D-E332-4972-9E17-1E2363425709}" dt="2024-05-04T01:51:14.019" v="5679" actId="12788"/>
          <ac:spMkLst>
            <pc:docMk/>
            <pc:sldMk cId="2356186748" sldId="1811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50:26.915" v="5560"/>
          <ac:spMkLst>
            <pc:docMk/>
            <pc:sldMk cId="2356186748" sldId="1811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7:07.674" v="6315" actId="20577"/>
          <ac:spMkLst>
            <pc:docMk/>
            <pc:sldMk cId="2356186748" sldId="1811"/>
            <ac:spMk id="13" creationId="{007BB913-9B65-46EC-B661-42A703EE22EC}"/>
          </ac:spMkLst>
        </pc:spChg>
        <pc:grpChg chg="mod">
          <ac:chgData name="George Stephen, Reuben" userId="f36fcdba-2387-45bd-94a7-0c45a8a9ccec" providerId="ADAL" clId="{BC99568D-E332-4972-9E17-1E2363425709}" dt="2024-05-04T01:51:16.643" v="5680" actId="1076"/>
          <ac:grpSpMkLst>
            <pc:docMk/>
            <pc:sldMk cId="2356186748" sldId="1811"/>
            <ac:grpSpMk id="14" creationId="{5E53F700-EE64-82B9-D720-8E42A1F882A2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4T02:07:03.989" v="6313" actId="20577"/>
        <pc:sldMkLst>
          <pc:docMk/>
          <pc:sldMk cId="2135661098" sldId="1812"/>
        </pc:sldMkLst>
        <pc:spChg chg="mod">
          <ac:chgData name="George Stephen, Reuben" userId="f36fcdba-2387-45bd-94a7-0c45a8a9ccec" providerId="ADAL" clId="{BC99568D-E332-4972-9E17-1E2363425709}" dt="2024-05-04T01:52:58.056" v="5695" actId="12788"/>
          <ac:spMkLst>
            <pc:docMk/>
            <pc:sldMk cId="2135661098" sldId="1812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53:10.482" v="5698" actId="12788"/>
          <ac:spMkLst>
            <pc:docMk/>
            <pc:sldMk cId="2135661098" sldId="1812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7:03.989" v="6313" actId="20577"/>
          <ac:spMkLst>
            <pc:docMk/>
            <pc:sldMk cId="2135661098" sldId="1812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06:57.724" v="6309" actId="20577"/>
        <pc:sldMkLst>
          <pc:docMk/>
          <pc:sldMk cId="3431146419" sldId="1813"/>
        </pc:sldMkLst>
        <pc:spChg chg="mod">
          <ac:chgData name="George Stephen, Reuben" userId="f36fcdba-2387-45bd-94a7-0c45a8a9ccec" providerId="ADAL" clId="{BC99568D-E332-4972-9E17-1E2363425709}" dt="2024-05-04T01:55:39.876" v="5733" actId="12788"/>
          <ac:spMkLst>
            <pc:docMk/>
            <pc:sldMk cId="3431146419" sldId="1813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55:42.698" v="5734" actId="12788"/>
          <ac:spMkLst>
            <pc:docMk/>
            <pc:sldMk cId="3431146419" sldId="1813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6:57.724" v="6309" actId="20577"/>
          <ac:spMkLst>
            <pc:docMk/>
            <pc:sldMk cId="3431146419" sldId="1813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06:51.123" v="6305" actId="20577"/>
        <pc:sldMkLst>
          <pc:docMk/>
          <pc:sldMk cId="2478660082" sldId="1814"/>
        </pc:sldMkLst>
        <pc:spChg chg="mod">
          <ac:chgData name="George Stephen, Reuben" userId="f36fcdba-2387-45bd-94a7-0c45a8a9ccec" providerId="ADAL" clId="{BC99568D-E332-4972-9E17-1E2363425709}" dt="2024-05-04T01:57:21.062" v="5865" actId="20577"/>
          <ac:spMkLst>
            <pc:docMk/>
            <pc:sldMk cId="2478660082" sldId="1814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56:41.231" v="5736"/>
          <ac:spMkLst>
            <pc:docMk/>
            <pc:sldMk cId="2478660082" sldId="1814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6:51.123" v="6305" actId="20577"/>
          <ac:spMkLst>
            <pc:docMk/>
            <pc:sldMk cId="2478660082" sldId="1814"/>
            <ac:spMk id="13" creationId="{007BB913-9B65-46EC-B661-42A703EE22EC}"/>
          </ac:spMkLst>
        </pc:spChg>
        <pc:grpChg chg="mod">
          <ac:chgData name="George Stephen, Reuben" userId="f36fcdba-2387-45bd-94a7-0c45a8a9ccec" providerId="ADAL" clId="{BC99568D-E332-4972-9E17-1E2363425709}" dt="2024-05-04T01:57:26.139" v="5866" actId="1076"/>
          <ac:grpSpMkLst>
            <pc:docMk/>
            <pc:sldMk cId="2478660082" sldId="1814"/>
            <ac:grpSpMk id="14" creationId="{5E53F700-EE64-82B9-D720-8E42A1F882A2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4T02:06:44.912" v="6301" actId="20577"/>
        <pc:sldMkLst>
          <pc:docMk/>
          <pc:sldMk cId="1606808055" sldId="1815"/>
        </pc:sldMkLst>
        <pc:spChg chg="mod">
          <ac:chgData name="George Stephen, Reuben" userId="f36fcdba-2387-45bd-94a7-0c45a8a9ccec" providerId="ADAL" clId="{BC99568D-E332-4972-9E17-1E2363425709}" dt="2024-05-04T01:58:48.358" v="5995" actId="12788"/>
          <ac:spMkLst>
            <pc:docMk/>
            <pc:sldMk cId="1606808055" sldId="1815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57:48.426" v="5868"/>
          <ac:spMkLst>
            <pc:docMk/>
            <pc:sldMk cId="1606808055" sldId="1815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6:44.912" v="6301" actId="20577"/>
          <ac:spMkLst>
            <pc:docMk/>
            <pc:sldMk cId="1606808055" sldId="1815"/>
            <ac:spMk id="13" creationId="{007BB913-9B65-46EC-B661-42A703EE22EC}"/>
          </ac:spMkLst>
        </pc:spChg>
        <pc:grpChg chg="mod">
          <ac:chgData name="George Stephen, Reuben" userId="f36fcdba-2387-45bd-94a7-0c45a8a9ccec" providerId="ADAL" clId="{BC99568D-E332-4972-9E17-1E2363425709}" dt="2024-05-04T01:58:54.110" v="5996" actId="1076"/>
          <ac:grpSpMkLst>
            <pc:docMk/>
            <pc:sldMk cId="1606808055" sldId="1815"/>
            <ac:grpSpMk id="14" creationId="{5E53F700-EE64-82B9-D720-8E42A1F882A2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4T02:06:38.364" v="6297" actId="20577"/>
        <pc:sldMkLst>
          <pc:docMk/>
          <pc:sldMk cId="580161758" sldId="1816"/>
        </pc:sldMkLst>
        <pc:spChg chg="mod">
          <ac:chgData name="George Stephen, Reuben" userId="f36fcdba-2387-45bd-94a7-0c45a8a9ccec" providerId="ADAL" clId="{BC99568D-E332-4972-9E17-1E2363425709}" dt="2024-05-04T02:00:06.550" v="6005" actId="20577"/>
          <ac:spMkLst>
            <pc:docMk/>
            <pc:sldMk cId="580161758" sldId="1816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1:59:26.197" v="6000" actId="12788"/>
          <ac:spMkLst>
            <pc:docMk/>
            <pc:sldMk cId="580161758" sldId="1816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6:38.364" v="6297" actId="20577"/>
          <ac:spMkLst>
            <pc:docMk/>
            <pc:sldMk cId="580161758" sldId="1816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06:30.402" v="6293" actId="20577"/>
        <pc:sldMkLst>
          <pc:docMk/>
          <pc:sldMk cId="3983157674" sldId="1817"/>
        </pc:sldMkLst>
        <pc:spChg chg="mod">
          <ac:chgData name="George Stephen, Reuben" userId="f36fcdba-2387-45bd-94a7-0c45a8a9ccec" providerId="ADAL" clId="{BC99568D-E332-4972-9E17-1E2363425709}" dt="2024-05-04T02:03:01.792" v="6132" actId="12788"/>
          <ac:spMkLst>
            <pc:docMk/>
            <pc:sldMk cId="3983157674" sldId="1817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2:00:28.057" v="6007"/>
          <ac:spMkLst>
            <pc:docMk/>
            <pc:sldMk cId="3983157674" sldId="1817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6:30.402" v="6293" actId="20577"/>
          <ac:spMkLst>
            <pc:docMk/>
            <pc:sldMk cId="3983157674" sldId="181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06:19.091" v="6286" actId="20577"/>
        <pc:sldMkLst>
          <pc:docMk/>
          <pc:sldMk cId="4000246266" sldId="1818"/>
        </pc:sldMkLst>
        <pc:spChg chg="mod">
          <ac:chgData name="George Stephen, Reuben" userId="f36fcdba-2387-45bd-94a7-0c45a8a9ccec" providerId="ADAL" clId="{BC99568D-E332-4972-9E17-1E2363425709}" dt="2024-05-04T02:04:44.394" v="6268" actId="12788"/>
          <ac:spMkLst>
            <pc:docMk/>
            <pc:sldMk cId="4000246266" sldId="1818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2:03:40.682" v="6137"/>
          <ac:spMkLst>
            <pc:docMk/>
            <pc:sldMk cId="4000246266" sldId="1818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6:19.091" v="6286" actId="20577"/>
          <ac:spMkLst>
            <pc:docMk/>
            <pc:sldMk cId="4000246266" sldId="1818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06:12.639" v="6281" actId="20577"/>
        <pc:sldMkLst>
          <pc:docMk/>
          <pc:sldMk cId="17706175" sldId="1819"/>
        </pc:sldMkLst>
        <pc:spChg chg="mod">
          <ac:chgData name="George Stephen, Reuben" userId="f36fcdba-2387-45bd-94a7-0c45a8a9ccec" providerId="ADAL" clId="{BC99568D-E332-4972-9E17-1E2363425709}" dt="2024-05-04T02:05:52.946" v="6275" actId="12788"/>
          <ac:spMkLst>
            <pc:docMk/>
            <pc:sldMk cId="17706175" sldId="1819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2:05:09.307" v="6270"/>
          <ac:spMkLst>
            <pc:docMk/>
            <pc:sldMk cId="17706175" sldId="1819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06:12.639" v="6281" actId="20577"/>
          <ac:spMkLst>
            <pc:docMk/>
            <pc:sldMk cId="17706175" sldId="1819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08:04.974" v="6330" actId="20577"/>
        <pc:sldMkLst>
          <pc:docMk/>
          <pc:sldMk cId="1812052994" sldId="1820"/>
        </pc:sldMkLst>
        <pc:spChg chg="mod">
          <ac:chgData name="George Stephen, Reuben" userId="f36fcdba-2387-45bd-94a7-0c45a8a9ccec" providerId="ADAL" clId="{BC99568D-E332-4972-9E17-1E2363425709}" dt="2024-05-04T02:08:04.974" v="6330" actId="20577"/>
          <ac:spMkLst>
            <pc:docMk/>
            <pc:sldMk cId="1812052994" sldId="1820"/>
            <ac:spMk id="2" creationId="{00000000-0000-0000-0000-000000000000}"/>
          </ac:spMkLst>
        </pc:spChg>
      </pc:sldChg>
      <pc:sldChg chg="delSp modSp add mod">
        <pc:chgData name="George Stephen, Reuben" userId="f36fcdba-2387-45bd-94a7-0c45a8a9ccec" providerId="ADAL" clId="{BC99568D-E332-4972-9E17-1E2363425709}" dt="2024-05-04T02:10:40.257" v="6357" actId="20577"/>
        <pc:sldMkLst>
          <pc:docMk/>
          <pc:sldMk cId="1743440640" sldId="1821"/>
        </pc:sldMkLst>
        <pc:spChg chg="mod">
          <ac:chgData name="George Stephen, Reuben" userId="f36fcdba-2387-45bd-94a7-0c45a8a9ccec" providerId="ADAL" clId="{BC99568D-E332-4972-9E17-1E2363425709}" dt="2024-05-04T02:08:09.107" v="6333" actId="20577"/>
          <ac:spMkLst>
            <pc:docMk/>
            <pc:sldMk cId="1743440640" sldId="1821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BC99568D-E332-4972-9E17-1E2363425709}" dt="2024-05-04T02:09:33.166" v="6347" actId="20577"/>
          <ac:spMkLst>
            <pc:docMk/>
            <pc:sldMk cId="1743440640" sldId="1821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2:09:13.068" v="6344" actId="12788"/>
          <ac:spMkLst>
            <pc:docMk/>
            <pc:sldMk cId="1743440640" sldId="1821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10:40.257" v="6357" actId="20577"/>
          <ac:spMkLst>
            <pc:docMk/>
            <pc:sldMk cId="1743440640" sldId="1821"/>
            <ac:spMk id="13" creationId="{007BB913-9B65-46EC-B661-42A703EE22EC}"/>
          </ac:spMkLst>
        </pc:spChg>
        <pc:grpChg chg="del">
          <ac:chgData name="George Stephen, Reuben" userId="f36fcdba-2387-45bd-94a7-0c45a8a9ccec" providerId="ADAL" clId="{BC99568D-E332-4972-9E17-1E2363425709}" dt="2024-05-04T02:09:06.104" v="6343" actId="478"/>
          <ac:grpSpMkLst>
            <pc:docMk/>
            <pc:sldMk cId="1743440640" sldId="1821"/>
            <ac:grpSpMk id="12" creationId="{85255164-008A-63F7-2F85-28836A2174B0}"/>
          </ac:grpSpMkLst>
        </pc:grpChg>
        <pc:grpChg chg="del">
          <ac:chgData name="George Stephen, Reuben" userId="f36fcdba-2387-45bd-94a7-0c45a8a9ccec" providerId="ADAL" clId="{BC99568D-E332-4972-9E17-1E2363425709}" dt="2024-05-04T02:09:04.861" v="6342" actId="478"/>
          <ac:grpSpMkLst>
            <pc:docMk/>
            <pc:sldMk cId="1743440640" sldId="1821"/>
            <ac:grpSpMk id="14" creationId="{5E53F700-EE64-82B9-D720-8E42A1F882A2}"/>
          </ac:grpSpMkLst>
        </pc:grpChg>
      </pc:sldChg>
      <pc:sldChg chg="modSp add mod">
        <pc:chgData name="George Stephen, Reuben" userId="f36fcdba-2387-45bd-94a7-0c45a8a9ccec" providerId="ADAL" clId="{BC99568D-E332-4972-9E17-1E2363425709}" dt="2024-05-04T02:13:41.792" v="6386" actId="20577"/>
        <pc:sldMkLst>
          <pc:docMk/>
          <pc:sldMk cId="3720792001" sldId="1822"/>
        </pc:sldMkLst>
        <pc:spChg chg="mod">
          <ac:chgData name="George Stephen, Reuben" userId="f36fcdba-2387-45bd-94a7-0c45a8a9ccec" providerId="ADAL" clId="{BC99568D-E332-4972-9E17-1E2363425709}" dt="2024-05-04T02:10:31.528" v="6355" actId="20577"/>
          <ac:spMkLst>
            <pc:docMk/>
            <pc:sldMk cId="3720792001" sldId="1822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2:10:01.066" v="6349"/>
          <ac:spMkLst>
            <pc:docMk/>
            <pc:sldMk cId="3720792001" sldId="1822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13:41.792" v="6386" actId="20577"/>
          <ac:spMkLst>
            <pc:docMk/>
            <pc:sldMk cId="3720792001" sldId="1822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13:45.577" v="6387" actId="20577"/>
        <pc:sldMkLst>
          <pc:docMk/>
          <pc:sldMk cId="1362386225" sldId="1823"/>
        </pc:sldMkLst>
        <pc:spChg chg="mod">
          <ac:chgData name="George Stephen, Reuben" userId="f36fcdba-2387-45bd-94a7-0c45a8a9ccec" providerId="ADAL" clId="{BC99568D-E332-4972-9E17-1E2363425709}" dt="2024-05-04T02:12:02.707" v="6369" actId="20577"/>
          <ac:spMkLst>
            <pc:docMk/>
            <pc:sldMk cId="1362386225" sldId="1823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2:11:05.873" v="6362" actId="12788"/>
          <ac:spMkLst>
            <pc:docMk/>
            <pc:sldMk cId="1362386225" sldId="1823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13:45.577" v="6387" actId="20577"/>
          <ac:spMkLst>
            <pc:docMk/>
            <pc:sldMk cId="1362386225" sldId="1823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13:38.543" v="6385" actId="20577"/>
        <pc:sldMkLst>
          <pc:docMk/>
          <pc:sldMk cId="3075917374" sldId="1824"/>
        </pc:sldMkLst>
        <pc:spChg chg="mod">
          <ac:chgData name="George Stephen, Reuben" userId="f36fcdba-2387-45bd-94a7-0c45a8a9ccec" providerId="ADAL" clId="{BC99568D-E332-4972-9E17-1E2363425709}" dt="2024-05-04T02:13:29.989" v="6382" actId="20577"/>
          <ac:spMkLst>
            <pc:docMk/>
            <pc:sldMk cId="3075917374" sldId="1824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2:12:43.378" v="6371"/>
          <ac:spMkLst>
            <pc:docMk/>
            <pc:sldMk cId="3075917374" sldId="1824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BC99568D-E332-4972-9E17-1E2363425709}" dt="2024-05-04T02:13:38.543" v="6385" actId="20577"/>
          <ac:spMkLst>
            <pc:docMk/>
            <pc:sldMk cId="3075917374" sldId="1824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18:57.022" v="6398" actId="20577"/>
        <pc:sldMkLst>
          <pc:docMk/>
          <pc:sldMk cId="1746303267" sldId="1825"/>
        </pc:sldMkLst>
        <pc:spChg chg="mod">
          <ac:chgData name="George Stephen, Reuben" userId="f36fcdba-2387-45bd-94a7-0c45a8a9ccec" providerId="ADAL" clId="{BC99568D-E332-4972-9E17-1E2363425709}" dt="2024-05-04T02:18:57.022" v="6398" actId="20577"/>
          <ac:spMkLst>
            <pc:docMk/>
            <pc:sldMk cId="1746303267" sldId="1825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BC99568D-E332-4972-9E17-1E2363425709}" dt="2024-05-04T02:18:20.540" v="6389"/>
          <ac:spMkLst>
            <pc:docMk/>
            <pc:sldMk cId="1746303267" sldId="1825"/>
            <ac:spMk id="4" creationId="{A9E52683-AECA-33B6-F5AB-C8CBD215CF08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20:00.568" v="6401" actId="20577"/>
        <pc:sldMkLst>
          <pc:docMk/>
          <pc:sldMk cId="232034516" sldId="1826"/>
        </pc:sldMkLst>
        <pc:spChg chg="mod">
          <ac:chgData name="George Stephen, Reuben" userId="f36fcdba-2387-45bd-94a7-0c45a8a9ccec" providerId="ADAL" clId="{BC99568D-E332-4972-9E17-1E2363425709}" dt="2024-05-04T02:20:00.568" v="6401" actId="20577"/>
          <ac:spMkLst>
            <pc:docMk/>
            <pc:sldMk cId="232034516" sldId="1826"/>
            <ac:spMk id="2" creationId="{00000000-0000-0000-0000-000000000000}"/>
          </ac:spMkLst>
        </pc:spChg>
      </pc:sldChg>
      <pc:sldChg chg="addSp delSp modSp add mod modClrScheme chgLayout">
        <pc:chgData name="George Stephen, Reuben" userId="f36fcdba-2387-45bd-94a7-0c45a8a9ccec" providerId="ADAL" clId="{BC99568D-E332-4972-9E17-1E2363425709}" dt="2024-05-04T02:34:07.296" v="6552" actId="20577"/>
        <pc:sldMkLst>
          <pc:docMk/>
          <pc:sldMk cId="773228840" sldId="1827"/>
        </pc:sldMkLst>
        <pc:spChg chg="mod ord">
          <ac:chgData name="George Stephen, Reuben" userId="f36fcdba-2387-45bd-94a7-0c45a8a9ccec" providerId="ADAL" clId="{BC99568D-E332-4972-9E17-1E2363425709}" dt="2024-05-04T02:24:29.525" v="6449" actId="700"/>
          <ac:spMkLst>
            <pc:docMk/>
            <pc:sldMk cId="773228840" sldId="1827"/>
            <ac:spMk id="2" creationId="{1DA63A6A-450D-4603-B02C-80F270CA1D46}"/>
          </ac:spMkLst>
        </pc:spChg>
        <pc:spChg chg="del mod">
          <ac:chgData name="George Stephen, Reuben" userId="f36fcdba-2387-45bd-94a7-0c45a8a9ccec" providerId="ADAL" clId="{BC99568D-E332-4972-9E17-1E2363425709}" dt="2024-05-04T02:23:56.120" v="6446" actId="478"/>
          <ac:spMkLst>
            <pc:docMk/>
            <pc:sldMk cId="773228840" sldId="1827"/>
            <ac:spMk id="3" creationId="{33D1D61E-8707-D640-6E3E-C82DD0FD2FA0}"/>
          </ac:spMkLst>
        </pc:spChg>
        <pc:spChg chg="del mod">
          <ac:chgData name="George Stephen, Reuben" userId="f36fcdba-2387-45bd-94a7-0c45a8a9ccec" providerId="ADAL" clId="{BC99568D-E332-4972-9E17-1E2363425709}" dt="2024-05-04T02:23:58.211" v="6447" actId="478"/>
          <ac:spMkLst>
            <pc:docMk/>
            <pc:sldMk cId="773228840" sldId="1827"/>
            <ac:spMk id="4" creationId="{A9E52683-AECA-33B6-F5AB-C8CBD215CF08}"/>
          </ac:spMkLst>
        </pc:spChg>
        <pc:spChg chg="add del mod ord">
          <ac:chgData name="George Stephen, Reuben" userId="f36fcdba-2387-45bd-94a7-0c45a8a9ccec" providerId="ADAL" clId="{BC99568D-E332-4972-9E17-1E2363425709}" dt="2024-05-04T02:24:29.525" v="6449" actId="700"/>
          <ac:spMkLst>
            <pc:docMk/>
            <pc:sldMk cId="773228840" sldId="1827"/>
            <ac:spMk id="6" creationId="{FBE50066-6AE1-E21B-FE79-938375F15DD0}"/>
          </ac:spMkLst>
        </pc:spChg>
        <pc:spChg chg="add del mod ord">
          <ac:chgData name="George Stephen, Reuben" userId="f36fcdba-2387-45bd-94a7-0c45a8a9ccec" providerId="ADAL" clId="{BC99568D-E332-4972-9E17-1E2363425709}" dt="2024-05-04T02:24:29.525" v="6449" actId="700"/>
          <ac:spMkLst>
            <pc:docMk/>
            <pc:sldMk cId="773228840" sldId="1827"/>
            <ac:spMk id="7" creationId="{B592F6CE-1B12-4A70-8529-E059D3CD8AC0}"/>
          </ac:spMkLst>
        </pc:spChg>
        <pc:spChg chg="add mod">
          <ac:chgData name="George Stephen, Reuben" userId="f36fcdba-2387-45bd-94a7-0c45a8a9ccec" providerId="ADAL" clId="{BC99568D-E332-4972-9E17-1E2363425709}" dt="2024-05-04T02:31:54.109" v="6530"/>
          <ac:spMkLst>
            <pc:docMk/>
            <pc:sldMk cId="773228840" sldId="1827"/>
            <ac:spMk id="8" creationId="{50B76040-E6E2-64DC-46C8-D347F8ACF9FF}"/>
          </ac:spMkLst>
        </pc:spChg>
        <pc:spChg chg="add mod">
          <ac:chgData name="George Stephen, Reuben" userId="f36fcdba-2387-45bd-94a7-0c45a8a9ccec" providerId="ADAL" clId="{BC99568D-E332-4972-9E17-1E2363425709}" dt="2024-05-04T02:27:48.461" v="6479" actId="14"/>
          <ac:spMkLst>
            <pc:docMk/>
            <pc:sldMk cId="773228840" sldId="1827"/>
            <ac:spMk id="9" creationId="{FB7FB317-8DFA-79BE-651D-DB561F42D3B4}"/>
          </ac:spMkLst>
        </pc:spChg>
        <pc:spChg chg="mod">
          <ac:chgData name="George Stephen, Reuben" userId="f36fcdba-2387-45bd-94a7-0c45a8a9ccec" providerId="ADAL" clId="{BC99568D-E332-4972-9E17-1E2363425709}" dt="2024-05-04T02:34:07.296" v="6552" actId="20577"/>
          <ac:spMkLst>
            <pc:docMk/>
            <pc:sldMk cId="773228840" sldId="182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34:03.841" v="6551" actId="20577"/>
        <pc:sldMkLst>
          <pc:docMk/>
          <pc:sldMk cId="4293626008" sldId="1828"/>
        </pc:sldMkLst>
        <pc:spChg chg="mod">
          <ac:chgData name="George Stephen, Reuben" userId="f36fcdba-2387-45bd-94a7-0c45a8a9ccec" providerId="ADAL" clId="{BC99568D-E332-4972-9E17-1E2363425709}" dt="2024-05-04T02:31:50.834" v="6529"/>
          <ac:spMkLst>
            <pc:docMk/>
            <pc:sldMk cId="4293626008" sldId="1828"/>
            <ac:spMk id="8" creationId="{50B76040-E6E2-64DC-46C8-D347F8ACF9FF}"/>
          </ac:spMkLst>
        </pc:spChg>
        <pc:spChg chg="mod">
          <ac:chgData name="George Stephen, Reuben" userId="f36fcdba-2387-45bd-94a7-0c45a8a9ccec" providerId="ADAL" clId="{BC99568D-E332-4972-9E17-1E2363425709}" dt="2024-05-04T02:29:15.084" v="6496"/>
          <ac:spMkLst>
            <pc:docMk/>
            <pc:sldMk cId="4293626008" sldId="1828"/>
            <ac:spMk id="9" creationId="{FB7FB317-8DFA-79BE-651D-DB561F42D3B4}"/>
          </ac:spMkLst>
        </pc:spChg>
        <pc:spChg chg="mod">
          <ac:chgData name="George Stephen, Reuben" userId="f36fcdba-2387-45bd-94a7-0c45a8a9ccec" providerId="ADAL" clId="{BC99568D-E332-4972-9E17-1E2363425709}" dt="2024-05-04T02:34:03.841" v="6551" actId="20577"/>
          <ac:spMkLst>
            <pc:docMk/>
            <pc:sldMk cId="4293626008" sldId="1828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34:00.645" v="6550" actId="20577"/>
        <pc:sldMkLst>
          <pc:docMk/>
          <pc:sldMk cId="3377429405" sldId="1829"/>
        </pc:sldMkLst>
        <pc:spChg chg="mod">
          <ac:chgData name="George Stephen, Reuben" userId="f36fcdba-2387-45bd-94a7-0c45a8a9ccec" providerId="ADAL" clId="{BC99568D-E332-4972-9E17-1E2363425709}" dt="2024-05-04T02:31:47.633" v="6528"/>
          <ac:spMkLst>
            <pc:docMk/>
            <pc:sldMk cId="3377429405" sldId="1829"/>
            <ac:spMk id="8" creationId="{50B76040-E6E2-64DC-46C8-D347F8ACF9FF}"/>
          </ac:spMkLst>
        </pc:spChg>
        <pc:spChg chg="mod">
          <ac:chgData name="George Stephen, Reuben" userId="f36fcdba-2387-45bd-94a7-0c45a8a9ccec" providerId="ADAL" clId="{BC99568D-E332-4972-9E17-1E2363425709}" dt="2024-05-04T02:30:25.983" v="6510"/>
          <ac:spMkLst>
            <pc:docMk/>
            <pc:sldMk cId="3377429405" sldId="1829"/>
            <ac:spMk id="9" creationId="{FB7FB317-8DFA-79BE-651D-DB561F42D3B4}"/>
          </ac:spMkLst>
        </pc:spChg>
        <pc:spChg chg="mod">
          <ac:chgData name="George Stephen, Reuben" userId="f36fcdba-2387-45bd-94a7-0c45a8a9ccec" providerId="ADAL" clId="{BC99568D-E332-4972-9E17-1E2363425709}" dt="2024-05-04T02:34:00.645" v="6550" actId="20577"/>
          <ac:spMkLst>
            <pc:docMk/>
            <pc:sldMk cId="3377429405" sldId="1829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33:56.736" v="6549" actId="20577"/>
        <pc:sldMkLst>
          <pc:docMk/>
          <pc:sldMk cId="3776429111" sldId="1830"/>
        </pc:sldMkLst>
        <pc:spChg chg="mod">
          <ac:chgData name="George Stephen, Reuben" userId="f36fcdba-2387-45bd-94a7-0c45a8a9ccec" providerId="ADAL" clId="{BC99568D-E332-4972-9E17-1E2363425709}" dt="2024-05-04T02:31:41.636" v="6527" actId="20577"/>
          <ac:spMkLst>
            <pc:docMk/>
            <pc:sldMk cId="3776429111" sldId="1830"/>
            <ac:spMk id="8" creationId="{50B76040-E6E2-64DC-46C8-D347F8ACF9FF}"/>
          </ac:spMkLst>
        </pc:spChg>
        <pc:spChg chg="mod">
          <ac:chgData name="George Stephen, Reuben" userId="f36fcdba-2387-45bd-94a7-0c45a8a9ccec" providerId="ADAL" clId="{BC99568D-E332-4972-9E17-1E2363425709}" dt="2024-05-04T02:32:11.086" v="6533"/>
          <ac:spMkLst>
            <pc:docMk/>
            <pc:sldMk cId="3776429111" sldId="1830"/>
            <ac:spMk id="9" creationId="{FB7FB317-8DFA-79BE-651D-DB561F42D3B4}"/>
          </ac:spMkLst>
        </pc:spChg>
        <pc:spChg chg="mod">
          <ac:chgData name="George Stephen, Reuben" userId="f36fcdba-2387-45bd-94a7-0c45a8a9ccec" providerId="ADAL" clId="{BC99568D-E332-4972-9E17-1E2363425709}" dt="2024-05-04T02:33:56.736" v="6549" actId="20577"/>
          <ac:spMkLst>
            <pc:docMk/>
            <pc:sldMk cId="3776429111" sldId="1830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33:54.368" v="6548" actId="20577"/>
        <pc:sldMkLst>
          <pc:docMk/>
          <pc:sldMk cId="1392031297" sldId="1831"/>
        </pc:sldMkLst>
        <pc:spChg chg="mod">
          <ac:chgData name="George Stephen, Reuben" userId="f36fcdba-2387-45bd-94a7-0c45a8a9ccec" providerId="ADAL" clId="{BC99568D-E332-4972-9E17-1E2363425709}" dt="2024-05-04T02:33:18.568" v="6542" actId="20577"/>
          <ac:spMkLst>
            <pc:docMk/>
            <pc:sldMk cId="1392031297" sldId="1831"/>
            <ac:spMk id="8" creationId="{50B76040-E6E2-64DC-46C8-D347F8ACF9FF}"/>
          </ac:spMkLst>
        </pc:spChg>
        <pc:spChg chg="mod">
          <ac:chgData name="George Stephen, Reuben" userId="f36fcdba-2387-45bd-94a7-0c45a8a9ccec" providerId="ADAL" clId="{BC99568D-E332-4972-9E17-1E2363425709}" dt="2024-05-04T02:33:33.918" v="6546" actId="6549"/>
          <ac:spMkLst>
            <pc:docMk/>
            <pc:sldMk cId="1392031297" sldId="1831"/>
            <ac:spMk id="9" creationId="{FB7FB317-8DFA-79BE-651D-DB561F42D3B4}"/>
          </ac:spMkLst>
        </pc:spChg>
        <pc:spChg chg="mod">
          <ac:chgData name="George Stephen, Reuben" userId="f36fcdba-2387-45bd-94a7-0c45a8a9ccec" providerId="ADAL" clId="{BC99568D-E332-4972-9E17-1E2363425709}" dt="2024-05-04T02:33:54.368" v="6548" actId="20577"/>
          <ac:spMkLst>
            <pc:docMk/>
            <pc:sldMk cId="1392031297" sldId="1831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BC99568D-E332-4972-9E17-1E2363425709}" dt="2024-05-04T02:40:19.522" v="6711" actId="20577"/>
        <pc:sldMkLst>
          <pc:docMk/>
          <pc:sldMk cId="1255908250" sldId="1832"/>
        </pc:sldMkLst>
        <pc:spChg chg="mod">
          <ac:chgData name="George Stephen, Reuben" userId="f36fcdba-2387-45bd-94a7-0c45a8a9ccec" providerId="ADAL" clId="{BC99568D-E332-4972-9E17-1E2363425709}" dt="2024-05-04T02:40:19.522" v="6711" actId="20577"/>
          <ac:spMkLst>
            <pc:docMk/>
            <pc:sldMk cId="1255908250" sldId="1832"/>
            <ac:spMk id="4" creationId="{11638D45-CE17-40C1-F11F-770D918C473D}"/>
          </ac:spMkLst>
        </pc:spChg>
      </pc:sldChg>
      <pc:sldMasterChg chg="del delSldLayout">
        <pc:chgData name="George Stephen, Reuben" userId="f36fcdba-2387-45bd-94a7-0c45a8a9ccec" providerId="ADAL" clId="{BC99568D-E332-4972-9E17-1E2363425709}" dt="2024-05-03T22:02:26.989" v="2" actId="47"/>
        <pc:sldMasterMkLst>
          <pc:docMk/>
          <pc:sldMasterMk cId="1106396256" sldId="2147483763"/>
        </pc:sldMasterMkLst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2618405549" sldId="2147483764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1400816741" sldId="2147483765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644192860" sldId="2147483766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1705304059" sldId="2147483767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1254167202" sldId="2147483768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3976371811" sldId="2147483769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1536348156" sldId="2147483770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456141091" sldId="2147483771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950069304" sldId="2147483772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673448125" sldId="2147483773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1609365033" sldId="2147483774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4.409" v="1" actId="47"/>
          <pc:sldLayoutMkLst>
            <pc:docMk/>
            <pc:sldMasterMk cId="1106396256" sldId="2147483763"/>
            <pc:sldLayoutMk cId="1977576722" sldId="2147483775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4254420145" sldId="2147483776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455151034" sldId="2147483777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15.649" v="0" actId="47"/>
          <pc:sldLayoutMkLst>
            <pc:docMk/>
            <pc:sldMasterMk cId="1106396256" sldId="2147483763"/>
            <pc:sldLayoutMk cId="3555596842" sldId="2147483778"/>
          </pc:sldLayoutMkLst>
        </pc:sldLayoutChg>
        <pc:sldLayoutChg chg="del">
          <pc:chgData name="George Stephen, Reuben" userId="f36fcdba-2387-45bd-94a7-0c45a8a9ccec" providerId="ADAL" clId="{BC99568D-E332-4972-9E17-1E2363425709}" dt="2024-05-03T22:02:26.989" v="2" actId="47"/>
          <pc:sldLayoutMkLst>
            <pc:docMk/>
            <pc:sldMasterMk cId="1106396256" sldId="2147483763"/>
            <pc:sldLayoutMk cId="2848240076" sldId="2147483779"/>
          </pc:sldLayoutMkLst>
        </pc:sldLayoutChg>
      </pc:sldMasterChg>
      <pc:sldMasterChg chg="del delSldLayout">
        <pc:chgData name="George Stephen, Reuben" userId="f36fcdba-2387-45bd-94a7-0c45a8a9ccec" providerId="ADAL" clId="{BC99568D-E332-4972-9E17-1E2363425709}" dt="2024-05-03T22:24:14.910" v="635" actId="47"/>
        <pc:sldMasterMkLst>
          <pc:docMk/>
          <pc:sldMasterMk cId="1911530801" sldId="2147483780"/>
        </pc:sldMasterMkLst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4130077133" sldId="2147483781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4114586457" sldId="2147483782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3185989494" sldId="2147483783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290728653" sldId="2147483784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4011363692" sldId="2147483785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4194250922" sldId="2147483786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1123783177" sldId="2147483787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1956687247" sldId="2147483788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4161600660" sldId="2147483789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1170860394" sldId="2147483790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2166132711" sldId="2147483791"/>
          </pc:sldLayoutMkLst>
        </pc:sldLayoutChg>
        <pc:sldLayoutChg chg="del">
          <pc:chgData name="George Stephen, Reuben" userId="f36fcdba-2387-45bd-94a7-0c45a8a9ccec" providerId="ADAL" clId="{BC99568D-E332-4972-9E17-1E2363425709}" dt="2024-05-03T22:24:14.910" v="635" actId="47"/>
          <pc:sldLayoutMkLst>
            <pc:docMk/>
            <pc:sldMasterMk cId="1911530801" sldId="2147483780"/>
            <pc:sldLayoutMk cId="3220974838" sldId="2147483792"/>
          </pc:sldLayoutMkLst>
        </pc:sldLayoutChg>
      </pc:sldMasterChg>
    </pc:docChg>
  </pc:docChgLst>
  <pc:docChgLst>
    <pc:chgData name="Rosmin Elsa" userId="8f13a6be4da41318" providerId="Windows Live" clId="Web-{3ED256F8-716D-41E7-AEB7-6CD2548F747F}"/>
    <pc:docChg chg="modSld">
      <pc:chgData name="Rosmin Elsa" userId="8f13a6be4da41318" providerId="Windows Live" clId="Web-{3ED256F8-716D-41E7-AEB7-6CD2548F747F}" dt="2024-05-04T13:56:51.361" v="0"/>
      <pc:docMkLst>
        <pc:docMk/>
      </pc:docMkLst>
      <pc:sldChg chg="mod modClrScheme chgLayout">
        <pc:chgData name="Rosmin Elsa" userId="8f13a6be4da41318" providerId="Windows Live" clId="Web-{3ED256F8-716D-41E7-AEB7-6CD2548F747F}" dt="2024-05-04T13:56:51.361" v="0"/>
        <pc:sldMkLst>
          <pc:docMk/>
          <pc:sldMk cId="2329691217" sldId="511"/>
        </pc:sldMkLst>
      </pc:sldChg>
    </pc:docChg>
  </pc:docChgLst>
  <pc:docChgLst>
    <pc:chgData name="Rosmin Elsa" userId="8f13a6be4da41318" providerId="LiveId" clId="{61F8AA89-8DB8-4EF8-B137-642A5C2AC378}"/>
    <pc:docChg chg="undo custSel modMainMaster">
      <pc:chgData name="Rosmin Elsa" userId="8f13a6be4da41318" providerId="LiveId" clId="{61F8AA89-8DB8-4EF8-B137-642A5C2AC378}" dt="2024-05-04T14:08:59.455" v="62" actId="20577"/>
      <pc:docMkLst>
        <pc:docMk/>
      </pc:docMkLst>
      <pc:sldMasterChg chg="modSldLayout">
        <pc:chgData name="Rosmin Elsa" userId="8f13a6be4da41318" providerId="LiveId" clId="{61F8AA89-8DB8-4EF8-B137-642A5C2AC378}" dt="2024-05-04T14:08:59.455" v="62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61F8AA89-8DB8-4EF8-B137-642A5C2AC378}" dt="2024-05-04T14:08:59.455" v="62" actId="20577"/>
          <pc:sldLayoutMkLst>
            <pc:docMk/>
            <pc:sldMasterMk cId="2021402228" sldId="2147483673"/>
            <pc:sldLayoutMk cId="1800146765" sldId="2147483722"/>
          </pc:sldLayoutMkLst>
          <pc:spChg chg="mod">
            <ac:chgData name="Rosmin Elsa" userId="8f13a6be4da41318" providerId="LiveId" clId="{61F8AA89-8DB8-4EF8-B137-642A5C2AC378}" dt="2024-05-04T14:08:59.455" v="62" actId="20577"/>
            <ac:spMkLst>
              <pc:docMk/>
              <pc:sldMasterMk cId="2021402228" sldId="2147483673"/>
              <pc:sldLayoutMk cId="1800146765" sldId="2147483722"/>
              <ac:spMk id="10" creationId="{2ABC3181-23C2-4E58-A642-35AA820BC599}"/>
            </ac:spMkLst>
          </pc:spChg>
        </pc:sldLayoutChg>
        <pc:sldLayoutChg chg="addSp delSp modSp mod">
          <pc:chgData name="Rosmin Elsa" userId="8f13a6be4da41318" providerId="LiveId" clId="{61F8AA89-8DB8-4EF8-B137-642A5C2AC378}" dt="2024-05-04T14:04:47.902" v="56" actId="20577"/>
          <pc:sldLayoutMkLst>
            <pc:docMk/>
            <pc:sldMasterMk cId="2021402228" sldId="2147483673"/>
            <pc:sldLayoutMk cId="2308889442" sldId="2147483723"/>
          </pc:sldLayoutMkLst>
          <pc:spChg chg="mod">
            <ac:chgData name="Rosmin Elsa" userId="8f13a6be4da41318" providerId="LiveId" clId="{61F8AA89-8DB8-4EF8-B137-642A5C2AC378}" dt="2024-05-04T14:04:47.902" v="56" actId="20577"/>
            <ac:spMkLst>
              <pc:docMk/>
              <pc:sldMasterMk cId="2021402228" sldId="2147483673"/>
              <pc:sldLayoutMk cId="2308889442" sldId="2147483723"/>
              <ac:spMk id="7" creationId="{99B39CA7-ADE3-4147-9B4D-BE10E585E948}"/>
            </ac:spMkLst>
          </pc:spChg>
          <pc:picChg chg="add del">
            <ac:chgData name="Rosmin Elsa" userId="8f13a6be4da41318" providerId="LiveId" clId="{61F8AA89-8DB8-4EF8-B137-642A5C2AC378}" dt="2024-05-04T14:03:28.193" v="49" actId="478"/>
            <ac:picMkLst>
              <pc:docMk/>
              <pc:sldMasterMk cId="2021402228" sldId="2147483673"/>
              <pc:sldLayoutMk cId="2308889442" sldId="2147483723"/>
              <ac:picMk id="2" creationId="{ABD6A591-7B79-44D0-458D-4F67AF2A70DF}"/>
            </ac:picMkLst>
          </pc:picChg>
          <pc:picChg chg="add mod ord">
            <ac:chgData name="Rosmin Elsa" userId="8f13a6be4da41318" providerId="LiveId" clId="{61F8AA89-8DB8-4EF8-B137-642A5C2AC378}" dt="2024-05-04T14:03:35.089" v="51" actId="167"/>
            <ac:picMkLst>
              <pc:docMk/>
              <pc:sldMasterMk cId="2021402228" sldId="2147483673"/>
              <pc:sldLayoutMk cId="2308889442" sldId="2147483723"/>
              <ac:picMk id="3" creationId="{CB102A22-81C9-1AB2-E331-FD949078C20F}"/>
            </ac:picMkLst>
          </pc:picChg>
        </pc:sldLayoutChg>
      </pc:sldMasterChg>
    </pc:docChg>
  </pc:docChgLst>
  <pc:docChgLst>
    <pc:chgData name="Rosmin Elsa" userId="8f13a6be4da41318" providerId="LiveId" clId="{30F0A51A-4C9B-5A47-9231-2236654A50BE}"/>
    <pc:docChg chg="modSld">
      <pc:chgData name="Rosmin Elsa" userId="8f13a6be4da41318" providerId="LiveId" clId="{30F0A51A-4C9B-5A47-9231-2236654A50BE}" dt="2024-05-04T03:59:46.944" v="18" actId="20577"/>
      <pc:docMkLst>
        <pc:docMk/>
      </pc:docMkLst>
      <pc:sldChg chg="modSp">
        <pc:chgData name="Rosmin Elsa" userId="8f13a6be4da41318" providerId="LiveId" clId="{30F0A51A-4C9B-5A47-9231-2236654A50BE}" dt="2024-05-04T03:31:22.531" v="2" actId="20577"/>
        <pc:sldMkLst>
          <pc:docMk/>
          <pc:sldMk cId="1743440640" sldId="1821"/>
        </pc:sldMkLst>
        <pc:spChg chg="mod">
          <ac:chgData name="Rosmin Elsa" userId="8f13a6be4da41318" providerId="LiveId" clId="{30F0A51A-4C9B-5A47-9231-2236654A50BE}" dt="2024-05-04T03:31:22.531" v="2" actId="20577"/>
          <ac:spMkLst>
            <pc:docMk/>
            <pc:sldMk cId="1743440640" sldId="1821"/>
            <ac:spMk id="13" creationId="{007BB913-9B65-46EC-B661-42A703EE22EC}"/>
          </ac:spMkLst>
        </pc:spChg>
      </pc:sldChg>
      <pc:sldChg chg="modSp">
        <pc:chgData name="Rosmin Elsa" userId="8f13a6be4da41318" providerId="LiveId" clId="{30F0A51A-4C9B-5A47-9231-2236654A50BE}" dt="2024-05-04T03:59:06.510" v="8" actId="20577"/>
        <pc:sldMkLst>
          <pc:docMk/>
          <pc:sldMk cId="3720792001" sldId="1822"/>
        </pc:sldMkLst>
        <pc:spChg chg="mod">
          <ac:chgData name="Rosmin Elsa" userId="8f13a6be4da41318" providerId="LiveId" clId="{30F0A51A-4C9B-5A47-9231-2236654A50BE}" dt="2024-05-04T03:59:06.510" v="8" actId="20577"/>
          <ac:spMkLst>
            <pc:docMk/>
            <pc:sldMk cId="3720792001" sldId="1822"/>
            <ac:spMk id="13" creationId="{007BB913-9B65-46EC-B661-42A703EE22EC}"/>
          </ac:spMkLst>
        </pc:spChg>
      </pc:sldChg>
      <pc:sldChg chg="modSp">
        <pc:chgData name="Rosmin Elsa" userId="8f13a6be4da41318" providerId="LiveId" clId="{30F0A51A-4C9B-5A47-9231-2236654A50BE}" dt="2024-05-04T03:59:16.280" v="11" actId="20577"/>
        <pc:sldMkLst>
          <pc:docMk/>
          <pc:sldMk cId="1362386225" sldId="1823"/>
        </pc:sldMkLst>
        <pc:spChg chg="mod">
          <ac:chgData name="Rosmin Elsa" userId="8f13a6be4da41318" providerId="LiveId" clId="{30F0A51A-4C9B-5A47-9231-2236654A50BE}" dt="2024-05-04T03:59:16.280" v="11" actId="20577"/>
          <ac:spMkLst>
            <pc:docMk/>
            <pc:sldMk cId="1362386225" sldId="1823"/>
            <ac:spMk id="13" creationId="{007BB913-9B65-46EC-B661-42A703EE22EC}"/>
          </ac:spMkLst>
        </pc:spChg>
      </pc:sldChg>
      <pc:sldChg chg="modSp">
        <pc:chgData name="Rosmin Elsa" userId="8f13a6be4da41318" providerId="LiveId" clId="{30F0A51A-4C9B-5A47-9231-2236654A50BE}" dt="2024-05-04T03:58:55.741" v="5" actId="20577"/>
        <pc:sldMkLst>
          <pc:docMk/>
          <pc:sldMk cId="3075917374" sldId="1824"/>
        </pc:sldMkLst>
        <pc:spChg chg="mod">
          <ac:chgData name="Rosmin Elsa" userId="8f13a6be4da41318" providerId="LiveId" clId="{30F0A51A-4C9B-5A47-9231-2236654A50BE}" dt="2024-05-04T03:58:55.741" v="5" actId="20577"/>
          <ac:spMkLst>
            <pc:docMk/>
            <pc:sldMk cId="3075917374" sldId="1824"/>
            <ac:spMk id="13" creationId="{007BB913-9B65-46EC-B661-42A703EE22EC}"/>
          </ac:spMkLst>
        </pc:spChg>
      </pc:sldChg>
      <pc:sldChg chg="modSp">
        <pc:chgData name="Rosmin Elsa" userId="8f13a6be4da41318" providerId="LiveId" clId="{30F0A51A-4C9B-5A47-9231-2236654A50BE}" dt="2024-05-04T03:59:46.944" v="18" actId="20577"/>
        <pc:sldMkLst>
          <pc:docMk/>
          <pc:sldMk cId="1746303267" sldId="1825"/>
        </pc:sldMkLst>
        <pc:spChg chg="mod">
          <ac:chgData name="Rosmin Elsa" userId="8f13a6be4da41318" providerId="LiveId" clId="{30F0A51A-4C9B-5A47-9231-2236654A50BE}" dt="2024-05-04T03:59:46.944" v="18" actId="20577"/>
          <ac:spMkLst>
            <pc:docMk/>
            <pc:sldMk cId="1746303267" sldId="1825"/>
            <ac:spMk id="13" creationId="{007BB913-9B65-46EC-B661-42A703EE22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18/04/2025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aterfall in the mountains&#10;&#10;Description automatically generated">
            <a:extLst>
              <a:ext uri="{FF2B5EF4-FFF2-40B4-BE49-F238E27FC236}">
                <a16:creationId xmlns:a16="http://schemas.microsoft.com/office/drawing/2014/main" id="{CB102A22-81C9-1AB2-E331-FD949078C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05 May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aterfall in the mountains&#10;&#10;Description automatically generated">
            <a:extLst>
              <a:ext uri="{FF2B5EF4-FFF2-40B4-BE49-F238E27FC236}">
                <a16:creationId xmlns:a16="http://schemas.microsoft.com/office/drawing/2014/main" id="{4EE9CB05-34A7-D7D6-5834-D949B95D50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05 May 2024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8370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0162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68720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2794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29095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8171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7104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0963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414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15827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18186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2D2F3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10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84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063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23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6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103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750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416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7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9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927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168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2D2F3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764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04008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27827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46590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60091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47731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23546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33763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78132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7323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94198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62056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2D2F3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350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72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FF019-52F0-D1F7-09B1-4D6A8AD84E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483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4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pPr/>
              <a:t>18/4/2025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828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0" y="1653074"/>
            <a:ext cx="9156031" cy="18373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Song No.: 40 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- 40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05413" y="499607"/>
            <a:ext cx="79289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koodi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ellaarum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cherhnnu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pukalh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kondaadanham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–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vaathilaakum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vaazhththippaadanam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Opening: 1 of 6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605413" y="2717987"/>
            <a:ext cx="7928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lm! IqSn \msaÃmcpw tNÀ¶p ]pIÄ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sIm¬SmSWwþ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kzÀ¤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hmXnemIpw tbip\mYs\ hmgv¯n¸mSWw</a:t>
            </a:r>
            <a:endParaRPr kumimoji="0" lang="en-SG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AEBBFD-FB21-71B8-8F48-14CBD6778FF3}"/>
              </a:ext>
            </a:extLst>
          </p:cNvPr>
          <p:cNvGrpSpPr/>
          <p:nvPr/>
        </p:nvGrpSpPr>
        <p:grpSpPr>
          <a:xfrm>
            <a:off x="7203872" y="1517773"/>
            <a:ext cx="423309" cy="599785"/>
            <a:chOff x="7203872" y="1517773"/>
            <a:chExt cx="423309" cy="599785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F4028514-22FF-AC67-ABCB-7B011C4A7285}"/>
                </a:ext>
              </a:extLst>
            </p:cNvPr>
            <p:cNvSpPr/>
            <p:nvPr/>
          </p:nvSpPr>
          <p:spPr>
            <a:xfrm>
              <a:off x="7203872" y="1517773"/>
              <a:ext cx="138829" cy="5997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F2EEEC-CED3-8367-6316-4BAC2C0150F2}"/>
                </a:ext>
              </a:extLst>
            </p:cNvPr>
            <p:cNvSpPr txBox="1"/>
            <p:nvPr/>
          </p:nvSpPr>
          <p:spPr>
            <a:xfrm>
              <a:off x="7342701" y="1663776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94E9EC-F971-47D9-E070-90F3FDD331DD}"/>
              </a:ext>
            </a:extLst>
          </p:cNvPr>
          <p:cNvGrpSpPr/>
          <p:nvPr/>
        </p:nvGrpSpPr>
        <p:grpSpPr>
          <a:xfrm>
            <a:off x="7203872" y="3835857"/>
            <a:ext cx="423309" cy="599785"/>
            <a:chOff x="7203872" y="1517773"/>
            <a:chExt cx="423309" cy="599785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B215128A-AEB8-0251-D75D-B2ED4D1A3870}"/>
                </a:ext>
              </a:extLst>
            </p:cNvPr>
            <p:cNvSpPr/>
            <p:nvPr/>
          </p:nvSpPr>
          <p:spPr>
            <a:xfrm>
              <a:off x="7203872" y="1517773"/>
              <a:ext cx="138829" cy="5997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4EC1C1-6717-2BBF-6801-07BC51C453AB}"/>
                </a:ext>
              </a:extLst>
            </p:cNvPr>
            <p:cNvSpPr txBox="1"/>
            <p:nvPr/>
          </p:nvSpPr>
          <p:spPr>
            <a:xfrm>
              <a:off x="7342701" y="1663776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745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- 40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07507" y="812733"/>
            <a:ext cx="79289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vedanappedum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ezhakalhkk-azhalu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theeruvaan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mediniyathil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maanushy-aavathaaram-aarnnithaa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Opening: 2 of 6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498650" y="2717987"/>
            <a:ext cx="81467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thZ\s¸Spw GgIÄ¡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-</a:t>
            </a: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gep Xocphm³þ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h¶p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taZn\nbXnÂ am\pjymhXmcamÀ¶nXm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(2)</a:t>
            </a:r>
            <a:endParaRPr kumimoji="0" lang="en-SG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AEBBFD-FB21-71B8-8F48-14CBD6778FF3}"/>
              </a:ext>
            </a:extLst>
          </p:cNvPr>
          <p:cNvGrpSpPr/>
          <p:nvPr/>
        </p:nvGrpSpPr>
        <p:grpSpPr>
          <a:xfrm>
            <a:off x="8111091" y="1402468"/>
            <a:ext cx="423309" cy="599785"/>
            <a:chOff x="7203872" y="1517773"/>
            <a:chExt cx="423309" cy="599785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F4028514-22FF-AC67-ABCB-7B011C4A7285}"/>
                </a:ext>
              </a:extLst>
            </p:cNvPr>
            <p:cNvSpPr/>
            <p:nvPr/>
          </p:nvSpPr>
          <p:spPr>
            <a:xfrm>
              <a:off x="7203872" y="1517773"/>
              <a:ext cx="138829" cy="5997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F2EEEC-CED3-8367-6316-4BAC2C0150F2}"/>
                </a:ext>
              </a:extLst>
            </p:cNvPr>
            <p:cNvSpPr txBox="1"/>
            <p:nvPr/>
          </p:nvSpPr>
          <p:spPr>
            <a:xfrm>
              <a:off x="7342701" y="1663776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037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- 40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35720" y="925414"/>
            <a:ext cx="90725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vaanavar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vaazhththi-ppaadunna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karhththanaaya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dushta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maanavan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eederhuvaan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oradimayaayithaa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Opening: 3 of 6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498650" y="3140868"/>
            <a:ext cx="81467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hm\hÀ hmgv¯n¸mSp¶ IÀ¯\mb Xm³þ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Zpã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am\h³ CutSdphm³ HcSnabmbnXmþ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(2)</a:t>
            </a:r>
            <a:endParaRPr kumimoji="0" lang="en-SG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77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- 40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231465" y="925414"/>
            <a:ext cx="86810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aadaravattu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bhoomiyil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verhiyaraam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nararh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maranh-aadhikalh-ozhivathinnu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thaanhu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devanum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Opening: 4 of 6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498650" y="3140868"/>
            <a:ext cx="81467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BZchäp `qanbnÂ shdnbcmw \cÀþ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acWm[nIsfmgnhXn¶p XmWp tZh\pw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(2)</a:t>
            </a:r>
            <a:endParaRPr kumimoji="0" lang="en-SG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54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- 40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231465" y="925414"/>
            <a:ext cx="86810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paapikalhkku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pithaavinodirannu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mochanam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nija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sevaka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janangalhe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rakshacheyyunnon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Opening: 5 of 6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498650" y="3263980"/>
            <a:ext cx="81467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]m]nIÄ¡p ]nXmhnt\mSnc¶p tamN\wþ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\nP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]mZtkhI P\§sf c£sN¿pt¶m³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(2)</a:t>
            </a:r>
            <a:endParaRPr kumimoji="0" lang="en-SG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431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- 40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05413" y="499607"/>
            <a:ext cx="79289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koodi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ellaarum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cherhnnu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pukalh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kondaadanham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–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vaathilaakum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vaazhththippaadanam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Opening: 6 of 6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605413" y="2717987"/>
            <a:ext cx="7928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lm! IqSn \msaÃmcpw tNÀ¶p ]pIÄ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sIm¬SmSWwþ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kzÀ¤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pl-PL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hmXnemIpw tbip\mYs\ hmgv¯n¸mSWw</a:t>
            </a:r>
            <a:endParaRPr kumimoji="0" lang="en-SG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AEBBFD-FB21-71B8-8F48-14CBD6778FF3}"/>
              </a:ext>
            </a:extLst>
          </p:cNvPr>
          <p:cNvGrpSpPr/>
          <p:nvPr/>
        </p:nvGrpSpPr>
        <p:grpSpPr>
          <a:xfrm>
            <a:off x="7203872" y="1517773"/>
            <a:ext cx="423309" cy="599785"/>
            <a:chOff x="7203872" y="1517773"/>
            <a:chExt cx="423309" cy="599785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F4028514-22FF-AC67-ABCB-7B011C4A7285}"/>
                </a:ext>
              </a:extLst>
            </p:cNvPr>
            <p:cNvSpPr/>
            <p:nvPr/>
          </p:nvSpPr>
          <p:spPr>
            <a:xfrm>
              <a:off x="7203872" y="1517773"/>
              <a:ext cx="138829" cy="5997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F2EEEC-CED3-8367-6316-4BAC2C0150F2}"/>
                </a:ext>
              </a:extLst>
            </p:cNvPr>
            <p:cNvSpPr txBox="1"/>
            <p:nvPr/>
          </p:nvSpPr>
          <p:spPr>
            <a:xfrm>
              <a:off x="7342701" y="1663776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94E9EC-F971-47D9-E070-90F3FDD331DD}"/>
              </a:ext>
            </a:extLst>
          </p:cNvPr>
          <p:cNvGrpSpPr/>
          <p:nvPr/>
        </p:nvGrpSpPr>
        <p:grpSpPr>
          <a:xfrm>
            <a:off x="7203872" y="3835857"/>
            <a:ext cx="423309" cy="599785"/>
            <a:chOff x="7203872" y="1517773"/>
            <a:chExt cx="423309" cy="599785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B215128A-AEB8-0251-D75D-B2ED4D1A3870}"/>
                </a:ext>
              </a:extLst>
            </p:cNvPr>
            <p:cNvSpPr/>
            <p:nvPr/>
          </p:nvSpPr>
          <p:spPr>
            <a:xfrm>
              <a:off x="7203872" y="1517773"/>
              <a:ext cx="138829" cy="5997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4EC1C1-6717-2BBF-6801-07BC51C453AB}"/>
                </a:ext>
              </a:extLst>
            </p:cNvPr>
            <p:cNvSpPr txBox="1"/>
            <p:nvPr/>
          </p:nvSpPr>
          <p:spPr>
            <a:xfrm>
              <a:off x="7342701" y="1663776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590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653666"/>
            <a:ext cx="9144000" cy="1836167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Thunha</a:t>
            </a:r>
            <a:r>
              <a:rPr lang="en-GB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60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neeye</a:t>
            </a:r>
            <a:r>
              <a:rPr lang="en-GB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 Hymn – </a:t>
            </a:r>
            <a:r>
              <a:rPr lang="en-SG" err="1">
                <a:latin typeface="Segoe UI" panose="020B0502040204020203" pitchFamily="34" charset="0"/>
                <a:cs typeface="Segoe UI" panose="020B0502040204020203" pitchFamily="34" charset="0"/>
              </a:rPr>
              <a:t>Thunha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err="1">
                <a:latin typeface="Segoe UI" panose="020B0502040204020203" pitchFamily="34" charset="0"/>
                <a:cs typeface="Segoe UI" panose="020B0502040204020203" pitchFamily="34" charset="0"/>
              </a:rPr>
              <a:t>Neeye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864530" y="720621"/>
            <a:ext cx="74149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thunha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neeye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yeshuve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raajane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 nee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vazhume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naalkalh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muzhuvanum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enikkellaame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neeye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thunha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neeye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yeshuve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Thanksgiving: 1 of 1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917786" y="2785219"/>
            <a:ext cx="7687734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തുണ നീയേ എൻ യേശുവേ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രാജനേ... നീ വാഴുമേ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എൻ നാൾകൾ മുഴുവനും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എനിക്കെല്ലാമേ നീയേ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തുണ നീയേ എൻ യേശുവേ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88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955904"/>
            <a:ext cx="9144000" cy="123169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3690630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2851266" y="1665552"/>
            <a:ext cx="3441468" cy="1812395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Song No.: 405</a:t>
            </a: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 – 405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4"/>
            <a:ext cx="6619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karhththaavinaayi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jeevichcheedum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naalhellaam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daiva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mahathwam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konhdaadum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keerhththikkum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than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vaalsalyam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1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300" y="2572861"/>
            <a:ext cx="661937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Rm³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IÀ¯mhn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mbn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mSpw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Pohn¨oSpw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msfÃmw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ssZhalXzw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sIm¬SmSpw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IoÀ¯n¡pw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X³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hmÂkeyw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kumimoji="0" lang="en-SG" sz="24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455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 – 405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4"/>
            <a:ext cx="8162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hallelujah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daivaththinum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puthranum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aathmaavinum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innum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ennum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sarhvakaalaththum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2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300" y="2572861"/>
            <a:ext cx="6336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lsÃeq¿m ssZh¯n\pw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lsÃeq¿m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]p{X\pw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lsÃeq¿m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Bßmhn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C¶pw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err="1">
                <a:latin typeface="ML-TTKarthika" panose="04000000000000000000" pitchFamily="82" charset="0"/>
              </a:rPr>
              <a:t>F¶p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kÀÆIme¯pw</a:t>
            </a:r>
            <a:endParaRPr kumimoji="0" lang="ml-IN" sz="3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906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 – 405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4"/>
            <a:ext cx="8162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bhaaramullhorh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manamalla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daivaathmaavin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lakshanham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saakshaal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abhishiktharhkkellaa</a:t>
            </a:r>
            <a:r>
              <a:rPr lang="en-SG" sz="280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kk</a:t>
            </a:r>
            <a:r>
              <a:rPr lang="en-SG" sz="280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aalaththum</a:t>
            </a:r>
            <a:r>
              <a:rPr lang="en-SG" sz="280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santhoshikkaam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3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300" y="2572861"/>
            <a:ext cx="661937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`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mcaptÅmÀ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a\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aÃ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ssZhmßmhn³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e£Ww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km£mÂ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A`njnàÀs¡Ãmþ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me¯pw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kt´mjn¡mw</a:t>
            </a:r>
            <a:endParaRPr kumimoji="0" lang="ml-IN" sz="4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50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 – 405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4"/>
            <a:ext cx="8162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hallelujah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daivaththinum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puthranum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aathmaavinum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innum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ennum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sarhvakaalaththum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4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300" y="2572861"/>
            <a:ext cx="6336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lsÃeq¿m ssZh¯n\pw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lsÃeq¿m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]p{X\pw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lsÃeq¿m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Bßmhn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C¶pw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err="1">
                <a:latin typeface="ML-TTKarthika" panose="04000000000000000000" pitchFamily="82" charset="0"/>
              </a:rPr>
              <a:t>F¶p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kÀÆIme¯pw</a:t>
            </a:r>
            <a:endParaRPr kumimoji="0" lang="ml-IN" sz="3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470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 – 405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4"/>
            <a:ext cx="8162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mukhaththin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munpaake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veenhayaale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sthuthippaan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yeshuvin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thiru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rakthaththaale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enne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praapthan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aakki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thaan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5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300" y="2572861"/>
            <a:ext cx="661937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ssZhapJ¯n³ ap¼msI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hoWbmse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kvXpXn¸m³ </a:t>
            </a:r>
          </a:p>
          <a:p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tbiphn³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Xncpcà¯mse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Fs¶ {]m]vX³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B¡n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Xm³</a:t>
            </a:r>
            <a:endParaRPr kumimoji="0" lang="ml-IN" sz="3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48B0C-E352-0D82-8775-DC64F9F2EB0E}"/>
              </a:ext>
            </a:extLst>
          </p:cNvPr>
          <p:cNvSpPr txBox="1"/>
          <p:nvPr/>
        </p:nvSpPr>
        <p:spPr>
          <a:xfrm>
            <a:off x="5859571" y="1626630"/>
            <a:ext cx="28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808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 – 405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4"/>
            <a:ext cx="8162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hallelujah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daivaththinum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puthranum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aathmaavinum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innum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ennum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sarhvakaalaththum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</a:t>
            </a: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300" y="2572861"/>
            <a:ext cx="6336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lsÃeq¿m ssZh¯n\pw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lsÃeq¿m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]p{X\pw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lsÃeq¿m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Bßmhn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C¶pw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err="1">
                <a:latin typeface="ML-TTKarthika" panose="04000000000000000000" pitchFamily="82" charset="0"/>
              </a:rPr>
              <a:t>F¶p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kÀÆIme¯pw</a:t>
            </a:r>
            <a:endParaRPr kumimoji="0" lang="ml-IN" sz="3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326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 – 405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4"/>
            <a:ext cx="8162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santhoshaththaale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ullham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ellaam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thullhumpolh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agniyaale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shodhana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cheytheedumpolh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7 of </a:t>
            </a: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300" y="2572861"/>
            <a:ext cx="661937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mSpw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Rm³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kt´mj¯mse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DÅw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FÃmw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XpÅpt¼mÄ </a:t>
            </a:r>
          </a:p>
          <a:p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mSpw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Fs¶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Aánbmse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tim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[\ sNbvXoSpt¼mÄ</a:t>
            </a:r>
            <a:endParaRPr kumimoji="0" lang="ml-IN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973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Hymn – 405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4"/>
            <a:ext cx="8162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hallelujah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daivaththinum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puthranum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SG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aathmaavinum</a:t>
            </a: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innum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ennum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sarhvakaalaththum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8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300" y="2572861"/>
            <a:ext cx="6336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lsÃeq¿m ssZh¯n\pw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lsÃeq¿m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]p{X\pw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lsÃeq¿m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Bßmhn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\pw </a:t>
            </a:r>
          </a:p>
          <a:p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C¶pw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err="1">
                <a:latin typeface="ML-TTKarthika" panose="04000000000000000000" pitchFamily="82" charset="0"/>
              </a:rPr>
              <a:t>F¶p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w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kÀÆIme¯pw</a:t>
            </a:r>
            <a:endParaRPr kumimoji="0" lang="ml-IN" sz="3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70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2851266" y="2022258"/>
            <a:ext cx="3441468" cy="1098984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4085428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959331" y="2057774"/>
            <a:ext cx="3225337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Confession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Hymn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692989" y="693523"/>
            <a:ext cx="57580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spc="-10">
                <a:solidFill>
                  <a:prstClr val="black"/>
                </a:solidFill>
                <a:latin typeface="Segoe UI"/>
                <a:ea typeface="Times New Roman" panose="02020603050405020304" pitchFamily="18" charset="0"/>
                <a:cs typeface="Segoe UI"/>
              </a:rPr>
              <a:t>t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hirukkaraththaal</a:t>
            </a:r>
            <a:r>
              <a:rPr kumimoji="0" lang="en-SG" sz="2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 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vahichchu</a:t>
            </a:r>
            <a:r>
              <a:rPr kumimoji="0" lang="en-SG" sz="2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 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enne</a:t>
            </a:r>
            <a:endParaRPr kumimoji="0" lang="en-SG" sz="2800" b="0" i="0" u="none" strike="noStrike" kern="1200" cap="none" spc="-1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Times New Roman" panose="02020603050405020304" pitchFamily="18" charset="0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spc="-10">
                <a:solidFill>
                  <a:prstClr val="black"/>
                </a:solidFill>
                <a:latin typeface="Segoe UI"/>
                <a:ea typeface="Times New Roman" panose="02020603050405020304" pitchFamily="18" charset="0"/>
                <a:cs typeface="Segoe UI"/>
              </a:rPr>
              <a:t>t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hiru</a:t>
            </a:r>
            <a:r>
              <a:rPr kumimoji="0" lang="en-SG" sz="2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 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hitham</a:t>
            </a:r>
            <a:r>
              <a:rPr kumimoji="0" lang="en-SG" sz="2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 pol 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nadathenhame</a:t>
            </a:r>
            <a:r>
              <a:rPr kumimoji="0" lang="en-SG" sz="2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spc="-10">
                <a:solidFill>
                  <a:prstClr val="black"/>
                </a:solidFill>
                <a:latin typeface="Segoe UI"/>
                <a:ea typeface="Times New Roman" panose="02020603050405020304" pitchFamily="18" charset="0"/>
                <a:cs typeface="Segoe UI"/>
              </a:rPr>
              <a:t>k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ushavan</a:t>
            </a:r>
            <a:r>
              <a:rPr kumimoji="0" lang="en-SG" sz="2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 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kaiyyil</a:t>
            </a:r>
            <a:r>
              <a:rPr kumimoji="0" lang="en-SG" sz="2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 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kalhimannhu</a:t>
            </a:r>
            <a:r>
              <a:rPr kumimoji="0" lang="en-SG" sz="2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 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njaan</a:t>
            </a:r>
            <a:endParaRPr kumimoji="0" lang="en-SG" sz="2800" b="0" i="0" u="none" strike="noStrike" kern="1200" cap="none" spc="-1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Times New Roman" panose="02020603050405020304" pitchFamily="18" charset="0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spc="-10">
                <a:solidFill>
                  <a:prstClr val="black"/>
                </a:solidFill>
                <a:latin typeface="Segoe UI"/>
                <a:ea typeface="Times New Roman" panose="02020603050405020304" pitchFamily="18" charset="0"/>
                <a:cs typeface="Segoe UI"/>
              </a:rPr>
              <a:t>a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nudinam</a:t>
            </a:r>
            <a:r>
              <a:rPr kumimoji="0" lang="en-SG" sz="2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 nee </a:t>
            </a:r>
            <a:r>
              <a:rPr kumimoji="0" lang="en-SG" sz="28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Times New Roman" panose="02020603050405020304" pitchFamily="18" charset="0"/>
                <a:cs typeface="Segoe UI"/>
              </a:rPr>
              <a:t>panhiyename</a:t>
            </a:r>
            <a:endParaRPr kumimoji="0" lang="en-SG" sz="2800" b="0" i="0" u="none" strike="noStrike" kern="1200" cap="none" spc="-1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Times New Roman" panose="02020603050405020304" pitchFamily="18" charset="0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Confession: 1 of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37495-18F4-C9C2-2EFB-AF1BFA141887}"/>
              </a:ext>
            </a:extLst>
          </p:cNvPr>
          <p:cNvSpPr txBox="1"/>
          <p:nvPr/>
        </p:nvSpPr>
        <p:spPr>
          <a:xfrm>
            <a:off x="1963903" y="2627426"/>
            <a:ext cx="5216195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rtika" panose="02020503030404060203" pitchFamily="18" charset="0"/>
                <a:ea typeface="Times New Roman" panose="02020603050405020304" pitchFamily="18" charset="0"/>
                <a:cs typeface="Kartika" panose="02020503030404060203" pitchFamily="18" charset="0"/>
              </a:rPr>
              <a:t>തിരുക്കരത്താൽ വഹിച്ചു എന്നെ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rtika" panose="02020503030404060203" pitchFamily="18" charset="0"/>
                <a:ea typeface="Times New Roman" panose="02020603050405020304" pitchFamily="18" charset="0"/>
                <a:cs typeface="Kartika" panose="02020503030404060203" pitchFamily="18" charset="0"/>
              </a:rPr>
              <a:t>തിരുഹിതംപോൽ നടത്തേണമേ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rtika" panose="02020503030404060203" pitchFamily="18" charset="0"/>
                <a:ea typeface="Times New Roman" panose="02020603050405020304" pitchFamily="18" charset="0"/>
                <a:cs typeface="Kartika" panose="02020503030404060203" pitchFamily="18" charset="0"/>
              </a:rPr>
              <a:t>കുശവൻ കയ്യിൽ കളിമണ്ണു ഞാൻ</a:t>
            </a:r>
          </a:p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rtika" panose="02020503030404060203" pitchFamily="18" charset="0"/>
                <a:ea typeface="Times New Roman" panose="02020603050405020304" pitchFamily="18" charset="0"/>
                <a:cs typeface="Kartika" panose="02020503030404060203" pitchFamily="18" charset="0"/>
              </a:rPr>
              <a:t>അനുദിനം നീ പണിയേണമേ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19E9099-3046-9072-E92F-F3E40A4920C1}"/>
              </a:ext>
            </a:extLst>
          </p:cNvPr>
          <p:cNvGrpSpPr/>
          <p:nvPr/>
        </p:nvGrpSpPr>
        <p:grpSpPr>
          <a:xfrm>
            <a:off x="7547631" y="1761183"/>
            <a:ext cx="423309" cy="599785"/>
            <a:chOff x="7203872" y="1517773"/>
            <a:chExt cx="423309" cy="599785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5FFE4E31-BAAA-6105-B460-791FDE3CB590}"/>
                </a:ext>
              </a:extLst>
            </p:cNvPr>
            <p:cNvSpPr/>
            <p:nvPr/>
          </p:nvSpPr>
          <p:spPr>
            <a:xfrm>
              <a:off x="7203872" y="1517773"/>
              <a:ext cx="138829" cy="5997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750006-B2F5-36F0-4A5B-08E746C8AE2A}"/>
                </a:ext>
              </a:extLst>
            </p:cNvPr>
            <p:cNvSpPr txBox="1"/>
            <p:nvPr/>
          </p:nvSpPr>
          <p:spPr>
            <a:xfrm>
              <a:off x="7342701" y="1663776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E0B09D2-3D08-7809-FCD5-CA7EBC749F3E}"/>
              </a:ext>
            </a:extLst>
          </p:cNvPr>
          <p:cNvSpPr/>
          <p:nvPr/>
        </p:nvSpPr>
        <p:spPr>
          <a:xfrm>
            <a:off x="7547631" y="3941496"/>
            <a:ext cx="138829" cy="74579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148978-BAFE-1125-1A24-6B69CA7BB16F}"/>
              </a:ext>
            </a:extLst>
          </p:cNvPr>
          <p:cNvSpPr txBox="1"/>
          <p:nvPr/>
        </p:nvSpPr>
        <p:spPr>
          <a:xfrm>
            <a:off x="7686460" y="4160502"/>
            <a:ext cx="284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9712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7391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143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1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539702" y="501412"/>
            <a:ext cx="80645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andarhkone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neeyi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chandaalha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drohiyil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kondoranpu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parhayendunnathengane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  <a:endParaRPr kumimoji="0" lang="en-SG" sz="2400" b="0" i="0" u="none" strike="noStrike" kern="1200" cap="none" spc="-1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68442" y="2592892"/>
            <a:ext cx="8807116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(2)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A¬SÀtImt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obn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NWvUmft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{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ZmlnbnÂ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sIm¬tSmc³]p 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dtb¬Sp¶sX§s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\?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  <a:endParaRPr kumimoji="0" lang="en-SG" sz="2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23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143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2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470950" y="484094"/>
            <a:ext cx="8202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anpolum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thampuraane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!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ninte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mahaa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anpullhoru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makane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inpam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nirhanjullha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madiyil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ninnu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thumpam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nirhanja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paarinkal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ayachchathum</a:t>
            </a:r>
            <a:endParaRPr lang="en-SG" sz="2400" spc="-10">
              <a:solidFill>
                <a:prstClr val="black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0" y="2776056"/>
            <a:ext cx="89239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A³t]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mepw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X¼pcmt\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alm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A³]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ptÅmcpaIt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 (2)</a:t>
            </a:r>
          </a:p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C¼w \ndªpÅ \n³aSnbnÂ\n¶p (2)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Xp¼w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nd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ª 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mcn¦eb¨Xpwþ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285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143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3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0" y="484094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kanhmanhiyaam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makan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poonkaavinkal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mannhil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veenhirannathum</a:t>
            </a:r>
            <a:endParaRPr kumimoji="0" lang="en-SG" sz="2400" b="0" i="0" u="none" strike="noStrike" kern="1200" cap="none" spc="-1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ponnin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thirumeni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thannil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ninnu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chora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mannhil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veenhathum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kannhengane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kanhdu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?</a:t>
            </a:r>
          </a:p>
          <a:p>
            <a:pPr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81280" y="2776056"/>
            <a:ext cx="89814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I¬aWnbmw \n·I³þ]q¦mhn¦Â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a®nÂ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hoWnc¶Xpw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</a:p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s]m¶n³ Xncpta\n X¶nÂ \n¶p tNmc (2)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a®nÂ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hoWXpw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\n³ Is®§s\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I¬Sp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? </a:t>
            </a:r>
          </a:p>
          <a:p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E00C9F-7149-9C50-52D7-7EEB16384A8D}"/>
              </a:ext>
            </a:extLst>
          </p:cNvPr>
          <p:cNvGrpSpPr/>
          <p:nvPr/>
        </p:nvGrpSpPr>
        <p:grpSpPr>
          <a:xfrm>
            <a:off x="7217622" y="628245"/>
            <a:ext cx="423309" cy="453780"/>
            <a:chOff x="7217622" y="628245"/>
            <a:chExt cx="423309" cy="453780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4CCC63C7-7268-27A6-F232-8DBCABC6B8FB}"/>
                </a:ext>
              </a:extLst>
            </p:cNvPr>
            <p:cNvSpPr/>
            <p:nvPr/>
          </p:nvSpPr>
          <p:spPr>
            <a:xfrm>
              <a:off x="7217622" y="628245"/>
              <a:ext cx="138829" cy="45378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D2F1C2-608B-C846-7C7C-3C21E2D9C005}"/>
                </a:ext>
              </a:extLst>
            </p:cNvPr>
            <p:cNvSpPr txBox="1"/>
            <p:nvPr/>
          </p:nvSpPr>
          <p:spPr>
            <a:xfrm>
              <a:off x="7356451" y="701246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9096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143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4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" y="484094"/>
            <a:ext cx="91439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daaham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vishappukonhdu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thalharhnnu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kai-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kaalkalh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kuzhanjeedunnu</a:t>
            </a:r>
            <a:endParaRPr kumimoji="0" lang="en-SG" sz="2400" b="0" i="0" u="none" strike="noStrike" kern="1200" cap="none" spc="-1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dehamazhalunnu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dehiyuzhalunnu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sneham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perukkunnee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paathakanodayyo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!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0" y="257175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Zmlw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hni¸psIm¬Sp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XfÀ¶p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ssI</a:t>
            </a:r>
            <a:r>
              <a:rPr lang="en-US" sz="2800">
                <a:solidFill>
                  <a:srgbClr val="000000"/>
                </a:solidFill>
                <a:latin typeface="ML-TTKarthika" panose="04000000000000000000" pitchFamily="82" charset="0"/>
              </a:rPr>
              <a:t>--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ImÂIÄ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IpgªoSp¶p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tZlagep¶p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tZlnbpgep¶p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s]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cpIp¶oþ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mXIt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mSt¿m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</a:p>
          <a:p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  <a:endParaRPr kumimoji="0" lang="en-SG" sz="2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8B3C5E-3153-2034-A271-D418F8C0A54B}"/>
              </a:ext>
            </a:extLst>
          </p:cNvPr>
          <p:cNvGrpSpPr/>
          <p:nvPr/>
        </p:nvGrpSpPr>
        <p:grpSpPr>
          <a:xfrm>
            <a:off x="5526326" y="2738927"/>
            <a:ext cx="426720" cy="540537"/>
            <a:chOff x="5526326" y="2738927"/>
            <a:chExt cx="426720" cy="540537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7EA7EB42-82AD-2128-B842-DFE5D0A62ACF}"/>
                </a:ext>
              </a:extLst>
            </p:cNvPr>
            <p:cNvSpPr/>
            <p:nvPr/>
          </p:nvSpPr>
          <p:spPr>
            <a:xfrm>
              <a:off x="5526326" y="2738927"/>
              <a:ext cx="138829" cy="540537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46AC80-ECD1-AF04-B12C-66B74FE3A481}"/>
                </a:ext>
              </a:extLst>
            </p:cNvPr>
            <p:cNvSpPr txBox="1"/>
            <p:nvPr/>
          </p:nvSpPr>
          <p:spPr>
            <a:xfrm>
              <a:off x="5668566" y="2853180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C1BDD9A-9E01-CE06-6348-94A67B390F3D}"/>
              </a:ext>
            </a:extLst>
          </p:cNvPr>
          <p:cNvGrpSpPr/>
          <p:nvPr/>
        </p:nvGrpSpPr>
        <p:grpSpPr>
          <a:xfrm>
            <a:off x="5953046" y="615734"/>
            <a:ext cx="426720" cy="540537"/>
            <a:chOff x="5526326" y="2738927"/>
            <a:chExt cx="426720" cy="540537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5BFE2D6F-5206-755C-8F8D-62A301DD4F18}"/>
                </a:ext>
              </a:extLst>
            </p:cNvPr>
            <p:cNvSpPr/>
            <p:nvPr/>
          </p:nvSpPr>
          <p:spPr>
            <a:xfrm>
              <a:off x="5526326" y="2738927"/>
              <a:ext cx="138829" cy="540537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BFB672-8588-D609-4050-1D9319FDAA8B}"/>
                </a:ext>
              </a:extLst>
            </p:cNvPr>
            <p:cNvSpPr txBox="1"/>
            <p:nvPr/>
          </p:nvSpPr>
          <p:spPr>
            <a:xfrm>
              <a:off x="5668566" y="2853180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5079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9CDC-DC8B-9AD9-39DF-392E3C5F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F0DEC-A768-8BC0-F62A-A65FD8E1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143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54445C7-152C-BF8D-8DD5-59C34DFA1938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A847A-F017-A845-4189-1A8A5E60F882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4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65B0BF-C75A-977C-2D6B-831C6BFA66C2}"/>
              </a:ext>
            </a:extLst>
          </p:cNvPr>
          <p:cNvSpPr/>
          <p:nvPr/>
        </p:nvSpPr>
        <p:spPr>
          <a:xfrm>
            <a:off x="1" y="484094"/>
            <a:ext cx="91439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daaham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vishappukonhdu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thalharhnnu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kai-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kaalkalh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kuzhanjeedunnu</a:t>
            </a:r>
            <a:endParaRPr kumimoji="0" lang="en-SG" sz="2400" b="0" i="0" u="none" strike="noStrike" kern="1200" cap="none" spc="-1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dehamazhalunnu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dehiyuzhalunnu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sneham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perukkunnee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paathakanodayyo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!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08389-3B82-612B-61AD-27DD71633778}"/>
              </a:ext>
            </a:extLst>
          </p:cNvPr>
          <p:cNvSpPr txBox="1"/>
          <p:nvPr/>
        </p:nvSpPr>
        <p:spPr>
          <a:xfrm>
            <a:off x="0" y="257175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Zmlw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hni¸psIm¬Sp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XfÀ¶p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ssI</a:t>
            </a:r>
            <a:r>
              <a:rPr lang="en-US" sz="2800">
                <a:solidFill>
                  <a:srgbClr val="000000"/>
                </a:solidFill>
                <a:latin typeface="ML-TTKarthika" panose="04000000000000000000" pitchFamily="82" charset="0"/>
              </a:rPr>
              <a:t>--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ImÂIÄ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IpgªoSp¶p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tZlagep¶p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tZlnbpgep¶p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s]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cpIp¶oþ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mXIt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mSt¿m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</a:p>
          <a:p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  <a:endParaRPr kumimoji="0" lang="en-SG" sz="2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A0520A4-F91B-5951-76C3-28643DE05C47}"/>
              </a:ext>
            </a:extLst>
          </p:cNvPr>
          <p:cNvGrpSpPr/>
          <p:nvPr/>
        </p:nvGrpSpPr>
        <p:grpSpPr>
          <a:xfrm>
            <a:off x="5526326" y="2738927"/>
            <a:ext cx="426720" cy="540537"/>
            <a:chOff x="5526326" y="2738927"/>
            <a:chExt cx="426720" cy="540537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B4D5314B-656C-D622-9E6E-CB5F6B92586D}"/>
                </a:ext>
              </a:extLst>
            </p:cNvPr>
            <p:cNvSpPr/>
            <p:nvPr/>
          </p:nvSpPr>
          <p:spPr>
            <a:xfrm>
              <a:off x="5526326" y="2738927"/>
              <a:ext cx="138829" cy="540537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A1FCA6-5787-2D77-1F81-87B9CD9ADFC8}"/>
                </a:ext>
              </a:extLst>
            </p:cNvPr>
            <p:cNvSpPr txBox="1"/>
            <p:nvPr/>
          </p:nvSpPr>
          <p:spPr>
            <a:xfrm>
              <a:off x="5668566" y="2853180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2C9DB7E-8C04-5957-706D-855A68D5D4DB}"/>
              </a:ext>
            </a:extLst>
          </p:cNvPr>
          <p:cNvGrpSpPr/>
          <p:nvPr/>
        </p:nvGrpSpPr>
        <p:grpSpPr>
          <a:xfrm>
            <a:off x="5953046" y="615734"/>
            <a:ext cx="426720" cy="540537"/>
            <a:chOff x="5526326" y="2738927"/>
            <a:chExt cx="426720" cy="540537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C1203843-0064-7542-26AB-255FA17DC170}"/>
                </a:ext>
              </a:extLst>
            </p:cNvPr>
            <p:cNvSpPr/>
            <p:nvPr/>
          </p:nvSpPr>
          <p:spPr>
            <a:xfrm>
              <a:off x="5526326" y="2738927"/>
              <a:ext cx="138829" cy="540537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ECB75D-3969-152B-FCED-04AD9E5B0F42}"/>
                </a:ext>
              </a:extLst>
            </p:cNvPr>
            <p:cNvSpPr txBox="1"/>
            <p:nvPr/>
          </p:nvSpPr>
          <p:spPr>
            <a:xfrm>
              <a:off x="5668566" y="2853180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9834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143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5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" y="484094"/>
            <a:ext cx="9143999" cy="208765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daivame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daivame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enthu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kondu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kaivedinjathenne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nee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evamithaa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ninte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eka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makan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thante</a:t>
            </a:r>
            <a:r>
              <a:rPr lang="en-SG" sz="2400" spc="-1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vaavittalarhunnu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nee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kelhkkunnillo</a:t>
            </a:r>
            <a:r>
              <a:rPr lang="en-SG" sz="2400" spc="-1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ttum</a:t>
            </a:r>
            <a:endParaRPr lang="en-SG" sz="2400" spc="-10">
              <a:solidFill>
                <a:prstClr val="black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0" y="257175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ssZhta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! F³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ssZhta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F´psIm¬Sp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ssIshSnªsXs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¶ \o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GhanXm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GI aI³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Xsâ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hmhn«edp¶p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\o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tIÄ¡p¶nsÃm«pwþ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8B3C5E-3153-2034-A271-D418F8C0A54B}"/>
              </a:ext>
            </a:extLst>
          </p:cNvPr>
          <p:cNvGrpSpPr/>
          <p:nvPr/>
        </p:nvGrpSpPr>
        <p:grpSpPr>
          <a:xfrm>
            <a:off x="5956457" y="2710979"/>
            <a:ext cx="423309" cy="540537"/>
            <a:chOff x="7036752" y="3370040"/>
            <a:chExt cx="423309" cy="540537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7EA7EB42-82AD-2128-B842-DFE5D0A62ACF}"/>
                </a:ext>
              </a:extLst>
            </p:cNvPr>
            <p:cNvSpPr/>
            <p:nvPr/>
          </p:nvSpPr>
          <p:spPr>
            <a:xfrm>
              <a:off x="7036752" y="3370040"/>
              <a:ext cx="138829" cy="540537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46AC80-ECD1-AF04-B12C-66B74FE3A481}"/>
                </a:ext>
              </a:extLst>
            </p:cNvPr>
            <p:cNvSpPr txBox="1"/>
            <p:nvPr/>
          </p:nvSpPr>
          <p:spPr>
            <a:xfrm>
              <a:off x="7175581" y="3484619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755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7561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aazhangalh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thedunna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aathmaave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nedunna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ananthamaam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dooraththil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ninnente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antharangam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1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1BB5-4FB1-4317-4BA3-ECF2060ACD8A}"/>
              </a:ext>
            </a:extLst>
          </p:cNvPr>
          <p:cNvSpPr txBox="1"/>
          <p:nvPr/>
        </p:nvSpPr>
        <p:spPr>
          <a:xfrm>
            <a:off x="192848" y="2571750"/>
            <a:ext cx="87583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85783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ആഴങ്ങള്‍ തേടുന്ന ദൈവം</a:t>
            </a:r>
            <a:r>
              <a:rPr lang="en-US" sz="2000" i="0">
                <a:solidFill>
                  <a:srgbClr val="000000"/>
                </a:solidFill>
                <a:effectLst/>
                <a:latin typeface="Muli"/>
              </a:rPr>
              <a:t> 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ആത്മാവെ നേടുന്ന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ആഴത്തില്‍ അനന്തമാം ദൂരത്തില്‍ നിന്നെന്‍റെ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അന്തരംഗം കാണും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4430CA-DC04-3F77-602F-05925981D8C8}"/>
              </a:ext>
            </a:extLst>
          </p:cNvPr>
          <p:cNvGrpSpPr/>
          <p:nvPr/>
        </p:nvGrpSpPr>
        <p:grpSpPr>
          <a:xfrm>
            <a:off x="7672710" y="591266"/>
            <a:ext cx="477969" cy="1409414"/>
            <a:chOff x="7672710" y="591266"/>
            <a:chExt cx="477969" cy="1409414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8F7B29F6-DFF4-E806-2299-EE50766E349F}"/>
                </a:ext>
              </a:extLst>
            </p:cNvPr>
            <p:cNvSpPr/>
            <p:nvPr/>
          </p:nvSpPr>
          <p:spPr>
            <a:xfrm>
              <a:off x="7672710" y="591266"/>
              <a:ext cx="192505" cy="1409414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73C63A-11D5-DDC7-4B1F-D9381B46DDA2}"/>
                </a:ext>
              </a:extLst>
            </p:cNvPr>
            <p:cNvSpPr txBox="1"/>
            <p:nvPr/>
          </p:nvSpPr>
          <p:spPr>
            <a:xfrm>
              <a:off x="7867512" y="1142084"/>
              <a:ext cx="283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35C9E11-0E60-0561-5D7E-35D943DADEA0}"/>
              </a:ext>
            </a:extLst>
          </p:cNvPr>
          <p:cNvGrpSpPr/>
          <p:nvPr/>
        </p:nvGrpSpPr>
        <p:grpSpPr>
          <a:xfrm>
            <a:off x="7672710" y="2716968"/>
            <a:ext cx="475672" cy="1552523"/>
            <a:chOff x="7672710" y="2716968"/>
            <a:chExt cx="475672" cy="1552523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7522385B-BD57-3EF0-4340-A081632334BD}"/>
                </a:ext>
              </a:extLst>
            </p:cNvPr>
            <p:cNvSpPr/>
            <p:nvPr/>
          </p:nvSpPr>
          <p:spPr>
            <a:xfrm>
              <a:off x="7672710" y="2716968"/>
              <a:ext cx="192505" cy="155252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39C2AD-DCDF-CE3F-1579-5DD4DAB76133}"/>
                </a:ext>
              </a:extLst>
            </p:cNvPr>
            <p:cNvSpPr txBox="1"/>
            <p:nvPr/>
          </p:nvSpPr>
          <p:spPr>
            <a:xfrm>
              <a:off x="7865215" y="3339340"/>
              <a:ext cx="283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6339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karathetti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kadalaake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ilhakumpolh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azhalumpolh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marhapatti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anhayumen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chaare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thakarunna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thonhiyum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aazhiyil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thaazhaathe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karapattaan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2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1BB5-4FB1-4317-4BA3-ECF2060ACD8A}"/>
              </a:ext>
            </a:extLst>
          </p:cNvPr>
          <p:cNvSpPr txBox="1"/>
          <p:nvPr/>
        </p:nvSpPr>
        <p:spPr>
          <a:xfrm>
            <a:off x="192848" y="2571750"/>
            <a:ext cx="87583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കരതെറ്റി കടലാകെ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ഇളകുമ്പോള്‍ അഴലുമ്പോള്‍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മറപറ്റി അണയുമെന്‍ ചാരെ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തകരുന്ന തോണിയും ആഴിയില്‍ താഴാതെ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കരപറ്റാന്‍ കരംനല്‍കും ദൈവം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ABB5C6-2632-C7F2-C57E-D4E9357368DB}"/>
              </a:ext>
            </a:extLst>
          </p:cNvPr>
          <p:cNvGrpSpPr/>
          <p:nvPr/>
        </p:nvGrpSpPr>
        <p:grpSpPr>
          <a:xfrm>
            <a:off x="7795736" y="2733292"/>
            <a:ext cx="423309" cy="603121"/>
            <a:chOff x="7795736" y="2733292"/>
            <a:chExt cx="423309" cy="603121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D5D42C19-6BBA-4E8B-6891-E6E64D9FFB6E}"/>
                </a:ext>
              </a:extLst>
            </p:cNvPr>
            <p:cNvSpPr/>
            <p:nvPr/>
          </p:nvSpPr>
          <p:spPr>
            <a:xfrm>
              <a:off x="7795736" y="2733292"/>
              <a:ext cx="138829" cy="603121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90FA2B-C041-63BC-BEE5-1A3DC1CDC14E}"/>
                </a:ext>
              </a:extLst>
            </p:cNvPr>
            <p:cNvSpPr txBox="1"/>
            <p:nvPr/>
          </p:nvSpPr>
          <p:spPr>
            <a:xfrm>
              <a:off x="7934565" y="2880963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EB2853-5317-7D58-9063-95D4D31BD024}"/>
              </a:ext>
            </a:extLst>
          </p:cNvPr>
          <p:cNvGrpSpPr/>
          <p:nvPr/>
        </p:nvGrpSpPr>
        <p:grpSpPr>
          <a:xfrm>
            <a:off x="7795736" y="3673246"/>
            <a:ext cx="426720" cy="603121"/>
            <a:chOff x="7795736" y="3673246"/>
            <a:chExt cx="426720" cy="60312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87EE799C-5324-5679-EDAD-C027F939F0DD}"/>
                </a:ext>
              </a:extLst>
            </p:cNvPr>
            <p:cNvSpPr/>
            <p:nvPr/>
          </p:nvSpPr>
          <p:spPr>
            <a:xfrm>
              <a:off x="7795736" y="3673246"/>
              <a:ext cx="138829" cy="603121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D6DF8F-746C-3CA9-23B5-2024670B39AB}"/>
                </a:ext>
              </a:extLst>
            </p:cNvPr>
            <p:cNvSpPr txBox="1"/>
            <p:nvPr/>
          </p:nvSpPr>
          <p:spPr>
            <a:xfrm>
              <a:off x="7937976" y="3820917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0D4465-8845-7F69-8828-106016E89A46}"/>
              </a:ext>
            </a:extLst>
          </p:cNvPr>
          <p:cNvGrpSpPr/>
          <p:nvPr/>
        </p:nvGrpSpPr>
        <p:grpSpPr>
          <a:xfrm>
            <a:off x="7797442" y="630756"/>
            <a:ext cx="419898" cy="529285"/>
            <a:chOff x="7797442" y="630756"/>
            <a:chExt cx="419898" cy="529285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FBE2DBD1-0D58-B85E-93CB-168BEA3F67D1}"/>
                </a:ext>
              </a:extLst>
            </p:cNvPr>
            <p:cNvSpPr/>
            <p:nvPr/>
          </p:nvSpPr>
          <p:spPr>
            <a:xfrm>
              <a:off x="7797442" y="630756"/>
              <a:ext cx="137124" cy="529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6B4E7-ACDE-3E92-A8D3-47099B486E19}"/>
                </a:ext>
              </a:extLst>
            </p:cNvPr>
            <p:cNvSpPr txBox="1"/>
            <p:nvPr/>
          </p:nvSpPr>
          <p:spPr>
            <a:xfrm>
              <a:off x="7932860" y="742154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562321-E9F9-3E14-6ECA-65C9D3D05FB5}"/>
              </a:ext>
            </a:extLst>
          </p:cNvPr>
          <p:cNvGrpSpPr/>
          <p:nvPr/>
        </p:nvGrpSpPr>
        <p:grpSpPr>
          <a:xfrm>
            <a:off x="7795736" y="1355946"/>
            <a:ext cx="421604" cy="529285"/>
            <a:chOff x="7795736" y="1355946"/>
            <a:chExt cx="421604" cy="529285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2DBAFD09-C644-B103-AAA9-BA9AF024869C}"/>
                </a:ext>
              </a:extLst>
            </p:cNvPr>
            <p:cNvSpPr/>
            <p:nvPr/>
          </p:nvSpPr>
          <p:spPr>
            <a:xfrm>
              <a:off x="7795736" y="1355946"/>
              <a:ext cx="137125" cy="529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4631A8-9EB1-D0C4-CB72-DBBBA21545EA}"/>
                </a:ext>
              </a:extLst>
            </p:cNvPr>
            <p:cNvSpPr txBox="1"/>
            <p:nvPr/>
          </p:nvSpPr>
          <p:spPr>
            <a:xfrm>
              <a:off x="7932860" y="1469254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5355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aazhangalh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thedunna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aathmaave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nedunna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ananthamaam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dooraththil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ninnente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antharangam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3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1BB5-4FB1-4317-4BA3-ECF2060ACD8A}"/>
              </a:ext>
            </a:extLst>
          </p:cNvPr>
          <p:cNvSpPr txBox="1"/>
          <p:nvPr/>
        </p:nvSpPr>
        <p:spPr>
          <a:xfrm>
            <a:off x="192848" y="2571750"/>
            <a:ext cx="87583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85783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ആഴങ്ങള്‍ തേടുന്ന ദൈവം</a:t>
            </a:r>
            <a:r>
              <a:rPr lang="en-US" sz="2000" i="0">
                <a:solidFill>
                  <a:srgbClr val="000000"/>
                </a:solidFill>
                <a:effectLst/>
                <a:latin typeface="Muli"/>
              </a:rPr>
              <a:t> 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ആത്മാവെ നേടുന്ന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ആഴത്തില്‍ അനന്തമാം ദൂരത്തില്‍ നിന്നെന്‍റെ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അന്തരംഗം കാണും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3276595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uyaraththil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ulanjeedum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tharukkalhil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olhikkumpolh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uyarhnnenne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kshanhichcheedum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kaninjente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virunninu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madiyaathen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bhavanaththil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kadannenne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punharnneedum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4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1BB5-4FB1-4317-4BA3-ECF2060ACD8A}"/>
              </a:ext>
            </a:extLst>
          </p:cNvPr>
          <p:cNvSpPr txBox="1"/>
          <p:nvPr/>
        </p:nvSpPr>
        <p:spPr>
          <a:xfrm>
            <a:off x="192848" y="2571750"/>
            <a:ext cx="87583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ഉയരത്തില്‍ ഉലഞ്ഞീടും തരുക്കളില്‍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ഒളിക്കുമ്പോള്‍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ഉയര്‍ന്നെന്നെ ക്ഷണിച്ചീടും സ്നേഹം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കനിഞ്ഞെന്‍റെ വിരുന്നിന് മടിയാതെന്‍ ഭവനത്തില്‍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കടന്നെന്നെ പുണര്‍ന്നീടും ദൈവം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ABB5C6-2632-C7F2-C57E-D4E9357368DB}"/>
              </a:ext>
            </a:extLst>
          </p:cNvPr>
          <p:cNvGrpSpPr/>
          <p:nvPr/>
        </p:nvGrpSpPr>
        <p:grpSpPr>
          <a:xfrm>
            <a:off x="8221999" y="2733292"/>
            <a:ext cx="423309" cy="603121"/>
            <a:chOff x="7795736" y="2733292"/>
            <a:chExt cx="423309" cy="603121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D5D42C19-6BBA-4E8B-6891-E6E64D9FFB6E}"/>
                </a:ext>
              </a:extLst>
            </p:cNvPr>
            <p:cNvSpPr/>
            <p:nvPr/>
          </p:nvSpPr>
          <p:spPr>
            <a:xfrm>
              <a:off x="7795736" y="2733292"/>
              <a:ext cx="138829" cy="603121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90FA2B-C041-63BC-BEE5-1A3DC1CDC14E}"/>
                </a:ext>
              </a:extLst>
            </p:cNvPr>
            <p:cNvSpPr txBox="1"/>
            <p:nvPr/>
          </p:nvSpPr>
          <p:spPr>
            <a:xfrm>
              <a:off x="7934565" y="2880963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EB2853-5317-7D58-9063-95D4D31BD024}"/>
              </a:ext>
            </a:extLst>
          </p:cNvPr>
          <p:cNvGrpSpPr/>
          <p:nvPr/>
        </p:nvGrpSpPr>
        <p:grpSpPr>
          <a:xfrm>
            <a:off x="8225399" y="3660387"/>
            <a:ext cx="426720" cy="603121"/>
            <a:chOff x="7795736" y="3673246"/>
            <a:chExt cx="426720" cy="60312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87EE799C-5324-5679-EDAD-C027F939F0DD}"/>
                </a:ext>
              </a:extLst>
            </p:cNvPr>
            <p:cNvSpPr/>
            <p:nvPr/>
          </p:nvSpPr>
          <p:spPr>
            <a:xfrm>
              <a:off x="7795736" y="3673246"/>
              <a:ext cx="138829" cy="603121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D6DF8F-746C-3CA9-23B5-2024670B39AB}"/>
                </a:ext>
              </a:extLst>
            </p:cNvPr>
            <p:cNvSpPr txBox="1"/>
            <p:nvPr/>
          </p:nvSpPr>
          <p:spPr>
            <a:xfrm>
              <a:off x="7937976" y="3820917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0D4465-8845-7F69-8828-106016E89A46}"/>
              </a:ext>
            </a:extLst>
          </p:cNvPr>
          <p:cNvGrpSpPr/>
          <p:nvPr/>
        </p:nvGrpSpPr>
        <p:grpSpPr>
          <a:xfrm>
            <a:off x="7987553" y="628495"/>
            <a:ext cx="419898" cy="529285"/>
            <a:chOff x="7797442" y="630756"/>
            <a:chExt cx="419898" cy="529285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FBE2DBD1-0D58-B85E-93CB-168BEA3F67D1}"/>
                </a:ext>
              </a:extLst>
            </p:cNvPr>
            <p:cNvSpPr/>
            <p:nvPr/>
          </p:nvSpPr>
          <p:spPr>
            <a:xfrm>
              <a:off x="7797442" y="630756"/>
              <a:ext cx="137124" cy="529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6B4E7-ACDE-3E92-A8D3-47099B486E19}"/>
                </a:ext>
              </a:extLst>
            </p:cNvPr>
            <p:cNvSpPr txBox="1"/>
            <p:nvPr/>
          </p:nvSpPr>
          <p:spPr>
            <a:xfrm>
              <a:off x="7932860" y="742154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562321-E9F9-3E14-6ECA-65C9D3D05FB5}"/>
              </a:ext>
            </a:extLst>
          </p:cNvPr>
          <p:cNvGrpSpPr/>
          <p:nvPr/>
        </p:nvGrpSpPr>
        <p:grpSpPr>
          <a:xfrm>
            <a:off x="7985847" y="1377156"/>
            <a:ext cx="421604" cy="529285"/>
            <a:chOff x="7795736" y="1355946"/>
            <a:chExt cx="421604" cy="529285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2DBAFD09-C644-B103-AAA9-BA9AF024869C}"/>
                </a:ext>
              </a:extLst>
            </p:cNvPr>
            <p:cNvSpPr/>
            <p:nvPr/>
          </p:nvSpPr>
          <p:spPr>
            <a:xfrm>
              <a:off x="7795736" y="1355946"/>
              <a:ext cx="137125" cy="529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4631A8-9EB1-D0C4-CB72-DBBBA21545EA}"/>
                </a:ext>
              </a:extLst>
            </p:cNvPr>
            <p:cNvSpPr txBox="1"/>
            <p:nvPr/>
          </p:nvSpPr>
          <p:spPr>
            <a:xfrm>
              <a:off x="7932860" y="1469254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1763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aazhangalh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thedunna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aathmaave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nedunna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ananthamaam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dooraththil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ninnente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antharangam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5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1BB5-4FB1-4317-4BA3-ECF2060ACD8A}"/>
              </a:ext>
            </a:extLst>
          </p:cNvPr>
          <p:cNvSpPr txBox="1"/>
          <p:nvPr/>
        </p:nvSpPr>
        <p:spPr>
          <a:xfrm>
            <a:off x="192848" y="2571750"/>
            <a:ext cx="87583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85783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ആഴങ്ങള്‍ തേടുന്ന ദൈവം</a:t>
            </a:r>
            <a:r>
              <a:rPr lang="en-US" sz="2000" i="0">
                <a:solidFill>
                  <a:srgbClr val="000000"/>
                </a:solidFill>
                <a:effectLst/>
                <a:latin typeface="Muli"/>
              </a:rPr>
              <a:t> 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ആത്മാവെ നേടുന്ന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ആഴത്തില്‍ അനന്തമാം ദൂരത്തില്‍ നിന്നെന്‍റെ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അന്തരംഗം കാണും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1874545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-223905" y="484094"/>
            <a:ext cx="8758305" cy="1569660"/>
          </a:xfrm>
          <a:prstGeom prst="rect">
            <a:avLst/>
          </a:prstGeom>
          <a:noFill/>
        </p:spPr>
        <p:txBody>
          <a:bodyPr wrap="square" lIns="91440">
            <a:spAutoFit/>
          </a:bodyPr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nonthu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kannhuneerh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tharangamaay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thookumpolh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ghanamullhen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paapangalh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maaykkum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maattum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shuddhamaay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himam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pole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venhmayaay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kanivullhen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nithyanaam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6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1BB5-4FB1-4317-4BA3-ECF2060ACD8A}"/>
              </a:ext>
            </a:extLst>
          </p:cNvPr>
          <p:cNvSpPr txBox="1"/>
          <p:nvPr/>
        </p:nvSpPr>
        <p:spPr>
          <a:xfrm>
            <a:off x="192848" y="2571750"/>
            <a:ext cx="87583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മനംനൊന്തു കണ്ണുനീര്‍ തരംഗമായ് തൂകുമ്പോള്‍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ഘനമുള്ളെന്‍ പാപങ്ങള്‍ മായ്ക്കും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മനംമാറ്റും ശുദ്ധമായ് ഹിമംപോലെ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വെണ്‍മയായ്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കനിവുള്ളെന്‍ നിത്യനാം ദൈവം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ABB5C6-2632-C7F2-C57E-D4E9357368DB}"/>
              </a:ext>
            </a:extLst>
          </p:cNvPr>
          <p:cNvGrpSpPr/>
          <p:nvPr/>
        </p:nvGrpSpPr>
        <p:grpSpPr>
          <a:xfrm>
            <a:off x="8221999" y="2733292"/>
            <a:ext cx="423309" cy="603121"/>
            <a:chOff x="7795736" y="2733292"/>
            <a:chExt cx="423309" cy="603121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D5D42C19-6BBA-4E8B-6891-E6E64D9FFB6E}"/>
                </a:ext>
              </a:extLst>
            </p:cNvPr>
            <p:cNvSpPr/>
            <p:nvPr/>
          </p:nvSpPr>
          <p:spPr>
            <a:xfrm>
              <a:off x="7795736" y="2733292"/>
              <a:ext cx="138829" cy="603121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90FA2B-C041-63BC-BEE5-1A3DC1CDC14E}"/>
                </a:ext>
              </a:extLst>
            </p:cNvPr>
            <p:cNvSpPr txBox="1"/>
            <p:nvPr/>
          </p:nvSpPr>
          <p:spPr>
            <a:xfrm>
              <a:off x="7934565" y="2880963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EB2853-5317-7D58-9063-95D4D31BD024}"/>
              </a:ext>
            </a:extLst>
          </p:cNvPr>
          <p:cNvGrpSpPr/>
          <p:nvPr/>
        </p:nvGrpSpPr>
        <p:grpSpPr>
          <a:xfrm>
            <a:off x="8225399" y="3660387"/>
            <a:ext cx="426720" cy="603121"/>
            <a:chOff x="7795736" y="3673246"/>
            <a:chExt cx="426720" cy="60312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87EE799C-5324-5679-EDAD-C027F939F0DD}"/>
                </a:ext>
              </a:extLst>
            </p:cNvPr>
            <p:cNvSpPr/>
            <p:nvPr/>
          </p:nvSpPr>
          <p:spPr>
            <a:xfrm>
              <a:off x="7795736" y="3673246"/>
              <a:ext cx="138829" cy="603121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D6DF8F-746C-3CA9-23B5-2024670B39AB}"/>
                </a:ext>
              </a:extLst>
            </p:cNvPr>
            <p:cNvSpPr txBox="1"/>
            <p:nvPr/>
          </p:nvSpPr>
          <p:spPr>
            <a:xfrm>
              <a:off x="7937976" y="3820917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0D4465-8845-7F69-8828-106016E89A46}"/>
              </a:ext>
            </a:extLst>
          </p:cNvPr>
          <p:cNvGrpSpPr/>
          <p:nvPr/>
        </p:nvGrpSpPr>
        <p:grpSpPr>
          <a:xfrm>
            <a:off x="8534400" y="610418"/>
            <a:ext cx="419898" cy="529285"/>
            <a:chOff x="7797442" y="630756"/>
            <a:chExt cx="419898" cy="529285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FBE2DBD1-0D58-B85E-93CB-168BEA3F67D1}"/>
                </a:ext>
              </a:extLst>
            </p:cNvPr>
            <p:cNvSpPr/>
            <p:nvPr/>
          </p:nvSpPr>
          <p:spPr>
            <a:xfrm>
              <a:off x="7797442" y="630756"/>
              <a:ext cx="137124" cy="529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6B4E7-ACDE-3E92-A8D3-47099B486E19}"/>
                </a:ext>
              </a:extLst>
            </p:cNvPr>
            <p:cNvSpPr txBox="1"/>
            <p:nvPr/>
          </p:nvSpPr>
          <p:spPr>
            <a:xfrm>
              <a:off x="7932860" y="742154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562321-E9F9-3E14-6ECA-65C9D3D05FB5}"/>
              </a:ext>
            </a:extLst>
          </p:cNvPr>
          <p:cNvGrpSpPr/>
          <p:nvPr/>
        </p:nvGrpSpPr>
        <p:grpSpPr>
          <a:xfrm>
            <a:off x="8534400" y="1373795"/>
            <a:ext cx="421604" cy="529285"/>
            <a:chOff x="7795736" y="1355946"/>
            <a:chExt cx="421604" cy="529285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2DBAFD09-C644-B103-AAA9-BA9AF024869C}"/>
                </a:ext>
              </a:extLst>
            </p:cNvPr>
            <p:cNvSpPr/>
            <p:nvPr/>
          </p:nvSpPr>
          <p:spPr>
            <a:xfrm>
              <a:off x="7795736" y="1355946"/>
              <a:ext cx="137125" cy="529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4631A8-9EB1-D0C4-CB72-DBBBA21545EA}"/>
                </a:ext>
              </a:extLst>
            </p:cNvPr>
            <p:cNvSpPr txBox="1"/>
            <p:nvPr/>
          </p:nvSpPr>
          <p:spPr>
            <a:xfrm>
              <a:off x="7932860" y="1469254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0947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aazhangalh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thedunna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aathmaave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nedunna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ananthamaam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dooraththil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ninnente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antharangam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7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1BB5-4FB1-4317-4BA3-ECF2060ACD8A}"/>
              </a:ext>
            </a:extLst>
          </p:cNvPr>
          <p:cNvSpPr txBox="1"/>
          <p:nvPr/>
        </p:nvSpPr>
        <p:spPr>
          <a:xfrm>
            <a:off x="192848" y="2571750"/>
            <a:ext cx="87583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85783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ആഴങ്ങള്‍ തേടുന്ന ദൈവം</a:t>
            </a:r>
            <a:r>
              <a:rPr lang="en-US" sz="2000" i="0">
                <a:solidFill>
                  <a:srgbClr val="000000"/>
                </a:solidFill>
                <a:effectLst/>
                <a:latin typeface="Muli"/>
              </a:rPr>
              <a:t> 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ആത്മാവെ നേടുന്ന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ആഴത്തില്‍ അനന്തമാം ദൂരത്തില്‍ നിന്നെന്‍റെ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അന്തരംഗം കാണും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14047307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0" y="484094"/>
            <a:ext cx="8534400" cy="1569660"/>
          </a:xfrm>
          <a:prstGeom prst="rect">
            <a:avLst/>
          </a:prstGeom>
          <a:noFill/>
        </p:spPr>
        <p:txBody>
          <a:bodyPr wrap="square" lIns="91440">
            <a:spAutoFit/>
          </a:bodyPr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pathirh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maatti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vilhavelkkaan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yajamaanan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eththumpolh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kathirh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kootti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vidhiyothum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neram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avanavan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vitharhunna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viththin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prathiphalam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avanaay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alhanneedum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8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1BB5-4FB1-4317-4BA3-ECF2060ACD8A}"/>
              </a:ext>
            </a:extLst>
          </p:cNvPr>
          <p:cNvSpPr txBox="1"/>
          <p:nvPr/>
        </p:nvSpPr>
        <p:spPr>
          <a:xfrm>
            <a:off x="192848" y="2571750"/>
            <a:ext cx="87583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പതിര്‍മാറ്റി വിളവേല്‍ക്കാന്‍ യജമാനന്‍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എത്തുമ്പോള്‍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കതിര്‍കൂട്ടി വിധിയോതും നേരം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അവനവന്‍ വിതറുന്ന വിത്തിന്‍ പ്രതിഫലം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അവനായ് അളന്നീടും ദൈവം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ABB5C6-2632-C7F2-C57E-D4E9357368DB}"/>
              </a:ext>
            </a:extLst>
          </p:cNvPr>
          <p:cNvGrpSpPr/>
          <p:nvPr/>
        </p:nvGrpSpPr>
        <p:grpSpPr>
          <a:xfrm>
            <a:off x="8534400" y="2722424"/>
            <a:ext cx="423309" cy="603121"/>
            <a:chOff x="7795736" y="2733292"/>
            <a:chExt cx="423309" cy="603121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D5D42C19-6BBA-4E8B-6891-E6E64D9FFB6E}"/>
                </a:ext>
              </a:extLst>
            </p:cNvPr>
            <p:cNvSpPr/>
            <p:nvPr/>
          </p:nvSpPr>
          <p:spPr>
            <a:xfrm>
              <a:off x="7795736" y="2733292"/>
              <a:ext cx="138829" cy="603121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90FA2B-C041-63BC-BEE5-1A3DC1CDC14E}"/>
                </a:ext>
              </a:extLst>
            </p:cNvPr>
            <p:cNvSpPr txBox="1"/>
            <p:nvPr/>
          </p:nvSpPr>
          <p:spPr>
            <a:xfrm>
              <a:off x="7934565" y="2880963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EB2853-5317-7D58-9063-95D4D31BD024}"/>
              </a:ext>
            </a:extLst>
          </p:cNvPr>
          <p:cNvGrpSpPr/>
          <p:nvPr/>
        </p:nvGrpSpPr>
        <p:grpSpPr>
          <a:xfrm>
            <a:off x="8534400" y="3602151"/>
            <a:ext cx="426720" cy="603121"/>
            <a:chOff x="7795736" y="3673246"/>
            <a:chExt cx="426720" cy="60312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87EE799C-5324-5679-EDAD-C027F939F0DD}"/>
                </a:ext>
              </a:extLst>
            </p:cNvPr>
            <p:cNvSpPr/>
            <p:nvPr/>
          </p:nvSpPr>
          <p:spPr>
            <a:xfrm>
              <a:off x="7795736" y="3673246"/>
              <a:ext cx="138829" cy="603121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D6DF8F-746C-3CA9-23B5-2024670B39AB}"/>
                </a:ext>
              </a:extLst>
            </p:cNvPr>
            <p:cNvSpPr txBox="1"/>
            <p:nvPr/>
          </p:nvSpPr>
          <p:spPr>
            <a:xfrm>
              <a:off x="7937976" y="3820917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0D4465-8845-7F69-8828-106016E89A46}"/>
              </a:ext>
            </a:extLst>
          </p:cNvPr>
          <p:cNvGrpSpPr/>
          <p:nvPr/>
        </p:nvGrpSpPr>
        <p:grpSpPr>
          <a:xfrm>
            <a:off x="8534400" y="610418"/>
            <a:ext cx="419898" cy="529285"/>
            <a:chOff x="7797442" y="630756"/>
            <a:chExt cx="419898" cy="529285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FBE2DBD1-0D58-B85E-93CB-168BEA3F67D1}"/>
                </a:ext>
              </a:extLst>
            </p:cNvPr>
            <p:cNvSpPr/>
            <p:nvPr/>
          </p:nvSpPr>
          <p:spPr>
            <a:xfrm>
              <a:off x="7797442" y="630756"/>
              <a:ext cx="137124" cy="529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6B4E7-ACDE-3E92-A8D3-47099B486E19}"/>
                </a:ext>
              </a:extLst>
            </p:cNvPr>
            <p:cNvSpPr txBox="1"/>
            <p:nvPr/>
          </p:nvSpPr>
          <p:spPr>
            <a:xfrm>
              <a:off x="7932860" y="742154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562321-E9F9-3E14-6ECA-65C9D3D05FB5}"/>
              </a:ext>
            </a:extLst>
          </p:cNvPr>
          <p:cNvGrpSpPr/>
          <p:nvPr/>
        </p:nvGrpSpPr>
        <p:grpSpPr>
          <a:xfrm>
            <a:off x="8534400" y="1373795"/>
            <a:ext cx="421604" cy="529285"/>
            <a:chOff x="7795736" y="1355946"/>
            <a:chExt cx="421604" cy="529285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2DBAFD09-C644-B103-AAA9-BA9AF024869C}"/>
                </a:ext>
              </a:extLst>
            </p:cNvPr>
            <p:cNvSpPr/>
            <p:nvPr/>
          </p:nvSpPr>
          <p:spPr>
            <a:xfrm>
              <a:off x="7795736" y="1355946"/>
              <a:ext cx="137125" cy="529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4631A8-9EB1-D0C4-CB72-DBBBA21545EA}"/>
                </a:ext>
              </a:extLst>
            </p:cNvPr>
            <p:cNvSpPr txBox="1"/>
            <p:nvPr/>
          </p:nvSpPr>
          <p:spPr>
            <a:xfrm>
              <a:off x="7932860" y="1469254"/>
              <a:ext cx="284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15461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Aazhangalh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Thedunna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aazhangalh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thedunna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aathmaave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nedunna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ananthamaam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dooraththil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ninnente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antharangam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9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1BB5-4FB1-4317-4BA3-ECF2060ACD8A}"/>
              </a:ext>
            </a:extLst>
          </p:cNvPr>
          <p:cNvSpPr txBox="1"/>
          <p:nvPr/>
        </p:nvSpPr>
        <p:spPr>
          <a:xfrm>
            <a:off x="192848" y="2571750"/>
            <a:ext cx="87583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685783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ആഴങ്ങള്‍ തേടുന്ന ദൈവം</a:t>
            </a:r>
            <a:r>
              <a:rPr lang="en-US" sz="2000" i="0">
                <a:solidFill>
                  <a:srgbClr val="000000"/>
                </a:solidFill>
                <a:effectLst/>
                <a:latin typeface="Muli"/>
              </a:rPr>
              <a:t> </a:t>
            </a: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ആത്മാവെ നേടുന്ന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ആഴത്തില്‍ അനന്തമാം ദൂരത്തില്‍ നിന്നെന്‍റെ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  <a:p>
            <a:pPr marL="0" marR="0" lvl="0" indent="68578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sz="2000" i="0">
                <a:solidFill>
                  <a:srgbClr val="000000"/>
                </a:solidFill>
                <a:effectLst/>
                <a:latin typeface="Muli"/>
              </a:rPr>
              <a:t>അന്തരംഗം കാണും ദൈവം</a:t>
            </a:r>
            <a:endParaRPr lang="en-US" sz="2000" i="0">
              <a:solidFill>
                <a:srgbClr val="000000"/>
              </a:solidFill>
              <a:effectLst/>
              <a:latin typeface="Mul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4430CA-DC04-3F77-602F-05925981D8C8}"/>
              </a:ext>
            </a:extLst>
          </p:cNvPr>
          <p:cNvGrpSpPr/>
          <p:nvPr/>
        </p:nvGrpSpPr>
        <p:grpSpPr>
          <a:xfrm>
            <a:off x="7672710" y="591266"/>
            <a:ext cx="477969" cy="1409414"/>
            <a:chOff x="7672710" y="591266"/>
            <a:chExt cx="477969" cy="1409414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8F7B29F6-DFF4-E806-2299-EE50766E349F}"/>
                </a:ext>
              </a:extLst>
            </p:cNvPr>
            <p:cNvSpPr/>
            <p:nvPr/>
          </p:nvSpPr>
          <p:spPr>
            <a:xfrm>
              <a:off x="7672710" y="591266"/>
              <a:ext cx="192505" cy="1409414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73C63A-11D5-DDC7-4B1F-D9381B46DDA2}"/>
                </a:ext>
              </a:extLst>
            </p:cNvPr>
            <p:cNvSpPr txBox="1"/>
            <p:nvPr/>
          </p:nvSpPr>
          <p:spPr>
            <a:xfrm>
              <a:off x="7867512" y="1142084"/>
              <a:ext cx="283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35C9E11-0E60-0561-5D7E-35D943DADEA0}"/>
              </a:ext>
            </a:extLst>
          </p:cNvPr>
          <p:cNvGrpSpPr/>
          <p:nvPr/>
        </p:nvGrpSpPr>
        <p:grpSpPr>
          <a:xfrm>
            <a:off x="7672710" y="2716968"/>
            <a:ext cx="475672" cy="1552523"/>
            <a:chOff x="7672710" y="2716968"/>
            <a:chExt cx="475672" cy="1552523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7522385B-BD57-3EF0-4340-A081632334BD}"/>
                </a:ext>
              </a:extLst>
            </p:cNvPr>
            <p:cNvSpPr/>
            <p:nvPr/>
          </p:nvSpPr>
          <p:spPr>
            <a:xfrm>
              <a:off x="7672710" y="2716968"/>
              <a:ext cx="192505" cy="155252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39C2AD-DCDF-CE3F-1579-5DD4DAB76133}"/>
                </a:ext>
              </a:extLst>
            </p:cNvPr>
            <p:cNvSpPr txBox="1"/>
            <p:nvPr/>
          </p:nvSpPr>
          <p:spPr>
            <a:xfrm>
              <a:off x="7865215" y="3339340"/>
              <a:ext cx="283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4538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- 359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3285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396436" y="2571750"/>
            <a:ext cx="83511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lvl="1"/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ctemI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nXmhp</a:t>
            </a:r>
            <a:r>
              <a:rPr lang="en-US" sz="2800">
                <a:latin typeface="ML-TTKarthika" panose="04000000000000000000" pitchFamily="82" charset="0"/>
              </a:rPr>
              <a:t> X³ </a:t>
            </a:r>
          </a:p>
          <a:p>
            <a:pPr lvl="1"/>
            <a:r>
              <a:rPr lang="en-US" sz="2800" err="1">
                <a:latin typeface="ML-TTKarthika" panose="04000000000000000000" pitchFamily="82" charset="0"/>
              </a:rPr>
              <a:t>aIs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acn</a:t>
            </a:r>
            <a:r>
              <a:rPr lang="en-US" sz="2800">
                <a:latin typeface="ML-TTKarthika" panose="04000000000000000000" pitchFamily="82" charset="0"/>
              </a:rPr>
              <a:t>-¸-</a:t>
            </a:r>
            <a:r>
              <a:rPr lang="en-US" sz="2800" err="1">
                <a:latin typeface="ML-TTKarthika" panose="04000000000000000000" pitchFamily="82" charset="0"/>
              </a:rPr>
              <a:t>Xn</a:t>
            </a:r>
            <a:r>
              <a:rPr lang="en-US" sz="2800">
                <a:latin typeface="ML-TTKarthika" panose="04000000000000000000" pitchFamily="82" charset="0"/>
              </a:rPr>
              <a:t>-¶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Ipcn-inÂ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ssIsh-Sntªm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US" sz="2800" err="1">
                <a:latin typeface="ML-TTKarthika" panose="04000000000000000000" pitchFamily="82" charset="0"/>
              </a:rPr>
              <a:t>aIs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acn</a:t>
            </a:r>
            <a:r>
              <a:rPr lang="en-US" sz="2800">
                <a:latin typeface="ML-TTKarthika" panose="04000000000000000000" pitchFamily="82" charset="0"/>
              </a:rPr>
              <a:t>-¸-</a:t>
            </a:r>
            <a:r>
              <a:rPr lang="en-US" sz="2800" err="1">
                <a:latin typeface="ML-TTKarthika" panose="04000000000000000000" pitchFamily="82" charset="0"/>
              </a:rPr>
              <a:t>Xn</a:t>
            </a:r>
            <a:r>
              <a:rPr lang="en-US" sz="2800">
                <a:latin typeface="ML-TTKarthika" panose="04000000000000000000" pitchFamily="82" charset="0"/>
              </a:rPr>
              <a:t>-¶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(3) </a:t>
            </a:r>
            <a:r>
              <a:rPr lang="en-US" sz="2800" err="1">
                <a:latin typeface="ML-TTKarthika" panose="04000000000000000000" pitchFamily="82" charset="0"/>
              </a:rPr>
              <a:t>Ipcn-inÂ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ssIsh-Sntªm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ctemI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nXmhp</a:t>
            </a:r>
            <a:r>
              <a:rPr lang="en-US" sz="2800">
                <a:latin typeface="ML-TTKarthika" panose="04000000000000000000" pitchFamily="82" charset="0"/>
              </a:rPr>
              <a:t> X³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aIs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acn</a:t>
            </a:r>
            <a:r>
              <a:rPr lang="en-US" sz="2800">
                <a:latin typeface="ML-TTKarthika" panose="04000000000000000000" pitchFamily="82" charset="0"/>
              </a:rPr>
              <a:t>-¸-</a:t>
            </a:r>
            <a:r>
              <a:rPr lang="en-US" sz="2800" err="1">
                <a:latin typeface="ML-TTKarthika" panose="04000000000000000000" pitchFamily="82" charset="0"/>
              </a:rPr>
              <a:t>Xn</a:t>
            </a:r>
            <a:r>
              <a:rPr lang="en-US" sz="2800">
                <a:latin typeface="ML-TTKarthika" panose="04000000000000000000" pitchFamily="82" charset="0"/>
              </a:rPr>
              <a:t>-¶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Ipcn-inÂ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ssIsh-Sntªm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13131" y="514015"/>
            <a:ext cx="87177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lvl="1"/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mahal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mahal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paraloka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pithaavu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</a:p>
          <a:p>
            <a:pPr lvl="1"/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makane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marippathinaay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kurishil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kaivedinjo</a:t>
            </a:r>
            <a:endParaRPr lang="en-SG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makane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marippathinaay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(3)</a:t>
            </a:r>
            <a:r>
              <a:rPr lang="en-SG" sz="20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kurishil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kaivedinjo</a:t>
            </a:r>
            <a:endParaRPr lang="en-SG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mahal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mahal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paraloka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pithaavu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</a:p>
          <a:p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makane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marippathinaay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kurishil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kaivedinjo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1 of 5</a:t>
            </a:r>
          </a:p>
        </p:txBody>
      </p:sp>
    </p:spTree>
    <p:extLst>
      <p:ext uri="{BB962C8B-B14F-4D97-AF65-F5344CB8AC3E}">
        <p14:creationId xmlns:p14="http://schemas.microsoft.com/office/powerpoint/2010/main" val="2146797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448000" y="2696918"/>
            <a:ext cx="83573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indent="681038"/>
            <a:r>
              <a:rPr lang="en-US" sz="2800" err="1">
                <a:latin typeface="ML-TTKarthika" panose="04000000000000000000" pitchFamily="82" charset="0"/>
              </a:rPr>
              <a:t>kzÀ</a:t>
            </a:r>
            <a:r>
              <a:rPr lang="en-US" sz="2800">
                <a:latin typeface="ML-TTKarthika" panose="04000000000000000000" pitchFamily="82" charset="0"/>
              </a:rPr>
              <a:t>¤ </a:t>
            </a:r>
            <a:r>
              <a:rPr lang="en-US" sz="2800" err="1">
                <a:latin typeface="ML-TTKarthika" panose="04000000000000000000" pitchFamily="82" charset="0"/>
              </a:rPr>
              <a:t>Øe</a:t>
            </a:r>
            <a:r>
              <a:rPr lang="en-US" sz="2800">
                <a:latin typeface="ML-TTKarthika" panose="04000000000000000000" pitchFamily="82" charset="0"/>
              </a:rPr>
              <a:t>-§-</a:t>
            </a:r>
            <a:r>
              <a:rPr lang="en-US" sz="2800" err="1">
                <a:latin typeface="ML-TTKarthika" panose="04000000000000000000" pitchFamily="82" charset="0"/>
              </a:rPr>
              <a:t>fn</a:t>
            </a:r>
            <a:r>
              <a:rPr lang="en-US" sz="2800">
                <a:latin typeface="ML-TTKarthika" panose="04000000000000000000" pitchFamily="82" charset="0"/>
              </a:rPr>
              <a:t>-ep-Å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A</a:t>
            </a:r>
            <a:r>
              <a:rPr lang="en-US" sz="2800">
                <a:latin typeface="ML-TTKarthika" panose="04000000000000000000" pitchFamily="82" charset="0"/>
              </a:rPr>
              <a:t>\p{</a:t>
            </a:r>
            <a:r>
              <a:rPr lang="en-US" sz="2800" err="1">
                <a:latin typeface="ML-TTKarthika" panose="04000000000000000000" pitchFamily="82" charset="0"/>
              </a:rPr>
              <a:t>Klw</a:t>
            </a:r>
            <a:r>
              <a:rPr lang="en-US" sz="2800">
                <a:latin typeface="ML-TTKarthika" panose="04000000000000000000" pitchFamily="82" charset="0"/>
              </a:rPr>
              <a:t> \ap-¡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1038"/>
            <a:r>
              <a:rPr lang="en-US" sz="2800" err="1">
                <a:latin typeface="ML-TTKarthika" panose="04000000000000000000" pitchFamily="82" charset="0"/>
              </a:rPr>
              <a:t>kI-ehpw</a:t>
            </a:r>
            <a:r>
              <a:rPr lang="en-US" sz="2800">
                <a:latin typeface="ML-TTKarthika" panose="04000000000000000000" pitchFamily="82" charset="0"/>
              </a:rPr>
              <a:t> \ÂIn-Sp-hm³ ]</a:t>
            </a:r>
            <a:r>
              <a:rPr lang="en-US" sz="2800" err="1">
                <a:latin typeface="ML-TTKarthika" panose="04000000000000000000" pitchFamily="82" charset="0"/>
              </a:rPr>
              <a:t>nXm-hn¶p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lnX-ambv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1038"/>
            <a:r>
              <a:rPr lang="en-US" sz="2800" err="1">
                <a:latin typeface="ML-TTKarthika" panose="04000000000000000000" pitchFamily="82" charset="0"/>
              </a:rPr>
              <a:t>kI-ehpw</a:t>
            </a:r>
            <a:r>
              <a:rPr lang="en-US" sz="2800">
                <a:latin typeface="ML-TTKarthika" panose="04000000000000000000" pitchFamily="82" charset="0"/>
              </a:rPr>
              <a:t> \evS-In-Sp-hm³ (3) ]</a:t>
            </a:r>
            <a:r>
              <a:rPr lang="en-US" sz="2800" err="1">
                <a:latin typeface="ML-TTKarthika" panose="04000000000000000000" pitchFamily="82" charset="0"/>
              </a:rPr>
              <a:t>nXm-hn¶p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lnX</a:t>
            </a:r>
            <a:r>
              <a:rPr lang="en-US" sz="2800">
                <a:latin typeface="ML-TTKarthika" panose="04000000000000000000" pitchFamily="82" charset="0"/>
              </a:rPr>
              <a:t>-am-</a:t>
            </a:r>
            <a:r>
              <a:rPr lang="en-US" sz="2800" err="1">
                <a:latin typeface="ML-TTKarthika" panose="04000000000000000000" pitchFamily="82" charset="0"/>
              </a:rPr>
              <a:t>bv</a:t>
            </a:r>
            <a:r>
              <a:rPr lang="en-US" sz="2800">
                <a:latin typeface="ML-TTKarthika" panose="04000000000000000000" pitchFamily="82" charset="0"/>
              </a:rPr>
              <a:t> 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ctemI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nXmhp</a:t>
            </a:r>
            <a:r>
              <a:rPr lang="en-US" sz="2800">
                <a:latin typeface="ML-TTKarthika" panose="04000000000000000000" pitchFamily="82" charset="0"/>
              </a:rPr>
              <a:t> X³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aIs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acn</a:t>
            </a:r>
            <a:r>
              <a:rPr lang="en-US" sz="2800">
                <a:latin typeface="ML-TTKarthika" panose="04000000000000000000" pitchFamily="82" charset="0"/>
              </a:rPr>
              <a:t>-¸-</a:t>
            </a:r>
            <a:r>
              <a:rPr lang="en-US" sz="2800" err="1">
                <a:latin typeface="ML-TTKarthika" panose="04000000000000000000" pitchFamily="82" charset="0"/>
              </a:rPr>
              <a:t>Xn</a:t>
            </a:r>
            <a:r>
              <a:rPr lang="en-US" sz="2800">
                <a:latin typeface="ML-TTKarthika" panose="04000000000000000000" pitchFamily="82" charset="0"/>
              </a:rPr>
              <a:t>-¶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Ipcn-inÂ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ssIsh-Sntªm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40632" y="466156"/>
            <a:ext cx="86627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indent="681038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swarga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sthalangalhil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ullha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anugraham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namukkaay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681038"/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sakalavum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nalkiduvaan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pithaavinu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hithamaay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681038"/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sakalavum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nalkiduvaan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(3)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pithaavinu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hithamaay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mahal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mahal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paraloka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pithaavu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</a:p>
          <a:p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makane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marippathinaay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kurishil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kaivedinjo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2 of 5</a:t>
            </a:r>
          </a:p>
        </p:txBody>
      </p:sp>
    </p:spTree>
    <p:extLst>
      <p:ext uri="{BB962C8B-B14F-4D97-AF65-F5344CB8AC3E}">
        <p14:creationId xmlns:p14="http://schemas.microsoft.com/office/powerpoint/2010/main" val="8001826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448000" y="2696918"/>
            <a:ext cx="8391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indent="631825"/>
            <a:r>
              <a:rPr lang="en-US" sz="2800" err="1">
                <a:latin typeface="ML-TTKarthika" panose="04000000000000000000" pitchFamily="82" charset="0"/>
              </a:rPr>
              <a:t>DeI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Øm</a:t>
            </a:r>
            <a:r>
              <a:rPr lang="en-US" sz="2800">
                <a:latin typeface="ML-TTKarthika" panose="04000000000000000000" pitchFamily="82" charset="0"/>
              </a:rPr>
              <a:t>]-\-¯n</a:t>
            </a:r>
            <a:r>
              <a:rPr lang="pt-BR" sz="2800">
                <a:latin typeface="ML-TTKarthika" panose="04000000000000000000" pitchFamily="82" charset="0"/>
              </a:rPr>
              <a:t>³</a:t>
            </a:r>
            <a:r>
              <a:rPr lang="en-US" sz="2800">
                <a:latin typeface="ML-TTKarthika" panose="04000000000000000000" pitchFamily="82" charset="0"/>
              </a:rPr>
              <a:t> ap¼p-f-hm-sbm-c³]</a:t>
            </a:r>
            <a:r>
              <a:rPr lang="en-US" sz="2800" err="1">
                <a:latin typeface="ML-TTKarthika" panose="04000000000000000000" pitchFamily="82" charset="0"/>
              </a:rPr>
              <a:t>mÂ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31825"/>
            <a:r>
              <a:rPr lang="pt-BR" sz="2800">
                <a:latin typeface="ML-TTKarthika" panose="04000000000000000000" pitchFamily="82" charset="0"/>
              </a:rPr>
              <a:t>Xnc-sª-Sp-¯-h³ \s½ Xncp-ap-¼nÂ hkn-¸m³ </a:t>
            </a:r>
          </a:p>
          <a:p>
            <a:pPr indent="631825"/>
            <a:r>
              <a:rPr lang="pt-BR" sz="2800">
                <a:latin typeface="ML-TTKarthika" panose="04000000000000000000" pitchFamily="82" charset="0"/>
              </a:rPr>
              <a:t>Xnc-sª-Sp-¯-h³ \s½ (3) Xncp-ap-¼nÂ hkn-¸m³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ctemI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nXmhp</a:t>
            </a:r>
            <a:r>
              <a:rPr lang="en-US" sz="2800">
                <a:latin typeface="ML-TTKarthika" panose="04000000000000000000" pitchFamily="82" charset="0"/>
              </a:rPr>
              <a:t> X³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aIs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acn</a:t>
            </a:r>
            <a:r>
              <a:rPr lang="en-US" sz="2800">
                <a:latin typeface="ML-TTKarthika" panose="04000000000000000000" pitchFamily="82" charset="0"/>
              </a:rPr>
              <a:t>-¸-</a:t>
            </a:r>
            <a:r>
              <a:rPr lang="en-US" sz="2800" err="1">
                <a:latin typeface="ML-TTKarthika" panose="04000000000000000000" pitchFamily="82" charset="0"/>
              </a:rPr>
              <a:t>Xn</a:t>
            </a:r>
            <a:r>
              <a:rPr lang="en-US" sz="2800">
                <a:latin typeface="ML-TTKarthika" panose="04000000000000000000" pitchFamily="82" charset="0"/>
              </a:rPr>
              <a:t>-¶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Ipcn-inÂ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ssIsh-Sntªm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0" y="466156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indent="631825"/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ulaka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sthhaapanaththin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munp-ulhavaa-yoranpaal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631825"/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thiranjeduththavan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namme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thirumunpil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vasippaan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631825"/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thiranjeduththavan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name (3)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thirumunpil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vasippaan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mahal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mahal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paraloka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pithaavu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</a:p>
          <a:p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makane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marippathinaay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kurishil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kaivedinjo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3 of 5</a:t>
            </a:r>
          </a:p>
        </p:txBody>
      </p:sp>
    </p:spTree>
    <p:extLst>
      <p:ext uri="{BB962C8B-B14F-4D97-AF65-F5344CB8AC3E}">
        <p14:creationId xmlns:p14="http://schemas.microsoft.com/office/powerpoint/2010/main" val="424586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448000" y="2696918"/>
            <a:ext cx="84115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indent="681038"/>
            <a:r>
              <a:rPr lang="en-US" sz="2800" err="1">
                <a:latin typeface="ML-TTKarthika" panose="04000000000000000000" pitchFamily="82" charset="0"/>
              </a:rPr>
              <a:t>aen</a:t>
            </a:r>
            <a:r>
              <a:rPr lang="en-US" sz="2800">
                <a:latin typeface="ML-TTKarthika" panose="04000000000000000000" pitchFamily="82" charset="0"/>
              </a:rPr>
              <a:t>-\X </a:t>
            </a:r>
            <a:r>
              <a:rPr lang="en-US" sz="2800" err="1">
                <a:latin typeface="ML-TTKarthika" panose="04000000000000000000" pitchFamily="82" charset="0"/>
              </a:rPr>
              <a:t>amdn</a:t>
            </a:r>
            <a:r>
              <a:rPr lang="en-US" sz="2800">
                <a:latin typeface="ML-TTKarthika" panose="04000000000000000000" pitchFamily="82" charset="0"/>
              </a:rPr>
              <a:t> \½Ä </a:t>
            </a:r>
            <a:r>
              <a:rPr lang="en-US" sz="2800" err="1">
                <a:latin typeface="ML-TTKarthika" panose="04000000000000000000" pitchFamily="82" charset="0"/>
              </a:rPr>
              <a:t>aln</a:t>
            </a:r>
            <a:r>
              <a:rPr lang="en-US" sz="2800">
                <a:latin typeface="ML-TTKarthika" panose="04000000000000000000" pitchFamily="82" charset="0"/>
              </a:rPr>
              <a:t>-a-</a:t>
            </a:r>
            <a:r>
              <a:rPr lang="en-US" sz="2800" err="1">
                <a:latin typeface="ML-TTKarthika" panose="04000000000000000000" pitchFamily="82" charset="0"/>
              </a:rPr>
              <a:t>bnÂ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hnf</a:t>
            </a:r>
            <a:r>
              <a:rPr lang="en-US" sz="2800">
                <a:latin typeface="ML-TTKarthika" panose="04000000000000000000" pitchFamily="82" charset="0"/>
              </a:rPr>
              <a:t>-§m³ </a:t>
            </a:r>
          </a:p>
          <a:p>
            <a:pPr indent="681038"/>
            <a:r>
              <a:rPr lang="en-US" sz="2800">
                <a:latin typeface="ML-TTKarthika" panose="04000000000000000000" pitchFamily="82" charset="0"/>
              </a:rPr>
              <a:t>a\p-th-en³ \</a:t>
            </a:r>
            <a:r>
              <a:rPr lang="en-US" sz="2800" err="1">
                <a:latin typeface="ML-TTKarthika" panose="04000000000000000000" pitchFamily="82" charset="0"/>
              </a:rPr>
              <a:t>nWw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Nn´n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ctc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hos¬S-Sp</a:t>
            </a:r>
            <a:r>
              <a:rPr lang="en-US" sz="2800">
                <a:latin typeface="ML-TTKarthika" panose="04000000000000000000" pitchFamily="82" charset="0"/>
              </a:rPr>
              <a:t>-¸m³ </a:t>
            </a:r>
          </a:p>
          <a:p>
            <a:pPr indent="681038"/>
            <a:r>
              <a:rPr lang="en-US" sz="2800">
                <a:latin typeface="ML-TTKarthika" panose="04000000000000000000" pitchFamily="82" charset="0"/>
              </a:rPr>
              <a:t>a\p-th-en³ \</a:t>
            </a:r>
            <a:r>
              <a:rPr lang="en-US" sz="2800" err="1">
                <a:latin typeface="ML-TTKarthika" panose="04000000000000000000" pitchFamily="82" charset="0"/>
              </a:rPr>
              <a:t>nWw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Nn´n</a:t>
            </a:r>
            <a:r>
              <a:rPr lang="en-US" sz="2800">
                <a:latin typeface="ML-TTKarthika" panose="04000000000000000000" pitchFamily="82" charset="0"/>
              </a:rPr>
              <a:t> (3) \csc </a:t>
            </a:r>
            <a:r>
              <a:rPr lang="en-US" sz="2800" err="1">
                <a:latin typeface="ML-TTKarthika" panose="04000000000000000000" pitchFamily="82" charset="0"/>
              </a:rPr>
              <a:t>hos¬S-Sp</a:t>
            </a:r>
            <a:r>
              <a:rPr lang="en-US" sz="2800">
                <a:latin typeface="ML-TTKarthika" panose="04000000000000000000" pitchFamily="82" charset="0"/>
              </a:rPr>
              <a:t>-¸m³</a:t>
            </a:r>
            <a:r>
              <a:rPr lang="pt-BR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ctemI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nXmhp</a:t>
            </a:r>
            <a:r>
              <a:rPr lang="en-US" sz="2800">
                <a:latin typeface="ML-TTKarthika" panose="04000000000000000000" pitchFamily="82" charset="0"/>
              </a:rPr>
              <a:t> X³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aIs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acn</a:t>
            </a:r>
            <a:r>
              <a:rPr lang="en-US" sz="2800">
                <a:latin typeface="ML-TTKarthika" panose="04000000000000000000" pitchFamily="82" charset="0"/>
              </a:rPr>
              <a:t>-¸-</a:t>
            </a:r>
            <a:r>
              <a:rPr lang="en-US" sz="2800" err="1">
                <a:latin typeface="ML-TTKarthika" panose="04000000000000000000" pitchFamily="82" charset="0"/>
              </a:rPr>
              <a:t>Xn</a:t>
            </a:r>
            <a:r>
              <a:rPr lang="en-US" sz="2800">
                <a:latin typeface="ML-TTKarthika" panose="04000000000000000000" pitchFamily="82" charset="0"/>
              </a:rPr>
              <a:t>-¶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Ipcn-inÂ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ssIsh-Sntªm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0" y="466156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indent="681038"/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malinatha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maarhi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nammalh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mahimayil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vilhangaan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681038"/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manuvelin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ninham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chinthi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narare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veendeduppaan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681038"/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manuvelin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ninham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chinthi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(3)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narare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veendeduppaan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mahal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mahal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paraloka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pithaavu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</a:p>
          <a:p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makane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marippathinaay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kurishil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kaivedinjo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4 of 5</a:t>
            </a:r>
          </a:p>
        </p:txBody>
      </p:sp>
    </p:spTree>
    <p:extLst>
      <p:ext uri="{BB962C8B-B14F-4D97-AF65-F5344CB8AC3E}">
        <p14:creationId xmlns:p14="http://schemas.microsoft.com/office/powerpoint/2010/main" val="36985337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448000" y="2696918"/>
            <a:ext cx="85334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indent="747713"/>
            <a:r>
              <a:rPr lang="en-US" sz="2800">
                <a:latin typeface="ML-TTKarthika" panose="04000000000000000000" pitchFamily="82" charset="0"/>
              </a:rPr>
              <a:t>ac-W-¯</a:t>
            </a:r>
            <a:r>
              <a:rPr lang="en-US" sz="2800" err="1">
                <a:latin typeface="ML-TTKarthika" panose="04000000000000000000" pitchFamily="82" charset="0"/>
              </a:rPr>
              <a:t>mÂ</a:t>
            </a:r>
            <a:r>
              <a:rPr lang="en-US" sz="2800">
                <a:latin typeface="ML-TTKarthika" panose="04000000000000000000" pitchFamily="82" charset="0"/>
              </a:rPr>
              <a:t> ad-bm¯ </a:t>
            </a:r>
            <a:r>
              <a:rPr lang="en-US" sz="2800" err="1">
                <a:latin typeface="ML-TTKarthika" panose="04000000000000000000" pitchFamily="82" charset="0"/>
              </a:rPr>
              <a:t>alÂ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\l {]`-</a:t>
            </a:r>
            <a:r>
              <a:rPr lang="en-US" sz="2800" err="1">
                <a:latin typeface="ML-TTKarthika" panose="04000000000000000000" pitchFamily="82" charset="0"/>
              </a:rPr>
              <a:t>bmÂ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747713"/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ncnbm</a:t>
            </a:r>
            <a:r>
              <a:rPr lang="en-US" sz="2800">
                <a:latin typeface="ML-TTKarthika" panose="04000000000000000000" pitchFamily="82" charset="0"/>
              </a:rPr>
              <a:t> _Ô-am-</a:t>
            </a:r>
            <a:r>
              <a:rPr lang="en-US" sz="2800" err="1">
                <a:latin typeface="ML-TTKarthika" panose="04000000000000000000" pitchFamily="82" charset="0"/>
              </a:rPr>
              <a:t>WnXp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bpK-Imew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hscbpw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747713"/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ncnbm</a:t>
            </a:r>
            <a:r>
              <a:rPr lang="en-US" sz="2800">
                <a:latin typeface="ML-TTKarthika" panose="04000000000000000000" pitchFamily="82" charset="0"/>
              </a:rPr>
              <a:t> _Ô-am-</a:t>
            </a:r>
            <a:r>
              <a:rPr lang="en-US" sz="2800" err="1">
                <a:latin typeface="ML-TTKarthika" panose="04000000000000000000" pitchFamily="82" charset="0"/>
              </a:rPr>
              <a:t>WnXp</a:t>
            </a:r>
            <a:r>
              <a:rPr lang="en-US" sz="2800">
                <a:latin typeface="ML-TTKarthika" panose="04000000000000000000" pitchFamily="82" charset="0"/>
              </a:rPr>
              <a:t> (3) </a:t>
            </a:r>
            <a:r>
              <a:rPr lang="en-US" sz="2800" err="1">
                <a:latin typeface="ML-TTKarthika" panose="04000000000000000000" pitchFamily="82" charset="0"/>
              </a:rPr>
              <a:t>bpK-Imew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hsc-bpw</a:t>
            </a:r>
            <a:r>
              <a:rPr lang="pt-BR" sz="2800">
                <a:latin typeface="ML-TTKarthika" panose="04000000000000000000" pitchFamily="82" charset="0"/>
              </a:rPr>
              <a:t> 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alÂkvt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ctemI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nXmhp</a:t>
            </a:r>
            <a:r>
              <a:rPr lang="en-US" sz="2800">
                <a:latin typeface="ML-TTKarthika" panose="04000000000000000000" pitchFamily="82" charset="0"/>
              </a:rPr>
              <a:t> X³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aIs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acn</a:t>
            </a:r>
            <a:r>
              <a:rPr lang="en-US" sz="2800">
                <a:latin typeface="ML-TTKarthika" panose="04000000000000000000" pitchFamily="82" charset="0"/>
              </a:rPr>
              <a:t>-¸-</a:t>
            </a:r>
            <a:r>
              <a:rPr lang="en-US" sz="2800" err="1">
                <a:latin typeface="ML-TTKarthika" panose="04000000000000000000" pitchFamily="82" charset="0"/>
              </a:rPr>
              <a:t>Xn</a:t>
            </a:r>
            <a:r>
              <a:rPr lang="en-US" sz="2800">
                <a:latin typeface="ML-TTKarthika" panose="04000000000000000000" pitchFamily="82" charset="0"/>
              </a:rPr>
              <a:t>-¶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Ipcn-inÂ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ssIsh-Sntªm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0" y="466156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indent="681038"/>
            <a:r>
              <a:rPr lang="sv-SE" sz="2400">
                <a:latin typeface="Segoe UI" panose="020B0502040204020203" pitchFamily="34" charset="0"/>
                <a:cs typeface="Segoe UI" panose="020B0502040204020203" pitchFamily="34" charset="0"/>
              </a:rPr>
              <a:t>maranhaththaal marhayaaththa mahal sneha prabhayaal</a:t>
            </a:r>
          </a:p>
          <a:p>
            <a:pPr indent="681038"/>
            <a:r>
              <a:rPr lang="sv-SE" sz="2400">
                <a:latin typeface="Segoe UI" panose="020B0502040204020203" pitchFamily="34" charset="0"/>
                <a:cs typeface="Segoe UI" panose="020B0502040204020203" pitchFamily="34" charset="0"/>
              </a:rPr>
              <a:t>piriyaa bandham aanhithu yuga kaalam vareyum</a:t>
            </a:r>
            <a:endParaRPr lang="en-SG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681038"/>
            <a:r>
              <a:rPr lang="sv-SE" sz="2400">
                <a:latin typeface="Segoe UI" panose="020B0502040204020203" pitchFamily="34" charset="0"/>
                <a:cs typeface="Segoe UI" panose="020B0502040204020203" pitchFamily="34" charset="0"/>
              </a:rPr>
              <a:t>piriyaa bandham aanhithu (3)</a:t>
            </a:r>
            <a:r>
              <a:rPr lang="en-SG" sz="20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sz="2400">
                <a:latin typeface="Segoe UI" panose="020B0502040204020203" pitchFamily="34" charset="0"/>
                <a:cs typeface="Segoe UI" panose="020B0502040204020203" pitchFamily="34" charset="0"/>
              </a:rPr>
              <a:t>yuga kaalam vareyum</a:t>
            </a:r>
            <a:endParaRPr lang="en-SG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mahal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mahal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paraloka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pithaavu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</a:p>
          <a:p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makane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marippathinaay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kurishil</a:t>
            </a:r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err="1">
                <a:latin typeface="Segoe UI" panose="020B0502040204020203" pitchFamily="34" charset="0"/>
                <a:cs typeface="Segoe UI" panose="020B0502040204020203" pitchFamily="34" charset="0"/>
              </a:rPr>
              <a:t>kaivedinjo</a:t>
            </a:r>
            <a:endParaRPr lang="en-SG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5 of 5</a:t>
            </a:r>
          </a:p>
        </p:txBody>
      </p:sp>
    </p:spTree>
    <p:extLst>
      <p:ext uri="{BB962C8B-B14F-4D97-AF65-F5344CB8AC3E}">
        <p14:creationId xmlns:p14="http://schemas.microsoft.com/office/powerpoint/2010/main" val="22275557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Nandiyaal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Ennullham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49382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Nandiyaal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Ennullham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4: 1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799835" y="739649"/>
            <a:ext cx="554432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andiyaal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ennullham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thingukayaal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thothraththin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pallavi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paadidum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nnhamillaa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thava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nanmakalhkkaay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nnhi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ennhi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paadidum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703925" y="2834192"/>
            <a:ext cx="5736147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നന്ദിയാൽ എന്നുള്ളം തിങ്ങുകയാൽ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സ്തോത്രത്തിൻ പല്ലവി പാടിടും ഞാൻ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എണ്ണമില്ലാ തവ നന്മകൾക്കായ്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എണ്ണിയെണ്ണി സ്തുതി പാടിടും ഞാൻ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4761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Nandiyaal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Ennullham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4: 2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573687" y="739649"/>
            <a:ext cx="59966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yeshuvinte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sannidhiyil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kalam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aaraadhikkum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unnathane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aathmavilum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sathyaththilum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kaalam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703925" y="2834192"/>
            <a:ext cx="5736147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ഹല്ലെലുയ്യ പാടീടും ഞാൻ യേശുവിൻറെ സന്നിധിയിൽ ജീവകാലം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ആരാധിക്കും ഉന്നതനെ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ആത്മാവിലും സത്യത്തിലും നിത്യകാലം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4526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Nandiyaal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Ennullham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4: 3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703927" y="739649"/>
            <a:ext cx="57361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aavashya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bhaarangalh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erheedumpolh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aarhththanaayullham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kalangeedumpolh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aaval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theerhthth-aanandamekiyon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aashwaasa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daayakan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paran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621985" y="2834192"/>
            <a:ext cx="5900030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ആവശ്യ ഭാരങ്ങൾ ഏറീടുമ്പോൾ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ആർത്തനായുള്ളം കലങ്ങീടുമ്പോൾ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ആവൽ തീർത്താനന്ദം ഏകിയോൻ താൻ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ആശ്വാസദായകൻ യേശുപരൻ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6385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Nandiyaal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Ennullham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4: 4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573687" y="739649"/>
            <a:ext cx="59966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yeshuvinte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sannidhiyil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kalam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aaraadhikkum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unnathane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aathmavilum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sathyaththilum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kaalam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703925" y="2834192"/>
            <a:ext cx="5736147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ഹല്ലെലുയ്യ പാടീടും ഞാൻ യേശുവിൻറെ സന്നിധിയിൽ ജീവകാലം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ആരാധിക്കും ഉന്നതനെ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ആത്മാവിലും സത്യത്തിലും നിത്യകാലം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02790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Nandiyaal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Ennullham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4: 5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797302" y="739649"/>
            <a:ext cx="55493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karhththaavarhiyaathe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illaayonnen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jeevitha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yaathrayil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cholluvanaay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neerheedum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shodhana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velhakalhil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neekku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pokkeki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pularhththeedum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864617" y="2834192"/>
            <a:ext cx="5414767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കർത്താവറിയാതെ ഇല്ലായൊന്നെൻ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ജീവിതയാത്രയിൽ ചൊല്ലുവാനായ്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നീറീടും ശോധന വേളകളിൽ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നീക്കുപോക്കേകി പുലർത്തീടും താൻ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6426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Nandiyaal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Ennullham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4: 6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573687" y="739649"/>
            <a:ext cx="59966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yeshuvinte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sannidhiyil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kalam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aaraadhikkum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unnathane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aathmavilum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sathyaththilum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kaalam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703925" y="2834192"/>
            <a:ext cx="5736147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ഹല്ലെലുയ്യ പാടീടും ഞാൻ യേശുവിൻറെ സന്നിധിയിൽ ജീവകാലം 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ആരാധിക്കും ഉന്നതനെ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ആത്മാവിലും സത്യത്തിലും നിത്യകാലം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7353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- 201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33517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201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1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0" y="626006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yeshuvin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thiruppaadaththil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irunnu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kelhkka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naam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vishuddha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vaakyaththil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nammude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yeshuvin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suvisheshham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divyamaam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upadesham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kelhkkuka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jeevante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vaakyangalh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(2)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613727" y="2838450"/>
            <a:ext cx="791654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tbiphn³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Xncp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mZ¯nÂ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Ccp¶p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tIÄ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\mw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Xsâ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hnip²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hmIy¯nÂ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\½psS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Poh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\mw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tbiphn³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kphntijw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Znhyamw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D]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tZiw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tIÄ¡pI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\mw,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Pohsâ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hmIy§Ä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 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7265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201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2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0" y="626006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vachanam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shakthiyum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aakayaal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aathma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rakshayundevanum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ullhaththil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kaikkonhdaal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aathma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maranham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maarhum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neethiyil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vaazhum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defTabSz="685800"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kelhkkuka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jeevante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vaakyangalh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(2)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644665" y="2838450"/>
            <a:ext cx="785467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ssZhhN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Poh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\pw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iànbpw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BIbmÂ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Bßc£bp¬tSh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\pw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DÅ¯nÂ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ssIs¡m¬SmÂ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Bß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acWw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amdpw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oXnbnÂ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Ah³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hmgpw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tIÄ¡pI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\mw,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Pohsâ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hmIy§Ä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 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6680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201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3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0" y="626006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andhanu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kaazhcha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nalkuvaan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vachanam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maarggamaam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sathyaththil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athu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kaakkuvaan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swargaththin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daanamaam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ozhiyuvaan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naasham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kaalinnoru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prakaasham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kelhkkuka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jeevante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vaakyangalh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(2)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632117" y="2838450"/>
            <a:ext cx="78797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AÔ\p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ImgvN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\evIphm³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amÀKamw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kXy¯nÂ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AXp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Im¡phm³ kzÀK¯n³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Zm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Hgnbphm³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nXy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miw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Imens¶mcp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{]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Imiw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tIÄ¡pI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\mw,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Pohsâ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hmIy§Ä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 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790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201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4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0" y="626006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sathyadaivaththin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bhakthanmaarh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vachanam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kaakkayaal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salpravriththikku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shakthanmaarh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aakunnu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naalhkkunaalh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mukhaprasaadam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avarhkk-aahlhaadam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kelhkkuka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jeevante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vaakyangalh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(2)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632117" y="2838450"/>
            <a:ext cx="78797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kXyssZh¯n³ `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à·mÀ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Im¡bmÂ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{]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hr¯n¡p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ià·mÀ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mÄ¡p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mÄ</a:t>
            </a:r>
            <a:endParaRPr lang="en-US" sz="2800" b="0" i="0" u="none" strike="noStrike" baseline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ssZh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apJ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{]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kmZw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nXyw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AhÀ¡mËmZw</a:t>
            </a:r>
            <a:endParaRPr lang="en-US" sz="2800" b="0" i="0" u="none" strike="noStrike" baseline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tIÄ¡pI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\mw,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Pohsâ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hmIy§Ä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9625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201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5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0" y="626006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lokavum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avasaanikkum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vaanavum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illaathaam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vaakku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pramaanhikkum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bhakthano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nithyanaam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vaattam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maalinyam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naasham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illaathoravakaasham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kelhkkuka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kaakkuka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jeevante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vaakyangalh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(2)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632117" y="2838450"/>
            <a:ext cx="78797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temI</a:t>
            </a:r>
            <a:r>
              <a:rPr lang="pl-PL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h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pw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Ahkm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n¡pw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hm\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CÃmXmw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ssZhhm¡p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{]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amWn¡pw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`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àt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\m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nXy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\mw</a:t>
            </a:r>
          </a:p>
          <a:p>
            <a:r>
              <a:rPr lang="pl-PL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hm«w amen\yw \miw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CÃmt¯mchImiw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tIÄ¡pI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\mw,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Im¡pI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\mw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Pohsâ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hmIy§Ä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9177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- 402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28993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1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681900" y="491253"/>
            <a:ext cx="5780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yeshuve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roopameeyente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kannhukalhkkethra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saundaryam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shishhyanaakunna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poleyaakkanam</a:t>
            </a:r>
            <a:r>
              <a:rPr kumimoji="0" lang="en-US" sz="28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muzhuvan</a:t>
            </a:r>
            <a:endParaRPr kumimoji="0" lang="en-US" sz="28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2084099" y="2745181"/>
            <a:ext cx="497580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tbipth</a:t>
            </a:r>
            <a:r>
              <a:rPr lang="en-US" sz="2800">
                <a:latin typeface="ML-TTKarthika" panose="04000000000000000000" pitchFamily="82" charset="0"/>
              </a:rPr>
              <a:t>! \</a:t>
            </a:r>
            <a:r>
              <a:rPr lang="en-US" sz="2800" err="1">
                <a:latin typeface="ML-TTKarthika" panose="04000000000000000000" pitchFamily="82" charset="0"/>
              </a:rPr>
              <a:t>nsâ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cq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a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o</a:t>
            </a:r>
            <a:r>
              <a:rPr lang="en-US" sz="2800" err="1">
                <a:latin typeface="ML-TTKarthika" panose="04000000000000000000" pitchFamily="82" charset="0"/>
              </a:rPr>
              <a:t>sbsâ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I®pIÄs</a:t>
            </a:r>
            <a:r>
              <a:rPr lang="en-US" sz="2800">
                <a:latin typeface="ML-TTKarthika" panose="04000000000000000000" pitchFamily="82" charset="0"/>
              </a:rPr>
              <a:t>¡{X </a:t>
            </a:r>
            <a:r>
              <a:rPr lang="en-US" sz="2800" err="1">
                <a:latin typeface="ML-TTKarthika" panose="04000000000000000000" pitchFamily="82" charset="0"/>
              </a:rPr>
              <a:t>ku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vZcyw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injy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mIp</a:t>
            </a:r>
            <a:r>
              <a:rPr lang="en-US" sz="2800">
                <a:latin typeface="ML-TTKarthika" panose="04000000000000000000" pitchFamily="82" charset="0"/>
              </a:rPr>
              <a:t>¶ </a:t>
            </a:r>
            <a:r>
              <a:rPr lang="en-US" sz="2800" err="1">
                <a:latin typeface="ML-TTKarthika" panose="04000000000000000000" pitchFamily="82" charset="0"/>
              </a:rPr>
              <a:t>Fs¶bpw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ns¶þ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t¸msebm¡Ww</a:t>
            </a:r>
            <a:r>
              <a:rPr lang="en-US" sz="2800">
                <a:latin typeface="ML-TTKarthika" panose="04000000000000000000" pitchFamily="82" charset="0"/>
              </a:rPr>
              <a:t> apgph³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635152" y="3712846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7635152" y="1489597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09708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2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722771" y="491253"/>
            <a:ext cx="569845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snehamaam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kandavan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pinne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snehikkaathe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jeevikkumo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dahippikkenham</a:t>
            </a:r>
            <a:r>
              <a:rPr kumimoji="0" lang="en-US" sz="28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asheshham</a:t>
            </a:r>
            <a:endParaRPr kumimoji="0" lang="en-US" sz="28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nalkanham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prabho</a:t>
            </a:r>
            <a:endParaRPr kumimoji="0" lang="en-US" sz="28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826279" y="2745181"/>
            <a:ext cx="549144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lamw</a:t>
            </a:r>
            <a:r>
              <a:rPr lang="en-US" sz="2800">
                <a:latin typeface="ML-TTKarthika" panose="04000000000000000000" pitchFamily="82" charset="0"/>
              </a:rPr>
              <a:t> \ns¶ I¬Sh³ ]ns¶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ln¡msX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Pohn¡ptam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 err="1">
                <a:latin typeface="ML-TTKarthika" panose="04000000000000000000" pitchFamily="82" charset="0"/>
              </a:rPr>
              <a:t>Zln¸n</a:t>
            </a:r>
            <a:r>
              <a:rPr lang="en-US" sz="3200" err="1">
                <a:latin typeface="ML-TTKarthika" panose="04000000000000000000" pitchFamily="82" charset="0"/>
              </a:rPr>
              <a:t>t</a:t>
            </a:r>
            <a:r>
              <a:rPr lang="en-US" sz="2800" err="1">
                <a:latin typeface="ML-TTKarthika" panose="04000000000000000000" pitchFamily="82" charset="0"/>
              </a:rPr>
              <a:t>¡Ww</a:t>
            </a:r>
            <a:r>
              <a:rPr lang="en-US" sz="2800">
                <a:latin typeface="ML-TTKarthika" panose="04000000000000000000" pitchFamily="82" charset="0"/>
              </a:rPr>
              <a:t> Fs¶ </a:t>
            </a:r>
            <a:r>
              <a:rPr lang="en-US" sz="2800" err="1">
                <a:latin typeface="ML-TTKarthika" panose="04000000000000000000" pitchFamily="82" charset="0"/>
              </a:rPr>
              <a:t>Atijw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evIWw</a:t>
            </a:r>
            <a:r>
              <a:rPr lang="en-US" sz="2800">
                <a:latin typeface="ML-TTKarthika" panose="04000000000000000000" pitchFamily="82" charset="0"/>
              </a:rPr>
              <a:t> F³ {]</a:t>
            </a:r>
            <a:r>
              <a:rPr lang="en-US" sz="2800" err="1">
                <a:latin typeface="ML-TTKarthika" panose="04000000000000000000" pitchFamily="82" charset="0"/>
              </a:rPr>
              <a:t>t`m</a:t>
            </a:r>
            <a:r>
              <a:rPr lang="en-US" sz="2800">
                <a:latin typeface="ML-TTKarthika" panose="04000000000000000000" pitchFamily="82" charset="0"/>
              </a:rPr>
              <a:t>!</a:t>
            </a:r>
            <a:endParaRPr lang="en-SG" sz="2800">
              <a:latin typeface="ML-TTKarthika" panose="04000000000000000000" pitchFamily="8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528351" y="3804375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7528351" y="1503347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69724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3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678463" y="491253"/>
            <a:ext cx="578707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deenakkaareyum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heenanmaareyum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aashwasippippaan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vannone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aanandaththode</a:t>
            </a:r>
            <a:r>
              <a:rPr kumimoji="0" lang="en-US" sz="28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8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ninneppole</a:t>
            </a:r>
            <a:endParaRPr kumimoji="0" lang="en-US" sz="28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kaarunhyam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cheyvaan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nalkuke</a:t>
            </a:r>
            <a:endParaRPr kumimoji="0" lang="en-US" sz="28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767840" y="2745181"/>
            <a:ext cx="56083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Zo\¡</a:t>
            </a:r>
            <a:r>
              <a:rPr lang="en-US" sz="2800" err="1">
                <a:latin typeface="ML-TTKarthika" panose="04000000000000000000" pitchFamily="82" charset="0"/>
              </a:rPr>
              <a:t>mscbpw</a:t>
            </a:r>
            <a:r>
              <a:rPr lang="en-US" sz="2800">
                <a:latin typeface="ML-TTKarthika" panose="04000000000000000000" pitchFamily="82" charset="0"/>
              </a:rPr>
              <a:t> lo\·</a:t>
            </a:r>
            <a:r>
              <a:rPr lang="en-US" sz="2800" err="1">
                <a:latin typeface="ML-TTKarthika" panose="04000000000000000000" pitchFamily="82" charset="0"/>
              </a:rPr>
              <a:t>mscbpw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Bizkn¸n¸m³ </a:t>
            </a:r>
            <a:r>
              <a:rPr lang="en-US" sz="2800" err="1">
                <a:latin typeface="ML-TTKarthika" panose="04000000000000000000" pitchFamily="82" charset="0"/>
              </a:rPr>
              <a:t>ht¶ms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  <a:p>
            <a:r>
              <a:rPr lang="en-US" sz="2800">
                <a:latin typeface="ML-TTKarthika" panose="04000000000000000000" pitchFamily="82" charset="0"/>
              </a:rPr>
              <a:t>B\\</a:t>
            </a:r>
            <a:r>
              <a:rPr lang="en-US" sz="2800" err="1">
                <a:latin typeface="ML-TTKarthika" panose="04000000000000000000" pitchFamily="82" charset="0"/>
              </a:rPr>
              <a:t>vZt¯msS</a:t>
            </a:r>
            <a:r>
              <a:rPr lang="en-US" sz="2800">
                <a:latin typeface="ML-TTKarthika" panose="04000000000000000000" pitchFamily="82" charset="0"/>
              </a:rPr>
              <a:t> Rm³ \</a:t>
            </a:r>
            <a:r>
              <a:rPr lang="en-US" sz="2800" err="1">
                <a:latin typeface="ML-TTKarthika" panose="04000000000000000000" pitchFamily="82" charset="0"/>
              </a:rPr>
              <a:t>ns¶t¸mse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ImcpWyw</a:t>
            </a:r>
            <a:r>
              <a:rPr lang="en-US" sz="2800">
                <a:latin typeface="ML-TTKarthika" panose="04000000000000000000" pitchFamily="82" charset="0"/>
              </a:rPr>
              <a:t> sNbvhm³ \</a:t>
            </a:r>
            <a:r>
              <a:rPr lang="en-US" sz="2800" err="1">
                <a:latin typeface="ML-TTKarthika" panose="04000000000000000000" pitchFamily="82" charset="0"/>
              </a:rPr>
              <a:t>evIptI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7376160" y="1508912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09543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4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605815" y="491253"/>
            <a:ext cx="593237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daasaneppole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sevanam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cheytha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daivaththin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ekajaathane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vaasam</a:t>
            </a:r>
            <a:r>
              <a:rPr kumimoji="0" lang="en-US" sz="28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cheyyanham</a:t>
            </a:r>
            <a:r>
              <a:rPr kumimoji="0" lang="en-US" sz="28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</a:t>
            </a:r>
            <a:r>
              <a:rPr kumimoji="0" lang="en-US" sz="28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vinayam</a:t>
            </a:r>
            <a:endParaRPr kumimoji="0" lang="en-US" sz="28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ullhilum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kumimoji="0" lang="en-US" sz="28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767840" y="2745181"/>
            <a:ext cx="56083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Zmks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t¸mse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tkh</a:t>
            </a:r>
            <a:r>
              <a:rPr lang="en-US" sz="2800">
                <a:latin typeface="ML-TTKarthika" panose="04000000000000000000" pitchFamily="82" charset="0"/>
              </a:rPr>
              <a:t>\w </a:t>
            </a:r>
            <a:r>
              <a:rPr lang="en-US" sz="2800" err="1">
                <a:latin typeface="ML-TTKarthika" panose="04000000000000000000" pitchFamily="82" charset="0"/>
              </a:rPr>
              <a:t>sNbvX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ssZh¯n³ </a:t>
            </a:r>
            <a:r>
              <a:rPr lang="en-US" sz="2800" err="1">
                <a:latin typeface="ML-TTKarthika" panose="04000000000000000000" pitchFamily="82" charset="0"/>
              </a:rPr>
              <a:t>GIPmXt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hmkw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sN¿Ww</a:t>
            </a:r>
            <a:r>
              <a:rPr lang="en-US" sz="2800">
                <a:latin typeface="ML-TTKarthika" panose="04000000000000000000" pitchFamily="82" charset="0"/>
              </a:rPr>
              <a:t> Cu \n³hn\</a:t>
            </a:r>
            <a:r>
              <a:rPr lang="en-US" sz="2800" err="1">
                <a:latin typeface="ML-TTKarthika" panose="04000000000000000000" pitchFamily="82" charset="0"/>
              </a:rPr>
              <a:t>bw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DÅnepw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mYt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endParaRPr lang="en-SG" sz="2800">
              <a:latin typeface="ML-TTKarthika" panose="04000000000000000000" pitchFamily="8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7704184" y="1483174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61867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5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2019816" y="491253"/>
            <a:ext cx="510436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paapikalhude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viparee-thaththe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ellaam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sahichcha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kunjaade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kopippaanalla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kshamipanullha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enikkum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nalkuke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2503027" y="2745181"/>
            <a:ext cx="413794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]m]</a:t>
            </a:r>
            <a:r>
              <a:rPr lang="en-US" sz="2800" err="1">
                <a:latin typeface="ML-TTKarthika" panose="04000000000000000000" pitchFamily="82" charset="0"/>
              </a:rPr>
              <a:t>nIfpsS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hn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coXs</a:t>
            </a:r>
            <a:r>
              <a:rPr lang="en-US" sz="2800">
                <a:latin typeface="ML-TTKarthika" panose="04000000000000000000" pitchFamily="82" charset="0"/>
              </a:rPr>
              <a:t>¯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FÃmw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kln</a:t>
            </a:r>
            <a:r>
              <a:rPr lang="en-US" sz="2800">
                <a:latin typeface="ML-TTKarthika" panose="04000000000000000000" pitchFamily="82" charset="0"/>
              </a:rPr>
              <a:t>¨ </a:t>
            </a:r>
            <a:r>
              <a:rPr lang="en-US" sz="2800" err="1">
                <a:latin typeface="ML-TTKarthika" panose="04000000000000000000" pitchFamily="82" charset="0"/>
              </a:rPr>
              <a:t>IpªmtS</a:t>
            </a:r>
            <a:r>
              <a:rPr lang="en-US" sz="2800">
                <a:latin typeface="ML-TTKarthika" panose="04000000000000000000" pitchFamily="82" charset="0"/>
              </a:rPr>
              <a:t>!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tIm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n¸m</a:t>
            </a:r>
            <a:r>
              <a:rPr lang="en-US" sz="2800">
                <a:latin typeface="ML-TTKarthika" panose="04000000000000000000" pitchFamily="82" charset="0"/>
              </a:rPr>
              <a:t>\Ã £</a:t>
            </a:r>
            <a:r>
              <a:rPr lang="en-US" sz="2800" err="1">
                <a:latin typeface="ML-TTKarthika" panose="04000000000000000000" pitchFamily="82" charset="0"/>
              </a:rPr>
              <a:t>an¸m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pÅ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iàn</a:t>
            </a:r>
            <a:r>
              <a:rPr lang="en-US" sz="2800">
                <a:latin typeface="ML-TTKarthika" panose="04000000000000000000" pitchFamily="82" charset="0"/>
              </a:rPr>
              <a:t> F\</a:t>
            </a:r>
            <a:r>
              <a:rPr lang="en-US" sz="2800" err="1">
                <a:latin typeface="ML-TTKarthika" panose="04000000000000000000" pitchFamily="82" charset="0"/>
              </a:rPr>
              <a:t>n¡pw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evIptI</a:t>
            </a:r>
            <a:endParaRPr lang="en-SG" sz="2800">
              <a:latin typeface="ML-TTKarthika" panose="04000000000000000000" pitchFamily="8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7704184" y="1483174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56610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6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667233" y="491253"/>
            <a:ext cx="58095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pithaavin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eppozhum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modamotutan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cheythone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isthtavum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ishthaththi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nanuroopamaakkenhame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2047782" y="2745181"/>
            <a:ext cx="504843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Xsâ</a:t>
            </a:r>
            <a:r>
              <a:rPr lang="en-US" sz="2800">
                <a:latin typeface="ML-TTKarthika" panose="04000000000000000000" pitchFamily="82" charset="0"/>
              </a:rPr>
              <a:t> ]nXmhn³lnXsat¸mgpw </a:t>
            </a:r>
          </a:p>
          <a:p>
            <a:r>
              <a:rPr lang="en-US" sz="2800">
                <a:latin typeface="ML-TTKarthika" panose="04000000000000000000" pitchFamily="82" charset="0"/>
              </a:rPr>
              <a:t>tamZtamSpS³ </a:t>
            </a:r>
            <a:r>
              <a:rPr lang="en-US" sz="2800" err="1">
                <a:latin typeface="ML-TTKarthika" panose="04000000000000000000" pitchFamily="82" charset="0"/>
              </a:rPr>
              <a:t>sNbvtXms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CjvShpw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ssZh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CjvS¯nþ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pcq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amt¡Wta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7704184" y="1483174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11464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7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667233" y="491253"/>
            <a:ext cx="58095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thiruvezhuththu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shaishavam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thottu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snehichchaaraanja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guru nee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thanne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vachanam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nanne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grahippikka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shishhyane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2047782" y="2745181"/>
            <a:ext cx="504843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Xncpshgp¯p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ssiihw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sXm«p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ln¨mcm</a:t>
            </a:r>
            <a:r>
              <a:rPr lang="en-US" sz="2800">
                <a:latin typeface="ML-TTKarthika" panose="04000000000000000000" pitchFamily="82" charset="0"/>
              </a:rPr>
              <a:t>ª </a:t>
            </a:r>
            <a:r>
              <a:rPr lang="en-US" sz="2800" err="1">
                <a:latin typeface="ML-TTKarthika" panose="04000000000000000000" pitchFamily="82" charset="0"/>
              </a:rPr>
              <a:t>tbipth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Kpcp</a:t>
            </a:r>
            <a:r>
              <a:rPr lang="en-US" sz="2800">
                <a:latin typeface="ML-TTKarthika" panose="04000000000000000000" pitchFamily="82" charset="0"/>
              </a:rPr>
              <a:t> \o </a:t>
            </a:r>
            <a:r>
              <a:rPr lang="en-US" sz="2800" err="1">
                <a:latin typeface="ML-TTKarthika" panose="04000000000000000000" pitchFamily="82" charset="0"/>
              </a:rPr>
              <a:t>Xs</a:t>
            </a:r>
            <a:r>
              <a:rPr lang="en-US" sz="2800">
                <a:latin typeface="ML-TTKarthika" panose="04000000000000000000" pitchFamily="82" charset="0"/>
              </a:rPr>
              <a:t>¶ </a:t>
            </a:r>
            <a:r>
              <a:rPr lang="en-US" sz="2800" err="1">
                <a:latin typeface="ML-TTKarthika" panose="04000000000000000000" pitchFamily="82" charset="0"/>
              </a:rPr>
              <a:t>hN</a:t>
            </a:r>
            <a:r>
              <a:rPr lang="en-US" sz="2800">
                <a:latin typeface="ML-TTKarthika" panose="04000000000000000000" pitchFamily="82" charset="0"/>
              </a:rPr>
              <a:t>\w \s¶ </a:t>
            </a:r>
          </a:p>
          <a:p>
            <a:r>
              <a:rPr lang="en-US" sz="2800">
                <a:latin typeface="ML-TTKarthika" panose="04000000000000000000" pitchFamily="82" charset="0"/>
              </a:rPr>
              <a:t>{</a:t>
            </a:r>
            <a:r>
              <a:rPr lang="en-US" sz="2800" err="1">
                <a:latin typeface="ML-TTKarthika" panose="04000000000000000000" pitchFamily="82" charset="0"/>
              </a:rPr>
              <a:t>Kln¸n</a:t>
            </a:r>
            <a:r>
              <a:rPr lang="en-US" sz="2800">
                <a:latin typeface="ML-TTKarthika" panose="04000000000000000000" pitchFamily="82" charset="0"/>
              </a:rPr>
              <a:t>¡ \n³ </a:t>
            </a:r>
            <a:r>
              <a:rPr lang="en-US" sz="2800" err="1">
                <a:latin typeface="ML-TTKarthika" panose="04000000000000000000" pitchFamily="82" charset="0"/>
              </a:rPr>
              <a:t>injys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7704184" y="1551809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86600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8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313152" y="491253"/>
            <a:ext cx="651769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raathrimuzhuvan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praarhthhippaanaayu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nharhnnirunna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praarhthhippaanaayum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unharaanaayum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shakthi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tharenham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ennume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2047782" y="2745181"/>
            <a:ext cx="504843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cm{Xnapgph³ {]</a:t>
            </a:r>
            <a:r>
              <a:rPr lang="en-US" sz="2800" err="1">
                <a:latin typeface="ML-TTKarthika" panose="04000000000000000000" pitchFamily="82" charset="0"/>
              </a:rPr>
              <a:t>mÀ°n¸m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mbp</a:t>
            </a:r>
            <a:r>
              <a:rPr lang="en-US" sz="2800">
                <a:latin typeface="ML-TTKarthika" panose="04000000000000000000" pitchFamily="82" charset="0"/>
              </a:rPr>
              <a:t>-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WÀ¶ncp</a:t>
            </a:r>
            <a:r>
              <a:rPr lang="en-US" sz="2800">
                <a:latin typeface="ML-TTKarthika" panose="04000000000000000000" pitchFamily="82" charset="0"/>
              </a:rPr>
              <a:t>¶ F³ </a:t>
            </a:r>
            <a:r>
              <a:rPr lang="en-US" sz="2800" err="1">
                <a:latin typeface="ML-TTKarthika" panose="04000000000000000000" pitchFamily="82" charset="0"/>
              </a:rPr>
              <a:t>tbipth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{]</a:t>
            </a:r>
            <a:r>
              <a:rPr lang="en-US" sz="2800" err="1">
                <a:latin typeface="ML-TTKarthika" panose="04000000000000000000" pitchFamily="82" charset="0"/>
              </a:rPr>
              <a:t>mÀ°n¸m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mbpw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DWcm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mbpw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iàn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XtcWw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F¶pta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8009096" y="1551809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68080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9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244405" y="491253"/>
            <a:ext cx="665519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loka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sthaa-navum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saaththaan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maanavum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veruththa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jaathane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ekamaam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manam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thannitten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dhanam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ennorhppikkuke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910790" y="2745181"/>
            <a:ext cx="532242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800">
                <a:latin typeface="ML-TTKarthika" panose="04000000000000000000" pitchFamily="82" charset="0"/>
              </a:rPr>
              <a:t>temIØm\</a:t>
            </a:r>
            <a:r>
              <a:rPr lang="en-US" sz="2800" err="1">
                <a:latin typeface="ML-TTKarthika" panose="04000000000000000000" pitchFamily="82" charset="0"/>
              </a:rPr>
              <a:t>hpw</a:t>
            </a:r>
            <a:r>
              <a:rPr lang="de-DE" sz="2800">
                <a:latin typeface="ML-TTKarthika" panose="04000000000000000000" pitchFamily="82" charset="0"/>
              </a:rPr>
              <a:t> km¯m³ am\</a:t>
            </a:r>
            <a:r>
              <a:rPr lang="en-US" sz="2800" err="1">
                <a:latin typeface="ML-TTKarthika" panose="04000000000000000000" pitchFamily="82" charset="0"/>
              </a:rPr>
              <a:t>hpw</a:t>
            </a:r>
            <a:endParaRPr lang="de-DE" sz="2800">
              <a:latin typeface="ML-TTKarthika" panose="04000000000000000000" pitchFamily="82" charset="0"/>
            </a:endParaRPr>
          </a:p>
          <a:p>
            <a:r>
              <a:rPr lang="en-US" sz="2800" err="1">
                <a:latin typeface="ML-TTKarthika" panose="04000000000000000000" pitchFamily="82" charset="0"/>
              </a:rPr>
              <a:t>shdp</a:t>
            </a:r>
            <a:r>
              <a:rPr lang="en-US" sz="2800">
                <a:latin typeface="ML-TTKarthika" panose="04000000000000000000" pitchFamily="82" charset="0"/>
              </a:rPr>
              <a:t>¯ </a:t>
            </a:r>
            <a:r>
              <a:rPr lang="en-US" sz="2800" err="1">
                <a:latin typeface="ML-TTKarthika" panose="04000000000000000000" pitchFamily="82" charset="0"/>
              </a:rPr>
              <a:t>ssZhcmPt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GIamw</a:t>
            </a:r>
            <a:r>
              <a:rPr lang="en-US" sz="2800">
                <a:latin typeface="ML-TTKarthika" panose="04000000000000000000" pitchFamily="82" charset="0"/>
              </a:rPr>
              <a:t> a\w X¶ns«³ [\w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ssZhw</a:t>
            </a:r>
            <a:r>
              <a:rPr lang="en-US" sz="2800">
                <a:latin typeface="ML-TTKarthika" panose="04000000000000000000" pitchFamily="82" charset="0"/>
              </a:rPr>
              <a:t> Xm³ </a:t>
            </a:r>
            <a:r>
              <a:rPr lang="en-US" sz="2800" err="1">
                <a:latin typeface="ML-TTKarthika" panose="04000000000000000000" pitchFamily="82" charset="0"/>
              </a:rPr>
              <a:t>Ft¶mÀ¸n¡ptI</a:t>
            </a:r>
            <a:endParaRPr lang="en-US" sz="2800">
              <a:latin typeface="ML-TTKarthika" panose="04000000000000000000" pitchFamily="8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8009096" y="1551809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01617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1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0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732546" y="491253"/>
            <a:ext cx="567890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kaushalangalhum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upaayangalhum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pakekkum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sathya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raajaave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shishuvinullha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paramaarhthhatha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ennilum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kaakkuke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910790" y="2745181"/>
            <a:ext cx="532242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Iuie§fpw</a:t>
            </a:r>
            <a:r>
              <a:rPr lang="en-US" sz="2800">
                <a:latin typeface="ML-TTKarthika" panose="04000000000000000000" pitchFamily="82" charset="0"/>
              </a:rPr>
              <a:t> D]</a:t>
            </a:r>
            <a:r>
              <a:rPr lang="en-US" sz="2800" err="1">
                <a:latin typeface="ML-TTKarthika" panose="04000000000000000000" pitchFamily="82" charset="0"/>
              </a:rPr>
              <a:t>mb§fpw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sI¡pw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kXycmPmth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iniphn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pÅ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camÀ°X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 err="1">
                <a:latin typeface="ML-TTKarthika" panose="04000000000000000000" pitchFamily="82" charset="0"/>
              </a:rPr>
              <a:t>F¶nepw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nXyw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Im¡ptI</a:t>
            </a:r>
            <a:endParaRPr lang="en-US" sz="2800">
              <a:latin typeface="ML-TTKarthika" panose="04000000000000000000" pitchFamily="8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8009096" y="1551809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31576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11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188943" y="484094"/>
            <a:ext cx="676611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iha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lokaththin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chinthakalh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lesham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eshaa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njaashritha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valsalaa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mahal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shakthiyaam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daivaashrayam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konhdennullham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urhappikka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100030" y="2745181"/>
            <a:ext cx="613318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CltemI¯n³ </a:t>
            </a:r>
            <a:r>
              <a:rPr lang="en-US" sz="2800" err="1">
                <a:latin typeface="ML-TTKarthika" panose="04000000000000000000" pitchFamily="82" charset="0"/>
              </a:rPr>
              <a:t>Nn´IÄ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teiw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Gim</a:t>
            </a:r>
            <a:r>
              <a:rPr lang="en-US" sz="2800">
                <a:latin typeface="ML-TTKarthika" panose="04000000000000000000" pitchFamily="82" charset="0"/>
              </a:rPr>
              <a:t>--þ</a:t>
            </a:r>
          </a:p>
          <a:p>
            <a:r>
              <a:rPr lang="en-US" sz="2800">
                <a:latin typeface="ML-TTKarthika" panose="04000000000000000000" pitchFamily="82" charset="0"/>
              </a:rPr>
              <a:t>ªm{</a:t>
            </a:r>
            <a:r>
              <a:rPr lang="en-US" sz="2800" err="1">
                <a:latin typeface="ML-TTKarthika" panose="04000000000000000000" pitchFamily="82" charset="0"/>
              </a:rPr>
              <a:t>inX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hÕem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alÂ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iànbmw</a:t>
            </a:r>
            <a:r>
              <a:rPr lang="en-US" sz="2800">
                <a:latin typeface="ML-TTKarthika" panose="04000000000000000000" pitchFamily="82" charset="0"/>
              </a:rPr>
              <a:t> \n³ssZhm{</a:t>
            </a:r>
            <a:r>
              <a:rPr lang="en-US" sz="2800" err="1">
                <a:latin typeface="ML-TTKarthika" panose="04000000000000000000" pitchFamily="82" charset="0"/>
              </a:rPr>
              <a:t>ibw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sIm¬sS¶pÅw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Dd¸n</a:t>
            </a:r>
            <a:r>
              <a:rPr lang="en-US" sz="2800">
                <a:latin typeface="ML-TTKarthika" panose="04000000000000000000" pitchFamily="82" charset="0"/>
              </a:rPr>
              <a:t>¡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8009096" y="1551809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02462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402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12 of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478392" y="484094"/>
            <a:ext cx="61872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manushyarilum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doothanmaarilum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athi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sundaranaayone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anudinam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divya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soundaryam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ennaamodam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aakename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100030" y="2745181"/>
            <a:ext cx="613318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a\</a:t>
            </a:r>
            <a:r>
              <a:rPr lang="en-US" sz="2800" err="1">
                <a:latin typeface="ML-TTKarthika" panose="04000000000000000000" pitchFamily="82" charset="0"/>
              </a:rPr>
              <a:t>pjycnepw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ZqX·mcnepw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AXnþ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kp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vZc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mtbms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  <a:p>
            <a:r>
              <a:rPr lang="en-US" sz="2800">
                <a:latin typeface="ML-TTKarthika" panose="04000000000000000000" pitchFamily="82" charset="0"/>
              </a:rPr>
              <a:t>A\</a:t>
            </a:r>
            <a:r>
              <a:rPr lang="en-US" sz="2800" err="1">
                <a:latin typeface="ML-TTKarthika" panose="04000000000000000000" pitchFamily="82" charset="0"/>
              </a:rPr>
              <a:t>pZn</a:t>
            </a:r>
            <a:r>
              <a:rPr lang="en-US" sz="2800">
                <a:latin typeface="ML-TTKarthika" panose="04000000000000000000" pitchFamily="82" charset="0"/>
              </a:rPr>
              <a:t>\w \n³Znhyku\</a:t>
            </a:r>
            <a:r>
              <a:rPr lang="en-US" sz="2800" err="1">
                <a:latin typeface="ML-TTKarthika" panose="04000000000000000000" pitchFamily="82" charset="0"/>
              </a:rPr>
              <a:t>vZcyw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F¶mtamZamtIWta</a:t>
            </a:r>
            <a:endParaRPr lang="en-US" sz="2800">
              <a:latin typeface="ML-TTKarthika" panose="04000000000000000000" pitchFamily="8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255164-008A-63F7-2F85-28836A2174B0}"/>
              </a:ext>
            </a:extLst>
          </p:cNvPr>
          <p:cNvGrpSpPr/>
          <p:nvPr/>
        </p:nvGrpSpPr>
        <p:grpSpPr>
          <a:xfrm>
            <a:off x="7376160" y="3769999"/>
            <a:ext cx="480745" cy="643872"/>
            <a:chOff x="6170494" y="3714997"/>
            <a:chExt cx="480745" cy="64387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3F700-EE64-82B9-D720-8E42A1F882A2}"/>
              </a:ext>
            </a:extLst>
          </p:cNvPr>
          <p:cNvGrpSpPr/>
          <p:nvPr/>
        </p:nvGrpSpPr>
        <p:grpSpPr>
          <a:xfrm>
            <a:off x="8009096" y="1551809"/>
            <a:ext cx="480745" cy="643872"/>
            <a:chOff x="6170494" y="3714997"/>
            <a:chExt cx="480745" cy="643872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5092948-95A1-A07C-E570-1BBA64269FAF}"/>
                </a:ext>
              </a:extLst>
            </p:cNvPr>
            <p:cNvSpPr/>
            <p:nvPr/>
          </p:nvSpPr>
          <p:spPr>
            <a:xfrm>
              <a:off x="6170494" y="3714997"/>
              <a:ext cx="175304" cy="64387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561E1D-ABCC-82B6-6E13-D62030703091}"/>
                </a:ext>
              </a:extLst>
            </p:cNvPr>
            <p:cNvSpPr txBox="1"/>
            <p:nvPr/>
          </p:nvSpPr>
          <p:spPr>
            <a:xfrm>
              <a:off x="6345798" y="3852267"/>
              <a:ext cx="305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061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20529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238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7: 1 of </a:t>
            </a:r>
            <a:r>
              <a:rPr lang="en-SG" sz="1400">
                <a:solidFill>
                  <a:prstClr val="black"/>
                </a:solidFill>
                <a:latin typeface="Calibri" panose="020F0502020204030204"/>
              </a:rPr>
              <a:t>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440012" y="491253"/>
            <a:ext cx="826397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sangeetham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balam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aakunnu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jeevante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kireedam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enikku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tharunnu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mukhaththin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prakaasham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ha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ethra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madhuram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ha!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nallor-avakaasham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entethu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nishchayam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42049" y="2745181"/>
            <a:ext cx="70599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tbip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kwKoXw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_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BIp¶p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Xm³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Pohsâ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IncoSw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n¡p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Xcp¶p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X³ apJ¯n³ {]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Imiw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lm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F{X a[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pcw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lm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tÃmchImiw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FtâXp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nÝbw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34406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238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7: 2 of </a:t>
            </a:r>
            <a:r>
              <a:rPr lang="en-SG" sz="1400">
                <a:solidFill>
                  <a:prstClr val="black"/>
                </a:solidFill>
                <a:latin typeface="Calibri" panose="020F0502020204030204"/>
              </a:rPr>
              <a:t>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440012" y="491253"/>
            <a:ext cx="826397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sangeetham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balam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aakunnu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enikku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vipareetham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kayyezhuththu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krooshin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maayichchu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kalhanju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shathrutha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theerhthu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enikku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thurhannu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42049" y="2745181"/>
            <a:ext cx="70599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tbip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kwKoXw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_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BIp¶p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n¡p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coXw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Bb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ssIsbgp¯p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X³ {Iqin³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Xncp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càw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ambn¨p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Ifªp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XpX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XoÀ¯p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kzÀ¤w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n¡p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Xpd¶p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9173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238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7: 3 of </a:t>
            </a:r>
            <a:r>
              <a:rPr lang="en-SG" sz="1400">
                <a:solidFill>
                  <a:prstClr val="black"/>
                </a:solidFill>
                <a:latin typeface="Calibri" panose="020F0502020204030204"/>
              </a:rPr>
              <a:t>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440012" y="491253"/>
            <a:ext cx="826397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sangeetham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balam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aakunnu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hridayaththin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khedam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okke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theerhkkunnu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vazhiyil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prayaasam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njerukkam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sankadam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varumpolh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nallaashwaasam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yeshuvin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maarhvidam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42049" y="2745181"/>
            <a:ext cx="70599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tbip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kwKoXw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_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BIp¶p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F³ lrZb¯n³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tJZw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Hs¡ Xm³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XoÀ¡p¶p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hgnbnÂ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bmkw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sRcp¡w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k¦Sw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hcpt¼mÄ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Ãmizmkw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tbiphn³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amÀÆnSw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07920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238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7: 4 of </a:t>
            </a:r>
            <a:r>
              <a:rPr lang="en-SG" sz="1400">
                <a:solidFill>
                  <a:prstClr val="black"/>
                </a:solidFill>
                <a:latin typeface="Calibri" panose="020F0502020204030204"/>
              </a:rPr>
              <a:t>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440012" y="491253"/>
            <a:ext cx="826397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sangeetham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balam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aakunnu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nithya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kondu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snehikkunnu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thudangiya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vela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nivarhththikkum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krishnhamanhi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pole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kaaththukollhum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689467" y="2745181"/>
            <a:ext cx="77650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tbip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kwKoXw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_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BIp¶p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X³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lwsIm¬Sp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Fs¶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ln¡p¶p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Xm³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XpS§nb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the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nhÀ¯n¡pw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IrjvWaWn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t]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Fs¶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Im¯psImÅpw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23862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238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7: </a:t>
            </a:r>
            <a:r>
              <a:rPr lang="en-SG" sz="1400">
                <a:solidFill>
                  <a:prstClr val="black"/>
                </a:solidFill>
                <a:latin typeface="Calibri" panose="020F0502020204030204"/>
              </a:rPr>
              <a:t>5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</a:t>
            </a:r>
            <a:r>
              <a:rPr lang="en-SG" sz="1400">
                <a:solidFill>
                  <a:prstClr val="black"/>
                </a:solidFill>
                <a:latin typeface="Calibri" panose="020F0502020204030204"/>
              </a:rPr>
              <a:t>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440012" y="491253"/>
            <a:ext cx="826397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sangeetham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balam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aakunnu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varavu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sameepam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neram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pularunnu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divya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mahathwaththode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velhippetteedum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avanodu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koode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prakaashikkum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689467" y="2745181"/>
            <a:ext cx="77650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tbip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kwKoXw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_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BIp¶p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hchp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kao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]w t\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pecp¶p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Znhy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alXzt¯msS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Xm³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shfns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¸«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oSpw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Cu Rm\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paht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IqsS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Imin¡pw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3032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0345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8: 1 of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76040-E6E2-64DC-46C8-D347F8ACF9FF}"/>
              </a:ext>
            </a:extLst>
          </p:cNvPr>
          <p:cNvSpPr/>
          <p:nvPr/>
        </p:nvSpPr>
        <p:spPr>
          <a:xfrm>
            <a:off x="-1" y="491253"/>
            <a:ext cx="9143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kristhuvinte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ethra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madhuram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poornna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samaadhaanam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poornna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aanandam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ethrayo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visthaaram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ullorh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nadipol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varhnnhikkuvaan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aazham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navinilla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chol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adisthhaanam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kristhuvil-poorhnnha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samaadhaanam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undee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paarhayil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FB317-8DFA-79BE-651D-DB561F42D3B4}"/>
              </a:ext>
            </a:extLst>
          </p:cNvPr>
          <p:cNvSpPr/>
          <p:nvPr/>
        </p:nvSpPr>
        <p:spPr>
          <a:xfrm>
            <a:off x="0" y="2745181"/>
            <a:ext cx="9143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{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InkvXphnsâ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Zm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\w F{X a[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pcw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qÀ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®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[m\w 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qÀ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® B\\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vZw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F{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Xtbm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hnkvXmcw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DtÅmÀ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\Zn t]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hÀ®n¡phm³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Bgw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mhn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nÃ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sNmÂ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ASnØm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AXp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InkvXphnÂ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-]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qÀ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®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[m\w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D¬So¸mdbnÂ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32288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8: 2 of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76040-E6E2-64DC-46C8-D347F8ACF9FF}"/>
              </a:ext>
            </a:extLst>
          </p:cNvPr>
          <p:cNvSpPr/>
          <p:nvPr/>
        </p:nvSpPr>
        <p:spPr>
          <a:xfrm>
            <a:off x="-1" y="491253"/>
            <a:ext cx="9143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pandu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paapam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mana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saakshiye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kuththi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vilaapam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theerhnnathengane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vishwaasa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kannhu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nokki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krooshinmel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ellaam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theerhththu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annu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mmanuel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adisthhaanam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kristhuvil-poorhnnha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samaadhaanam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undee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paarhayil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FB317-8DFA-79BE-651D-DB561F42D3B4}"/>
              </a:ext>
            </a:extLst>
          </p:cNvPr>
          <p:cNvSpPr/>
          <p:nvPr/>
        </p:nvSpPr>
        <p:spPr>
          <a:xfrm>
            <a:off x="0" y="2745181"/>
            <a:ext cx="9143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]¬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]m]w a\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xkm£nsb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Ip¯n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Cu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hnem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XoÀ¶sX§s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\?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F³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hnizmk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¡®p t\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m¡n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Iqint·Â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FÃmw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XoÀ¯p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A¶p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C½m\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pthÂ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ASnØm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AXp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InkvXphnÂ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-]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qÀ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®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[m\w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D¬So¸mdbnÂ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362600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8: 3 of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76040-E6E2-64DC-46C8-D347F8ACF9FF}"/>
              </a:ext>
            </a:extLst>
          </p:cNvPr>
          <p:cNvSpPr/>
          <p:nvPr/>
        </p:nvSpPr>
        <p:spPr>
          <a:xfrm>
            <a:off x="-1" y="491253"/>
            <a:ext cx="9143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karththan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ullham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kaiyyil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marhanjirikke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peyin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soothram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muttum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verhuthe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mallan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aayudhangalh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ellaam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pottippom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illa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chanchalangalh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dhairyamo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paaram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adisthhaanam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kristhuvil-poorhnnha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samaadhaanam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undee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paarhayil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FB317-8DFA-79BE-651D-DB561F42D3B4}"/>
              </a:ext>
            </a:extLst>
          </p:cNvPr>
          <p:cNvSpPr/>
          <p:nvPr/>
        </p:nvSpPr>
        <p:spPr>
          <a:xfrm>
            <a:off x="0" y="2745181"/>
            <a:ext cx="9143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IÀ¯³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DÅw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ssIbnÂ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adªncns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¡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t]bn³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kq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{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apäpw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shdpsX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aÃ³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Bbp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[§Ä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FÃmw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s]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m«nt¸mw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CÃ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N©e§Ä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ss[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cytam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mcw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ASnØm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AXp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InkvXphnÂ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-]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qÀ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®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[m\w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D¬So¸mdbnÂ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74294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8: 4 of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76040-E6E2-64DC-46C8-D347F8ACF9FF}"/>
              </a:ext>
            </a:extLst>
          </p:cNvPr>
          <p:cNvSpPr/>
          <p:nvPr/>
        </p:nvSpPr>
        <p:spPr>
          <a:xfrm>
            <a:off x="-1" y="491253"/>
            <a:ext cx="9143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bhayam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samshayangalh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theere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neenguvaan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ethra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vaagdaththangalh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thannittundu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athil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vallhi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illaathaakumo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pokayillorh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pullhi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saaththaane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nee po</a:t>
            </a: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adisthhaanam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kristhuvil-poorhnnha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samaadhaanam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undee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paarhayil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FB317-8DFA-79BE-651D-DB561F42D3B4}"/>
              </a:ext>
            </a:extLst>
          </p:cNvPr>
          <p:cNvSpPr/>
          <p:nvPr/>
        </p:nvSpPr>
        <p:spPr>
          <a:xfrm>
            <a:off x="0" y="2745181"/>
            <a:ext cx="9143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`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kwib§Ä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Xosc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\o§phm³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F{X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hmKvZ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¯§Ä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X¶n«p¬Sp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Xm³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AXnÂ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Hcp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hÅn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CÃmXmIptam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?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mIbntÃmÀ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pÅn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km¯mt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\! \o t]m! </a:t>
            </a: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ASnØm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AXp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InkvXphnÂ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-]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qÀ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®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[m\w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D¬So¸mdbnÂ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64291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239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8: 5 of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76040-E6E2-64DC-46C8-D347F8ACF9FF}"/>
              </a:ext>
            </a:extLst>
          </p:cNvPr>
          <p:cNvSpPr/>
          <p:nvPr/>
        </p:nvSpPr>
        <p:spPr>
          <a:xfrm>
            <a:off x="-1" y="491253"/>
            <a:ext cx="9143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buddhimuttu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kashtam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peruki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vannaal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enikkenthu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nashtam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karhththavin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aal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swantham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raajyavum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enikkullha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amsham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athaaredukkum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?</a:t>
            </a: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adisthhaanam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kristhuvil-poorhnnha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samaadhaanam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undee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paarhayil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FB317-8DFA-79BE-651D-DB561F42D3B4}"/>
              </a:ext>
            </a:extLst>
          </p:cNvPr>
          <p:cNvSpPr/>
          <p:nvPr/>
        </p:nvSpPr>
        <p:spPr>
          <a:xfrm>
            <a:off x="0" y="2745181"/>
            <a:ext cx="9143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_p²nap«p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Iãw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s]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cpIn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h¶mÂ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F\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ns¡´p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ãw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Rm³ IÀ¯mhn³ BÄ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tbip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Xm³ F³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kz´w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cmPmhpw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lvl="2" defTabSz="68580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F\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n¡pÅ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Awiw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AXmscSp¡pw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?  </a:t>
            </a:r>
          </a:p>
          <a:p>
            <a:pPr defTabSz="685800"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ASnØm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AXp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InkvXphnÂ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-]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qÀ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®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kam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[m\w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D¬So¸mdbnÂ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203129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Holy Communion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36781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1740769" y="2112166"/>
            <a:ext cx="5662462" cy="91916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Closing Hymn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lang="en-US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Song No. 331</a:t>
            </a: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36" indent="-360036">
              <a:lnSpc>
                <a:spcPct val="115000"/>
              </a:lnSpc>
              <a:spcBef>
                <a:spcPts val="0"/>
              </a:spcBef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331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D7E497-16E3-4D0B-D67F-B0783CD0DB3A}"/>
              </a:ext>
            </a:extLst>
          </p:cNvPr>
          <p:cNvSpPr/>
          <p:nvPr/>
        </p:nvSpPr>
        <p:spPr>
          <a:xfrm>
            <a:off x="1967495" y="627593"/>
            <a:ext cx="520901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swargga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puthrare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yogya</a:t>
            </a:r>
            <a:r>
              <a:rPr lang="en-US" sz="3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sthothram</a:t>
            </a:r>
            <a:r>
              <a:rPr lang="en-US" sz="3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paaduvin</a:t>
            </a:r>
            <a:endParaRPr lang="en-US" sz="32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yaathrapokumpolh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yeshuvine</a:t>
            </a:r>
            <a:r>
              <a:rPr lang="en-US" sz="3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E09B5-E893-4800-2C09-D538794564EC}"/>
              </a:ext>
            </a:extLst>
          </p:cNvPr>
          <p:cNvSpPr txBox="1"/>
          <p:nvPr/>
        </p:nvSpPr>
        <p:spPr>
          <a:xfrm>
            <a:off x="2232828" y="2743200"/>
            <a:ext cx="4678344" cy="210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kzÀK</a:t>
            </a: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 </a:t>
            </a:r>
            <a:r>
              <a:rPr kumimoji="0" lang="en-SG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cmP</a:t>
            </a: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]p{</a:t>
            </a:r>
            <a:r>
              <a:rPr kumimoji="0" lang="en-SG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Xtc</a:t>
            </a: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,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tbmKykvtXm</a:t>
            </a: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{</a:t>
            </a:r>
            <a:r>
              <a:rPr kumimoji="0" lang="en-SG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Xw</a:t>
            </a: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 ]mSphn³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bm{X t]mIpt¼mÄ </a:t>
            </a:r>
            <a:r>
              <a:rPr kumimoji="0" lang="en-SG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Xt</a:t>
            </a: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¶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tbiphns</a:t>
            </a: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Kartika" panose="02020503030404060203" pitchFamily="18" charset="0"/>
              </a:rPr>
              <a:t>\ kvXpXn¸n³.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AC8B4-2EEA-43E2-9E53-E9E68E4002A0}"/>
              </a:ext>
            </a:extLst>
          </p:cNvPr>
          <p:cNvSpPr txBox="1"/>
          <p:nvPr/>
        </p:nvSpPr>
        <p:spPr>
          <a:xfrm>
            <a:off x="7320164" y="4835723"/>
            <a:ext cx="181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Closing: 1 of 1</a:t>
            </a:r>
          </a:p>
        </p:txBody>
      </p:sp>
    </p:spTree>
    <p:extLst>
      <p:ext uri="{BB962C8B-B14F-4D97-AF65-F5344CB8AC3E}">
        <p14:creationId xmlns:p14="http://schemas.microsoft.com/office/powerpoint/2010/main" val="225659871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7296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8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87</Slides>
  <Notes>0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87</vt:i4>
      </vt:variant>
    </vt:vector>
  </HeadingPairs>
  <TitlesOfParts>
    <vt:vector size="91" baseType="lpstr">
      <vt:lpstr>1_Office Theme</vt:lpstr>
      <vt:lpstr>7_Office Theme</vt:lpstr>
      <vt:lpstr>2_Office Theme</vt:lpstr>
      <vt:lpstr>8_Office Theme</vt:lpstr>
      <vt:lpstr>PowerPoint Presentation</vt:lpstr>
      <vt:lpstr>Opening Hymn - 40</vt:lpstr>
      <vt:lpstr>Opening Hymn - 40</vt:lpstr>
      <vt:lpstr>Opening Hymn - 40</vt:lpstr>
      <vt:lpstr>Opening Hymn - 40</vt:lpstr>
      <vt:lpstr>Opening Hymn - 40</vt:lpstr>
      <vt:lpstr>Opening Hymn - 40</vt:lpstr>
      <vt:lpstr>PowerPoint Presentation</vt:lpstr>
      <vt:lpstr>Thanksgiving Hymn – Thunha Neeye</vt:lpstr>
      <vt:lpstr>PowerPoint Presentation</vt:lpstr>
      <vt:lpstr>PowerPoint Presentation</vt:lpstr>
      <vt:lpstr>Offertory Hymn – 405 </vt:lpstr>
      <vt:lpstr>Offertory Hymn – 405 </vt:lpstr>
      <vt:lpstr>Offertory Hymn – 405 </vt:lpstr>
      <vt:lpstr>Offertory Hymn – 405 </vt:lpstr>
      <vt:lpstr>Offertory Hymn – 405 </vt:lpstr>
      <vt:lpstr>Offertory Hymn – 405 </vt:lpstr>
      <vt:lpstr>Offertory Hymn – 405 </vt:lpstr>
      <vt:lpstr>Offertory Hymn – 405 </vt:lpstr>
      <vt:lpstr>PowerPoint Presentation</vt:lpstr>
      <vt:lpstr>PowerPoint Presentation</vt:lpstr>
      <vt:lpstr>Confession Hymn</vt:lpstr>
      <vt:lpstr>Holy Communion – 143</vt:lpstr>
      <vt:lpstr>Holy Communion – 143</vt:lpstr>
      <vt:lpstr>Holy Communion – 143</vt:lpstr>
      <vt:lpstr>Holy Communion – 143</vt:lpstr>
      <vt:lpstr>Holy Communion – 143</vt:lpstr>
      <vt:lpstr>Holy Communion – 143</vt:lpstr>
      <vt:lpstr>Holy Communion – 143</vt:lpstr>
      <vt:lpstr>Holy Communion Hymn – Aazhangalh Thedunna Daivam</vt:lpstr>
      <vt:lpstr>Holy Communion Hymn – Aazhangalh Thedunna Daivam</vt:lpstr>
      <vt:lpstr>Holy Communion Hymn – Aazhangalh Thedunna Daivam</vt:lpstr>
      <vt:lpstr>Holy Communion Hymn – Aazhangalh Thedunna Daivam</vt:lpstr>
      <vt:lpstr>Holy Communion Hymn – Aazhangalh Thedunna Daivam</vt:lpstr>
      <vt:lpstr>Holy Communion Hymn – Aazhangalh Thedunna Daivam</vt:lpstr>
      <vt:lpstr>Holy Communion Hymn – Aazhangalh Thedunna Daivam</vt:lpstr>
      <vt:lpstr>Holy Communion Hymn – Aazhangalh Thedunna Daivam</vt:lpstr>
      <vt:lpstr>Holy Communion Hymn – Aazhangalh Thedunna Daivam</vt:lpstr>
      <vt:lpstr>Holy Communion Hymn – Aazhangalh Thedunna Daivam</vt:lpstr>
      <vt:lpstr>Holy Communion Hymn - 359</vt:lpstr>
      <vt:lpstr>Holy Communion Hymn – 359</vt:lpstr>
      <vt:lpstr>Holy Communion Hymn – 359</vt:lpstr>
      <vt:lpstr>Holy Communion Hymn – 359</vt:lpstr>
      <vt:lpstr>Holy Communion Hymn – 359</vt:lpstr>
      <vt:lpstr>Holy Communion Hymn – 359</vt:lpstr>
      <vt:lpstr>Holy Communion Hymn – Nandiyaal Ennullham</vt:lpstr>
      <vt:lpstr>Holy Communion Hymn – Nandiyaal Ennullham</vt:lpstr>
      <vt:lpstr>Holy Communion Hymn – Nandiyaal Ennullham</vt:lpstr>
      <vt:lpstr>Holy Communion Hymn – Nandiyaal Ennullham</vt:lpstr>
      <vt:lpstr>Holy Communion Hymn – Nandiyaal Ennullham</vt:lpstr>
      <vt:lpstr>Holy Communion Hymn – Nandiyaal Ennullham</vt:lpstr>
      <vt:lpstr>Holy Communion Hymn – Nandiyaal Ennullham</vt:lpstr>
      <vt:lpstr>Holy Communion Hymn - 201</vt:lpstr>
      <vt:lpstr>Holy Communion Hymn – 201</vt:lpstr>
      <vt:lpstr>Holy Communion Hymn – 201</vt:lpstr>
      <vt:lpstr>Holy Communion Hymn – 201</vt:lpstr>
      <vt:lpstr>Holy Communion Hymn – 201</vt:lpstr>
      <vt:lpstr>Holy Communion Hymn – 201</vt:lpstr>
      <vt:lpstr>Holy Communion Hymn - 402</vt:lpstr>
      <vt:lpstr>Holy Communion Hymn – 402</vt:lpstr>
      <vt:lpstr>Holy Communion Hymn – 402</vt:lpstr>
      <vt:lpstr>Holy Communion Hymn – 402</vt:lpstr>
      <vt:lpstr>Holy Communion Hymn – 402</vt:lpstr>
      <vt:lpstr>Holy Communion Hymn – 402</vt:lpstr>
      <vt:lpstr>Holy Communion Hymn – 402</vt:lpstr>
      <vt:lpstr>Holy Communion Hymn – 402</vt:lpstr>
      <vt:lpstr>Holy Communion Hymn – 402</vt:lpstr>
      <vt:lpstr>Holy Communion Hymn – 402</vt:lpstr>
      <vt:lpstr>Holy Communion Hymn – 402</vt:lpstr>
      <vt:lpstr>Holy Communion Hymn – 402</vt:lpstr>
      <vt:lpstr>Holy Communion Hymn – 402</vt:lpstr>
      <vt:lpstr>Holy Communion Hymn – 238</vt:lpstr>
      <vt:lpstr>Holy Communion Hymn – 238</vt:lpstr>
      <vt:lpstr>Holy Communion Hymn – 238</vt:lpstr>
      <vt:lpstr>Holy Communion Hymn – 238</vt:lpstr>
      <vt:lpstr>Holy Communion Hymn – 238</vt:lpstr>
      <vt:lpstr>Holy Communion Hymn – 238</vt:lpstr>
      <vt:lpstr>Holy Communion Hymn – 239</vt:lpstr>
      <vt:lpstr>Holy Communion Hymn – 239</vt:lpstr>
      <vt:lpstr>Holy Communion Hymn – 239</vt:lpstr>
      <vt:lpstr>Holy Communion Hymn – 239</vt:lpstr>
      <vt:lpstr>Holy Communion Hymn – 239</vt:lpstr>
      <vt:lpstr>Holy Communion Hymn – 239</vt:lpstr>
      <vt:lpstr>Holy Communion</vt:lpstr>
      <vt:lpstr>PowerPoint Presentation</vt:lpstr>
      <vt:lpstr>Closing Hymn – 331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2</cp:revision>
  <dcterms:created xsi:type="dcterms:W3CDTF">2020-09-02T02:55:07Z</dcterms:created>
  <dcterms:modified xsi:type="dcterms:W3CDTF">2025-04-19T02:10:53Z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