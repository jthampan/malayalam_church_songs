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3.xml" ContentType="application/vnd.openxmlformats-officedocument.theme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  <p:sldMasterId id="2147483763" r:id="rId2"/>
    <p:sldMasterId id="2147483810" r:id="rId3"/>
    <p:sldMasterId id="2147483823" r:id="rId4"/>
  </p:sldMasterIdLst>
  <p:notesMasterIdLst>
    <p:notesMasterId r:id="rId92"/>
  </p:notesMasterIdLst>
  <p:sldIdLst>
    <p:sldId id="1021" r:id="rId5"/>
    <p:sldId id="511" r:id="rId6"/>
    <p:sldId id="1980" r:id="rId7"/>
    <p:sldId id="2034" r:id="rId8"/>
    <p:sldId id="2035" r:id="rId9"/>
    <p:sldId id="2037" r:id="rId10"/>
    <p:sldId id="2038" r:id="rId11"/>
    <p:sldId id="2039" r:id="rId12"/>
    <p:sldId id="952" r:id="rId13"/>
    <p:sldId id="1543" r:id="rId14"/>
    <p:sldId id="1538" r:id="rId15"/>
    <p:sldId id="439" r:id="rId16"/>
    <p:sldId id="1545" r:id="rId17"/>
    <p:sldId id="1981" r:id="rId18"/>
    <p:sldId id="1982" r:id="rId19"/>
    <p:sldId id="2040" r:id="rId20"/>
    <p:sldId id="1983" r:id="rId21"/>
    <p:sldId id="2041" r:id="rId22"/>
    <p:sldId id="1984" r:id="rId23"/>
    <p:sldId id="2042" r:id="rId24"/>
    <p:sldId id="1175" r:id="rId25"/>
    <p:sldId id="633" r:id="rId26"/>
    <p:sldId id="1539" r:id="rId27"/>
    <p:sldId id="1888" r:id="rId28"/>
    <p:sldId id="1976" r:id="rId29"/>
    <p:sldId id="1564" r:id="rId30"/>
    <p:sldId id="1850" r:id="rId31"/>
    <p:sldId id="2043" r:id="rId32"/>
    <p:sldId id="2044" r:id="rId33"/>
    <p:sldId id="1918" r:id="rId34"/>
    <p:sldId id="1992" r:id="rId35"/>
    <p:sldId id="2045" r:id="rId36"/>
    <p:sldId id="2046" r:id="rId37"/>
    <p:sldId id="1959" r:id="rId38"/>
    <p:sldId id="1997" r:id="rId39"/>
    <p:sldId id="1998" r:id="rId40"/>
    <p:sldId id="2047" r:id="rId41"/>
    <p:sldId id="2048" r:id="rId42"/>
    <p:sldId id="2049" r:id="rId43"/>
    <p:sldId id="2050" r:id="rId44"/>
    <p:sldId id="2051" r:id="rId45"/>
    <p:sldId id="1968" r:id="rId46"/>
    <p:sldId id="1870" r:id="rId47"/>
    <p:sldId id="2052" r:id="rId48"/>
    <p:sldId id="2053" r:id="rId49"/>
    <p:sldId id="2054" r:id="rId50"/>
    <p:sldId id="2056" r:id="rId51"/>
    <p:sldId id="2055" r:id="rId52"/>
    <p:sldId id="2057" r:id="rId53"/>
    <p:sldId id="2058" r:id="rId54"/>
    <p:sldId id="2059" r:id="rId55"/>
    <p:sldId id="2060" r:id="rId56"/>
    <p:sldId id="1969" r:id="rId57"/>
    <p:sldId id="1838" r:id="rId58"/>
    <p:sldId id="2062" r:id="rId59"/>
    <p:sldId id="2063" r:id="rId60"/>
    <p:sldId id="1970" r:id="rId61"/>
    <p:sldId id="1038" r:id="rId62"/>
    <p:sldId id="1039" r:id="rId63"/>
    <p:sldId id="1040" r:id="rId64"/>
    <p:sldId id="1041" r:id="rId65"/>
    <p:sldId id="1042" r:id="rId66"/>
    <p:sldId id="1043" r:id="rId67"/>
    <p:sldId id="1044" r:id="rId68"/>
    <p:sldId id="1045" r:id="rId69"/>
    <p:sldId id="2064" r:id="rId70"/>
    <p:sldId id="1945" r:id="rId71"/>
    <p:sldId id="2024" r:id="rId72"/>
    <p:sldId id="2065" r:id="rId73"/>
    <p:sldId id="2066" r:id="rId74"/>
    <p:sldId id="2067" r:id="rId75"/>
    <p:sldId id="2068" r:id="rId76"/>
    <p:sldId id="2069" r:id="rId77"/>
    <p:sldId id="2070" r:id="rId78"/>
    <p:sldId id="2071" r:id="rId79"/>
    <p:sldId id="2072" r:id="rId80"/>
    <p:sldId id="2073" r:id="rId81"/>
    <p:sldId id="2074" r:id="rId82"/>
    <p:sldId id="2075" r:id="rId83"/>
    <p:sldId id="2076" r:id="rId84"/>
    <p:sldId id="2077" r:id="rId85"/>
    <p:sldId id="1972" r:id="rId86"/>
    <p:sldId id="1977" r:id="rId87"/>
    <p:sldId id="438" r:id="rId88"/>
    <p:sldId id="1444" r:id="rId89"/>
    <p:sldId id="1877" r:id="rId90"/>
    <p:sldId id="1978" r:id="rId91"/>
  </p:sldIdLst>
  <p:sldSz cx="9144000" cy="5143500" type="screen16x9"/>
  <p:notesSz cx="6858000" cy="9144000"/>
  <p:custDataLst>
    <p:tags r:id="rId93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C5DCF09-FC5E-8246-38A5-7BDD29DA3586}" name="Sherin Sarah Varghese" initials="SSV" userId="dc22cf68baf02303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iti samuel" initials="as" lastIdx="1" clrIdx="0">
    <p:extLst>
      <p:ext uri="{19B8F6BF-5375-455C-9EA6-DF929625EA0E}">
        <p15:presenceInfo xmlns:p15="http://schemas.microsoft.com/office/powerpoint/2012/main" userId="810fea6f6deeb52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D3D3"/>
    <a:srgbClr val="FAF5F0"/>
    <a:srgbClr val="D1CDC4"/>
    <a:srgbClr val="A78B86"/>
    <a:srgbClr val="FFD9C8"/>
    <a:srgbClr val="C09C6F"/>
    <a:srgbClr val="AACDE2"/>
    <a:srgbClr val="7E5F73"/>
    <a:srgbClr val="800000"/>
    <a:srgbClr val="B381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0C4595B-EA55-4BFD-8813-425C14904D0B}" v="54" dt="2024-11-09T06:31:30.99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488" autoAdjust="0"/>
    <p:restoredTop sz="94660"/>
  </p:normalViewPr>
  <p:slideViewPr>
    <p:cSldViewPr snapToGrid="0">
      <p:cViewPr varScale="1">
        <p:scale>
          <a:sx n="141" d="100"/>
          <a:sy n="141" d="100"/>
        </p:scale>
        <p:origin x="522" y="15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76" Type="http://schemas.openxmlformats.org/officeDocument/2006/relationships/slide" Target="slides/slide72.xml"/><Relationship Id="rId84" Type="http://schemas.openxmlformats.org/officeDocument/2006/relationships/slide" Target="slides/slide80.xml"/><Relationship Id="rId89" Type="http://schemas.openxmlformats.org/officeDocument/2006/relationships/slide" Target="slides/slide85.xml"/><Relationship Id="rId97" Type="http://schemas.openxmlformats.org/officeDocument/2006/relationships/theme" Target="theme/theme1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87" Type="http://schemas.openxmlformats.org/officeDocument/2006/relationships/slide" Target="slides/slide83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90" Type="http://schemas.openxmlformats.org/officeDocument/2006/relationships/slide" Target="slides/slide86.xml"/><Relationship Id="rId95" Type="http://schemas.openxmlformats.org/officeDocument/2006/relationships/presProps" Target="presProps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slide" Target="slides/slide73.xml"/><Relationship Id="rId100" Type="http://schemas.microsoft.com/office/2015/10/relationships/revisionInfo" Target="revisionInfo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93" Type="http://schemas.openxmlformats.org/officeDocument/2006/relationships/tags" Target="tags/tag1.xml"/><Relationship Id="rId9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91" Type="http://schemas.openxmlformats.org/officeDocument/2006/relationships/slide" Target="slides/slide87.xml"/><Relationship Id="rId9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94" Type="http://schemas.openxmlformats.org/officeDocument/2006/relationships/commentAuthors" Target="commentAuthors.xml"/><Relationship Id="rId99" Type="http://schemas.microsoft.com/office/2016/11/relationships/changesInfo" Target="changesInfos/changesInfo1.xml"/><Relationship Id="rId101" Type="http://schemas.microsoft.com/office/2018/10/relationships/authors" Target="author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orge Stephen, Reuben" userId="f36fcdba-2387-45bd-94a7-0c45a8a9ccec" providerId="ADAL" clId="{80C4595B-EA55-4BFD-8813-425C14904D0B}"/>
    <pc:docChg chg="undo custSel addSld delSld modSld delMainMaster">
      <pc:chgData name="George Stephen, Reuben" userId="f36fcdba-2387-45bd-94a7-0c45a8a9ccec" providerId="ADAL" clId="{80C4595B-EA55-4BFD-8813-425C14904D0B}" dt="2024-11-09T06:31:36.718" v="5517" actId="1076"/>
      <pc:docMkLst>
        <pc:docMk/>
      </pc:docMkLst>
      <pc:sldChg chg="del">
        <pc:chgData name="George Stephen, Reuben" userId="f36fcdba-2387-45bd-94a7-0c45a8a9ccec" providerId="ADAL" clId="{80C4595B-EA55-4BFD-8813-425C14904D0B}" dt="2024-11-08T23:15:34.283" v="5355" actId="47"/>
        <pc:sldMkLst>
          <pc:docMk/>
          <pc:sldMk cId="2008711156" sldId="436"/>
        </pc:sldMkLst>
      </pc:sldChg>
      <pc:sldChg chg="modSp mod">
        <pc:chgData name="George Stephen, Reuben" userId="f36fcdba-2387-45bd-94a7-0c45a8a9ccec" providerId="ADAL" clId="{80C4595B-EA55-4BFD-8813-425C14904D0B}" dt="2024-11-07T04:48:00.495" v="1199" actId="20577"/>
        <pc:sldMkLst>
          <pc:docMk/>
          <pc:sldMk cId="3749989706" sldId="439"/>
        </pc:sldMkLst>
        <pc:spChg chg="mod">
          <ac:chgData name="George Stephen, Reuben" userId="f36fcdba-2387-45bd-94a7-0c45a8a9ccec" providerId="ADAL" clId="{80C4595B-EA55-4BFD-8813-425C14904D0B}" dt="2024-11-07T04:48:00.495" v="1199" actId="20577"/>
          <ac:spMkLst>
            <pc:docMk/>
            <pc:sldMk cId="3749989706" sldId="439"/>
            <ac:spMk id="4" creationId="{24B59398-515B-40E4-9922-357DB2AB5477}"/>
          </ac:spMkLst>
        </pc:spChg>
      </pc:sldChg>
      <pc:sldChg chg="del">
        <pc:chgData name="George Stephen, Reuben" userId="f36fcdba-2387-45bd-94a7-0c45a8a9ccec" providerId="ADAL" clId="{80C4595B-EA55-4BFD-8813-425C14904D0B}" dt="2024-11-07T04:43:41.808" v="974" actId="47"/>
        <pc:sldMkLst>
          <pc:docMk/>
          <pc:sldMk cId="3531029098" sldId="464"/>
        </pc:sldMkLst>
      </pc:sldChg>
      <pc:sldChg chg="del">
        <pc:chgData name="George Stephen, Reuben" userId="f36fcdba-2387-45bd-94a7-0c45a8a9ccec" providerId="ADAL" clId="{80C4595B-EA55-4BFD-8813-425C14904D0B}" dt="2024-11-07T04:43:53.646" v="976" actId="47"/>
        <pc:sldMkLst>
          <pc:docMk/>
          <pc:sldMk cId="1182298880" sldId="472"/>
        </pc:sldMkLst>
      </pc:sldChg>
      <pc:sldChg chg="modSp mod">
        <pc:chgData name="George Stephen, Reuben" userId="f36fcdba-2387-45bd-94a7-0c45a8a9ccec" providerId="ADAL" clId="{80C4595B-EA55-4BFD-8813-425C14904D0B}" dt="2024-11-07T04:28:36.714" v="750" actId="20577"/>
        <pc:sldMkLst>
          <pc:docMk/>
          <pc:sldMk cId="2329691217" sldId="511"/>
        </pc:sldMkLst>
        <pc:spChg chg="mod">
          <ac:chgData name="George Stephen, Reuben" userId="f36fcdba-2387-45bd-94a7-0c45a8a9ccec" providerId="ADAL" clId="{80C4595B-EA55-4BFD-8813-425C14904D0B}" dt="2024-11-07T04:28:36.714" v="750" actId="20577"/>
          <ac:spMkLst>
            <pc:docMk/>
            <pc:sldMk cId="2329691217" sldId="511"/>
            <ac:spMk id="2" creationId="{A310C7A2-B140-7C31-BCBA-76CAF5F59BEF}"/>
          </ac:spMkLst>
        </pc:spChg>
      </pc:sldChg>
      <pc:sldChg chg="del">
        <pc:chgData name="George Stephen, Reuben" userId="f36fcdba-2387-45bd-94a7-0c45a8a9ccec" providerId="ADAL" clId="{80C4595B-EA55-4BFD-8813-425C14904D0B}" dt="2024-11-08T23:07:21.786" v="5239" actId="47"/>
        <pc:sldMkLst>
          <pc:docMk/>
          <pc:sldMk cId="2432101514" sldId="622"/>
        </pc:sldMkLst>
      </pc:sldChg>
      <pc:sldChg chg="delSp modSp add mod">
        <pc:chgData name="George Stephen, Reuben" userId="f36fcdba-2387-45bd-94a7-0c45a8a9ccec" providerId="ADAL" clId="{80C4595B-EA55-4BFD-8813-425C14904D0B}" dt="2024-11-08T08:03:58.131" v="3609" actId="478"/>
        <pc:sldMkLst>
          <pc:docMk/>
          <pc:sldMk cId="2847482831" sldId="1038"/>
        </pc:sldMkLst>
        <pc:spChg chg="mod">
          <ac:chgData name="George Stephen, Reuben" userId="f36fcdba-2387-45bd-94a7-0c45a8a9ccec" providerId="ADAL" clId="{80C4595B-EA55-4BFD-8813-425C14904D0B}" dt="2024-11-08T07:56:57.194" v="3606" actId="20577"/>
          <ac:spMkLst>
            <pc:docMk/>
            <pc:sldMk cId="2847482831" sldId="1038"/>
            <ac:spMk id="9" creationId="{00000000-0000-0000-0000-000000000000}"/>
          </ac:spMkLst>
        </pc:spChg>
        <pc:grpChg chg="mod">
          <ac:chgData name="George Stephen, Reuben" userId="f36fcdba-2387-45bd-94a7-0c45a8a9ccec" providerId="ADAL" clId="{80C4595B-EA55-4BFD-8813-425C14904D0B}" dt="2024-11-08T07:57:01.496" v="3607" actId="1076"/>
          <ac:grpSpMkLst>
            <pc:docMk/>
            <pc:sldMk cId="2847482831" sldId="1038"/>
            <ac:grpSpMk id="11" creationId="{F7959E6A-EBB4-44E3-9958-EF239E427B40}"/>
          </ac:grpSpMkLst>
        </pc:grpChg>
        <pc:picChg chg="del">
          <ac:chgData name="George Stephen, Reuben" userId="f36fcdba-2387-45bd-94a7-0c45a8a9ccec" providerId="ADAL" clId="{80C4595B-EA55-4BFD-8813-425C14904D0B}" dt="2024-11-08T08:03:58.131" v="3609" actId="478"/>
          <ac:picMkLst>
            <pc:docMk/>
            <pc:sldMk cId="2847482831" sldId="1038"/>
            <ac:picMk id="17" creationId="{00000000-0000-0000-0000-000000000000}"/>
          </ac:picMkLst>
        </pc:picChg>
      </pc:sldChg>
      <pc:sldChg chg="modSp add mod">
        <pc:chgData name="George Stephen, Reuben" userId="f36fcdba-2387-45bd-94a7-0c45a8a9ccec" providerId="ADAL" clId="{80C4595B-EA55-4BFD-8813-425C14904D0B}" dt="2024-11-08T08:07:07.798" v="3651" actId="1076"/>
        <pc:sldMkLst>
          <pc:docMk/>
          <pc:sldMk cId="1898888641" sldId="1039"/>
        </pc:sldMkLst>
        <pc:spChg chg="mod">
          <ac:chgData name="George Stephen, Reuben" userId="f36fcdba-2387-45bd-94a7-0c45a8a9ccec" providerId="ADAL" clId="{80C4595B-EA55-4BFD-8813-425C14904D0B}" dt="2024-11-08T08:06:46.204" v="3645" actId="12788"/>
          <ac:spMkLst>
            <pc:docMk/>
            <pc:sldMk cId="1898888641" sldId="1039"/>
            <ac:spMk id="6" creationId="{00000000-0000-0000-0000-000000000000}"/>
          </ac:spMkLst>
        </pc:spChg>
        <pc:spChg chg="mod">
          <ac:chgData name="George Stephen, Reuben" userId="f36fcdba-2387-45bd-94a7-0c45a8a9ccec" providerId="ADAL" clId="{80C4595B-EA55-4BFD-8813-425C14904D0B}" dt="2024-11-08T08:07:03.622" v="3650" actId="1076"/>
          <ac:spMkLst>
            <pc:docMk/>
            <pc:sldMk cId="1898888641" sldId="1039"/>
            <ac:spMk id="9" creationId="{00000000-0000-0000-0000-000000000000}"/>
          </ac:spMkLst>
        </pc:spChg>
        <pc:grpChg chg="mod">
          <ac:chgData name="George Stephen, Reuben" userId="f36fcdba-2387-45bd-94a7-0c45a8a9ccec" providerId="ADAL" clId="{80C4595B-EA55-4BFD-8813-425C14904D0B}" dt="2024-11-08T08:06:49.657" v="3646" actId="1076"/>
          <ac:grpSpMkLst>
            <pc:docMk/>
            <pc:sldMk cId="1898888641" sldId="1039"/>
            <ac:grpSpMk id="10" creationId="{F7959E6A-EBB4-44E3-9958-EF239E427B40}"/>
          </ac:grpSpMkLst>
        </pc:grpChg>
        <pc:grpChg chg="mod">
          <ac:chgData name="George Stephen, Reuben" userId="f36fcdba-2387-45bd-94a7-0c45a8a9ccec" providerId="ADAL" clId="{80C4595B-EA55-4BFD-8813-425C14904D0B}" dt="2024-11-08T08:07:07.798" v="3651" actId="1076"/>
          <ac:grpSpMkLst>
            <pc:docMk/>
            <pc:sldMk cId="1898888641" sldId="1039"/>
            <ac:grpSpMk id="13" creationId="{C0D1A963-D368-4258-8AAC-BB9B7B94E56C}"/>
          </ac:grpSpMkLst>
        </pc:grpChg>
      </pc:sldChg>
      <pc:sldChg chg="modSp add mod">
        <pc:chgData name="George Stephen, Reuben" userId="f36fcdba-2387-45bd-94a7-0c45a8a9ccec" providerId="ADAL" clId="{80C4595B-EA55-4BFD-8813-425C14904D0B}" dt="2024-11-08T08:06:30.573" v="3641" actId="20577"/>
        <pc:sldMkLst>
          <pc:docMk/>
          <pc:sldMk cId="1758351710" sldId="1040"/>
        </pc:sldMkLst>
        <pc:spChg chg="mod">
          <ac:chgData name="George Stephen, Reuben" userId="f36fcdba-2387-45bd-94a7-0c45a8a9ccec" providerId="ADAL" clId="{80C4595B-EA55-4BFD-8813-425C14904D0B}" dt="2024-11-08T08:06:30.573" v="3641" actId="20577"/>
          <ac:spMkLst>
            <pc:docMk/>
            <pc:sldMk cId="1758351710" sldId="1040"/>
            <ac:spMk id="6" creationId="{00000000-0000-0000-0000-000000000000}"/>
          </ac:spMkLst>
        </pc:spChg>
        <pc:spChg chg="mod">
          <ac:chgData name="George Stephen, Reuben" userId="f36fcdba-2387-45bd-94a7-0c45a8a9ccec" providerId="ADAL" clId="{80C4595B-EA55-4BFD-8813-425C14904D0B}" dt="2024-11-08T08:06:18.731" v="3640" actId="12788"/>
          <ac:spMkLst>
            <pc:docMk/>
            <pc:sldMk cId="1758351710" sldId="1040"/>
            <ac:spMk id="9" creationId="{00000000-0000-0000-0000-000000000000}"/>
          </ac:spMkLst>
        </pc:spChg>
        <pc:grpChg chg="mod">
          <ac:chgData name="George Stephen, Reuben" userId="f36fcdba-2387-45bd-94a7-0c45a8a9ccec" providerId="ADAL" clId="{80C4595B-EA55-4BFD-8813-425C14904D0B}" dt="2024-11-08T08:06:12.960" v="3638" actId="1076"/>
          <ac:grpSpMkLst>
            <pc:docMk/>
            <pc:sldMk cId="1758351710" sldId="1040"/>
            <ac:grpSpMk id="10" creationId="{F7959E6A-EBB4-44E3-9958-EF239E427B40}"/>
          </ac:grpSpMkLst>
        </pc:grpChg>
      </pc:sldChg>
      <pc:sldChg chg="modSp add mod">
        <pc:chgData name="George Stephen, Reuben" userId="f36fcdba-2387-45bd-94a7-0c45a8a9ccec" providerId="ADAL" clId="{80C4595B-EA55-4BFD-8813-425C14904D0B}" dt="2024-11-08T08:05:51.642" v="3633" actId="12788"/>
        <pc:sldMkLst>
          <pc:docMk/>
          <pc:sldMk cId="3928255769" sldId="1041"/>
        </pc:sldMkLst>
        <pc:spChg chg="mod">
          <ac:chgData name="George Stephen, Reuben" userId="f36fcdba-2387-45bd-94a7-0c45a8a9ccec" providerId="ADAL" clId="{80C4595B-EA55-4BFD-8813-425C14904D0B}" dt="2024-11-08T08:05:42.481" v="3630" actId="12788"/>
          <ac:spMkLst>
            <pc:docMk/>
            <pc:sldMk cId="3928255769" sldId="1041"/>
            <ac:spMk id="6" creationId="{00000000-0000-0000-0000-000000000000}"/>
          </ac:spMkLst>
        </pc:spChg>
        <pc:spChg chg="mod">
          <ac:chgData name="George Stephen, Reuben" userId="f36fcdba-2387-45bd-94a7-0c45a8a9ccec" providerId="ADAL" clId="{80C4595B-EA55-4BFD-8813-425C14904D0B}" dt="2024-11-08T08:05:51.642" v="3633" actId="12788"/>
          <ac:spMkLst>
            <pc:docMk/>
            <pc:sldMk cId="3928255769" sldId="1041"/>
            <ac:spMk id="9" creationId="{00000000-0000-0000-0000-000000000000}"/>
          </ac:spMkLst>
        </pc:spChg>
        <pc:grpChg chg="mod">
          <ac:chgData name="George Stephen, Reuben" userId="f36fcdba-2387-45bd-94a7-0c45a8a9ccec" providerId="ADAL" clId="{80C4595B-EA55-4BFD-8813-425C14904D0B}" dt="2024-11-08T08:05:46.250" v="3631" actId="1076"/>
          <ac:grpSpMkLst>
            <pc:docMk/>
            <pc:sldMk cId="3928255769" sldId="1041"/>
            <ac:grpSpMk id="10" creationId="{F7959E6A-EBB4-44E3-9958-EF239E427B40}"/>
          </ac:grpSpMkLst>
        </pc:grpChg>
      </pc:sldChg>
      <pc:sldChg chg="modSp add mod">
        <pc:chgData name="George Stephen, Reuben" userId="f36fcdba-2387-45bd-94a7-0c45a8a9ccec" providerId="ADAL" clId="{80C4595B-EA55-4BFD-8813-425C14904D0B}" dt="2024-11-08T22:32:05.833" v="3661" actId="1076"/>
        <pc:sldMkLst>
          <pc:docMk/>
          <pc:sldMk cId="3884529492" sldId="1042"/>
        </pc:sldMkLst>
        <pc:spChg chg="mod">
          <ac:chgData name="George Stephen, Reuben" userId="f36fcdba-2387-45bd-94a7-0c45a8a9ccec" providerId="ADAL" clId="{80C4595B-EA55-4BFD-8813-425C14904D0B}" dt="2024-11-08T22:32:00.809" v="3660" actId="12788"/>
          <ac:spMkLst>
            <pc:docMk/>
            <pc:sldMk cId="3884529492" sldId="1042"/>
            <ac:spMk id="6" creationId="{00000000-0000-0000-0000-000000000000}"/>
          </ac:spMkLst>
        </pc:spChg>
        <pc:spChg chg="mod">
          <ac:chgData name="George Stephen, Reuben" userId="f36fcdba-2387-45bd-94a7-0c45a8a9ccec" providerId="ADAL" clId="{80C4595B-EA55-4BFD-8813-425C14904D0B}" dt="2024-11-08T08:05:08.457" v="3622" actId="1076"/>
          <ac:spMkLst>
            <pc:docMk/>
            <pc:sldMk cId="3884529492" sldId="1042"/>
            <ac:spMk id="9" creationId="{00000000-0000-0000-0000-000000000000}"/>
          </ac:spMkLst>
        </pc:spChg>
        <pc:grpChg chg="mod">
          <ac:chgData name="George Stephen, Reuben" userId="f36fcdba-2387-45bd-94a7-0c45a8a9ccec" providerId="ADAL" clId="{80C4595B-EA55-4BFD-8813-425C14904D0B}" dt="2024-11-08T22:32:05.833" v="3661" actId="1076"/>
          <ac:grpSpMkLst>
            <pc:docMk/>
            <pc:sldMk cId="3884529492" sldId="1042"/>
            <ac:grpSpMk id="10" creationId="{F7959E6A-EBB4-44E3-9958-EF239E427B40}"/>
          </ac:grpSpMkLst>
        </pc:grpChg>
        <pc:grpChg chg="mod">
          <ac:chgData name="George Stephen, Reuben" userId="f36fcdba-2387-45bd-94a7-0c45a8a9ccec" providerId="ADAL" clId="{80C4595B-EA55-4BFD-8813-425C14904D0B}" dt="2024-11-08T08:05:11.226" v="3623" actId="1076"/>
          <ac:grpSpMkLst>
            <pc:docMk/>
            <pc:sldMk cId="3884529492" sldId="1042"/>
            <ac:grpSpMk id="13" creationId="{C0D1A963-D368-4258-8AAC-BB9B7B94E56C}"/>
          </ac:grpSpMkLst>
        </pc:grpChg>
      </pc:sldChg>
      <pc:sldChg chg="modSp add mod">
        <pc:chgData name="George Stephen, Reuben" userId="f36fcdba-2387-45bd-94a7-0c45a8a9ccec" providerId="ADAL" clId="{80C4595B-EA55-4BFD-8813-425C14904D0B}" dt="2024-11-08T22:32:46.532" v="3671" actId="1076"/>
        <pc:sldMkLst>
          <pc:docMk/>
          <pc:sldMk cId="3578909442" sldId="1043"/>
        </pc:sldMkLst>
        <pc:spChg chg="mod">
          <ac:chgData name="George Stephen, Reuben" userId="f36fcdba-2387-45bd-94a7-0c45a8a9ccec" providerId="ADAL" clId="{80C4595B-EA55-4BFD-8813-425C14904D0B}" dt="2024-11-08T22:32:34.690" v="3667" actId="12788"/>
          <ac:spMkLst>
            <pc:docMk/>
            <pc:sldMk cId="3578909442" sldId="1043"/>
            <ac:spMk id="6" creationId="{00000000-0000-0000-0000-000000000000}"/>
          </ac:spMkLst>
        </pc:spChg>
        <pc:spChg chg="mod">
          <ac:chgData name="George Stephen, Reuben" userId="f36fcdba-2387-45bd-94a7-0c45a8a9ccec" providerId="ADAL" clId="{80C4595B-EA55-4BFD-8813-425C14904D0B}" dt="2024-11-08T22:32:42.114" v="3670" actId="12788"/>
          <ac:spMkLst>
            <pc:docMk/>
            <pc:sldMk cId="3578909442" sldId="1043"/>
            <ac:spMk id="9" creationId="{00000000-0000-0000-0000-000000000000}"/>
          </ac:spMkLst>
        </pc:spChg>
        <pc:grpChg chg="mod">
          <ac:chgData name="George Stephen, Reuben" userId="f36fcdba-2387-45bd-94a7-0c45a8a9ccec" providerId="ADAL" clId="{80C4595B-EA55-4BFD-8813-425C14904D0B}" dt="2024-11-08T22:32:22.677" v="3663" actId="1076"/>
          <ac:grpSpMkLst>
            <pc:docMk/>
            <pc:sldMk cId="3578909442" sldId="1043"/>
            <ac:grpSpMk id="10" creationId="{F7959E6A-EBB4-44E3-9958-EF239E427B40}"/>
          </ac:grpSpMkLst>
        </pc:grpChg>
        <pc:grpChg chg="mod">
          <ac:chgData name="George Stephen, Reuben" userId="f36fcdba-2387-45bd-94a7-0c45a8a9ccec" providerId="ADAL" clId="{80C4595B-EA55-4BFD-8813-425C14904D0B}" dt="2024-11-08T22:32:46.532" v="3671" actId="1076"/>
          <ac:grpSpMkLst>
            <pc:docMk/>
            <pc:sldMk cId="3578909442" sldId="1043"/>
            <ac:grpSpMk id="13" creationId="{C0D1A963-D368-4258-8AAC-BB9B7B94E56C}"/>
          </ac:grpSpMkLst>
        </pc:grpChg>
      </pc:sldChg>
      <pc:sldChg chg="modSp add mod">
        <pc:chgData name="George Stephen, Reuben" userId="f36fcdba-2387-45bd-94a7-0c45a8a9ccec" providerId="ADAL" clId="{80C4595B-EA55-4BFD-8813-425C14904D0B}" dt="2024-11-08T22:33:48.911" v="3688" actId="20577"/>
        <pc:sldMkLst>
          <pc:docMk/>
          <pc:sldMk cId="3730752603" sldId="1044"/>
        </pc:sldMkLst>
        <pc:spChg chg="mod">
          <ac:chgData name="George Stephen, Reuben" userId="f36fcdba-2387-45bd-94a7-0c45a8a9ccec" providerId="ADAL" clId="{80C4595B-EA55-4BFD-8813-425C14904D0B}" dt="2024-11-08T22:33:48.911" v="3688" actId="20577"/>
          <ac:spMkLst>
            <pc:docMk/>
            <pc:sldMk cId="3730752603" sldId="1044"/>
            <ac:spMk id="6" creationId="{00000000-0000-0000-0000-000000000000}"/>
          </ac:spMkLst>
        </pc:spChg>
        <pc:spChg chg="mod">
          <ac:chgData name="George Stephen, Reuben" userId="f36fcdba-2387-45bd-94a7-0c45a8a9ccec" providerId="ADAL" clId="{80C4595B-EA55-4BFD-8813-425C14904D0B}" dt="2024-11-08T22:33:05.260" v="3677" actId="12788"/>
          <ac:spMkLst>
            <pc:docMk/>
            <pc:sldMk cId="3730752603" sldId="1044"/>
            <ac:spMk id="9" creationId="{00000000-0000-0000-0000-000000000000}"/>
          </ac:spMkLst>
        </pc:spChg>
        <pc:grpChg chg="mod">
          <ac:chgData name="George Stephen, Reuben" userId="f36fcdba-2387-45bd-94a7-0c45a8a9ccec" providerId="ADAL" clId="{80C4595B-EA55-4BFD-8813-425C14904D0B}" dt="2024-11-08T22:33:34.192" v="3684" actId="1076"/>
          <ac:grpSpMkLst>
            <pc:docMk/>
            <pc:sldMk cId="3730752603" sldId="1044"/>
            <ac:grpSpMk id="10" creationId="{F7959E6A-EBB4-44E3-9958-EF239E427B40}"/>
          </ac:grpSpMkLst>
        </pc:grpChg>
        <pc:grpChg chg="mod">
          <ac:chgData name="George Stephen, Reuben" userId="f36fcdba-2387-45bd-94a7-0c45a8a9ccec" providerId="ADAL" clId="{80C4595B-EA55-4BFD-8813-425C14904D0B}" dt="2024-11-08T22:33:37.701" v="3685" actId="1076"/>
          <ac:grpSpMkLst>
            <pc:docMk/>
            <pc:sldMk cId="3730752603" sldId="1044"/>
            <ac:grpSpMk id="13" creationId="{C0D1A963-D368-4258-8AAC-BB9B7B94E56C}"/>
          </ac:grpSpMkLst>
        </pc:grpChg>
      </pc:sldChg>
      <pc:sldChg chg="modSp add mod">
        <pc:chgData name="George Stephen, Reuben" userId="f36fcdba-2387-45bd-94a7-0c45a8a9ccec" providerId="ADAL" clId="{80C4595B-EA55-4BFD-8813-425C14904D0B}" dt="2024-11-08T22:35:05.901" v="3702" actId="12788"/>
        <pc:sldMkLst>
          <pc:docMk/>
          <pc:sldMk cId="1712512716" sldId="1045"/>
        </pc:sldMkLst>
        <pc:spChg chg="mod">
          <ac:chgData name="George Stephen, Reuben" userId="f36fcdba-2387-45bd-94a7-0c45a8a9ccec" providerId="ADAL" clId="{80C4595B-EA55-4BFD-8813-425C14904D0B}" dt="2024-11-08T22:35:05.901" v="3702" actId="12788"/>
          <ac:spMkLst>
            <pc:docMk/>
            <pc:sldMk cId="1712512716" sldId="1045"/>
            <ac:spMk id="6" creationId="{00000000-0000-0000-0000-000000000000}"/>
          </ac:spMkLst>
        </pc:spChg>
        <pc:spChg chg="mod">
          <ac:chgData name="George Stephen, Reuben" userId="f36fcdba-2387-45bd-94a7-0c45a8a9ccec" providerId="ADAL" clId="{80C4595B-EA55-4BFD-8813-425C14904D0B}" dt="2024-11-08T22:34:27.797" v="3695" actId="1076"/>
          <ac:spMkLst>
            <pc:docMk/>
            <pc:sldMk cId="1712512716" sldId="1045"/>
            <ac:spMk id="9" creationId="{00000000-0000-0000-0000-000000000000}"/>
          </ac:spMkLst>
        </pc:spChg>
        <pc:grpChg chg="mod">
          <ac:chgData name="George Stephen, Reuben" userId="f36fcdba-2387-45bd-94a7-0c45a8a9ccec" providerId="ADAL" clId="{80C4595B-EA55-4BFD-8813-425C14904D0B}" dt="2024-11-08T22:34:44.038" v="3697" actId="1076"/>
          <ac:grpSpMkLst>
            <pc:docMk/>
            <pc:sldMk cId="1712512716" sldId="1045"/>
            <ac:grpSpMk id="10" creationId="{F7959E6A-EBB4-44E3-9958-EF239E427B40}"/>
          </ac:grpSpMkLst>
        </pc:grpChg>
        <pc:grpChg chg="mod">
          <ac:chgData name="George Stephen, Reuben" userId="f36fcdba-2387-45bd-94a7-0c45a8a9ccec" providerId="ADAL" clId="{80C4595B-EA55-4BFD-8813-425C14904D0B}" dt="2024-11-08T22:34:37.922" v="3696" actId="1076"/>
          <ac:grpSpMkLst>
            <pc:docMk/>
            <pc:sldMk cId="1712512716" sldId="1045"/>
            <ac:grpSpMk id="13" creationId="{C0D1A963-D368-4258-8AAC-BB9B7B94E56C}"/>
          </ac:grpSpMkLst>
        </pc:grpChg>
      </pc:sldChg>
      <pc:sldChg chg="del">
        <pc:chgData name="George Stephen, Reuben" userId="f36fcdba-2387-45bd-94a7-0c45a8a9ccec" providerId="ADAL" clId="{80C4595B-EA55-4BFD-8813-425C14904D0B}" dt="2024-11-07T04:43:47.150" v="975" actId="47"/>
        <pc:sldMkLst>
          <pc:docMk/>
          <pc:sldMk cId="2393793313" sldId="1255"/>
        </pc:sldMkLst>
      </pc:sldChg>
      <pc:sldChg chg="del">
        <pc:chgData name="George Stephen, Reuben" userId="f36fcdba-2387-45bd-94a7-0c45a8a9ccec" providerId="ADAL" clId="{80C4595B-EA55-4BFD-8813-425C14904D0B}" dt="2024-11-07T04:43:58.107" v="977" actId="47"/>
        <pc:sldMkLst>
          <pc:docMk/>
          <pc:sldMk cId="1808508771" sldId="1256"/>
        </pc:sldMkLst>
      </pc:sldChg>
      <pc:sldChg chg="del">
        <pc:chgData name="George Stephen, Reuben" userId="f36fcdba-2387-45bd-94a7-0c45a8a9ccec" providerId="ADAL" clId="{80C4595B-EA55-4BFD-8813-425C14904D0B}" dt="2024-11-08T23:07:18.684" v="5238" actId="47"/>
        <pc:sldMkLst>
          <pc:docMk/>
          <pc:sldMk cId="2878626743" sldId="1364"/>
        </pc:sldMkLst>
      </pc:sldChg>
      <pc:sldChg chg="del">
        <pc:chgData name="George Stephen, Reuben" userId="f36fcdba-2387-45bd-94a7-0c45a8a9ccec" providerId="ADAL" clId="{80C4595B-EA55-4BFD-8813-425C14904D0B}" dt="2024-11-08T23:07:18.684" v="5238" actId="47"/>
        <pc:sldMkLst>
          <pc:docMk/>
          <pc:sldMk cId="3984535032" sldId="1365"/>
        </pc:sldMkLst>
      </pc:sldChg>
      <pc:sldChg chg="del">
        <pc:chgData name="George Stephen, Reuben" userId="f36fcdba-2387-45bd-94a7-0c45a8a9ccec" providerId="ADAL" clId="{80C4595B-EA55-4BFD-8813-425C14904D0B}" dt="2024-11-08T23:07:18.684" v="5238" actId="47"/>
        <pc:sldMkLst>
          <pc:docMk/>
          <pc:sldMk cId="377358574" sldId="1366"/>
        </pc:sldMkLst>
      </pc:sldChg>
      <pc:sldChg chg="del">
        <pc:chgData name="George Stephen, Reuben" userId="f36fcdba-2387-45bd-94a7-0c45a8a9ccec" providerId="ADAL" clId="{80C4595B-EA55-4BFD-8813-425C14904D0B}" dt="2024-11-08T23:15:34.283" v="5355" actId="47"/>
        <pc:sldMkLst>
          <pc:docMk/>
          <pc:sldMk cId="2136664324" sldId="1408"/>
        </pc:sldMkLst>
      </pc:sldChg>
      <pc:sldChg chg="del">
        <pc:chgData name="George Stephen, Reuben" userId="f36fcdba-2387-45bd-94a7-0c45a8a9ccec" providerId="ADAL" clId="{80C4595B-EA55-4BFD-8813-425C14904D0B}" dt="2024-11-08T23:15:34.283" v="5355" actId="47"/>
        <pc:sldMkLst>
          <pc:docMk/>
          <pc:sldMk cId="3773285538" sldId="1409"/>
        </pc:sldMkLst>
      </pc:sldChg>
      <pc:sldChg chg="del">
        <pc:chgData name="George Stephen, Reuben" userId="f36fcdba-2387-45bd-94a7-0c45a8a9ccec" providerId="ADAL" clId="{80C4595B-EA55-4BFD-8813-425C14904D0B}" dt="2024-11-08T23:15:34.283" v="5355" actId="47"/>
        <pc:sldMkLst>
          <pc:docMk/>
          <pc:sldMk cId="2102640779" sldId="1410"/>
        </pc:sldMkLst>
      </pc:sldChg>
      <pc:sldChg chg="del">
        <pc:chgData name="George Stephen, Reuben" userId="f36fcdba-2387-45bd-94a7-0c45a8a9ccec" providerId="ADAL" clId="{80C4595B-EA55-4BFD-8813-425C14904D0B}" dt="2024-11-08T23:15:34.283" v="5355" actId="47"/>
        <pc:sldMkLst>
          <pc:docMk/>
          <pc:sldMk cId="3638903434" sldId="1421"/>
        </pc:sldMkLst>
      </pc:sldChg>
      <pc:sldChg chg="del">
        <pc:chgData name="George Stephen, Reuben" userId="f36fcdba-2387-45bd-94a7-0c45a8a9ccec" providerId="ADAL" clId="{80C4595B-EA55-4BFD-8813-425C14904D0B}" dt="2024-11-07T04:28:32.854" v="748" actId="47"/>
        <pc:sldMkLst>
          <pc:docMk/>
          <pc:sldMk cId="3287452963" sldId="1468"/>
        </pc:sldMkLst>
      </pc:sldChg>
      <pc:sldChg chg="modSp mod">
        <pc:chgData name="George Stephen, Reuben" userId="f36fcdba-2387-45bd-94a7-0c45a8a9ccec" providerId="ADAL" clId="{80C4595B-EA55-4BFD-8813-425C14904D0B}" dt="2024-11-09T06:28:58.095" v="5481" actId="20577"/>
        <pc:sldMkLst>
          <pc:docMk/>
          <pc:sldMk cId="1738488628" sldId="1543"/>
        </pc:sldMkLst>
        <pc:spChg chg="mod">
          <ac:chgData name="George Stephen, Reuben" userId="f36fcdba-2387-45bd-94a7-0c45a8a9ccec" providerId="ADAL" clId="{80C4595B-EA55-4BFD-8813-425C14904D0B}" dt="2024-11-09T06:28:58.095" v="5481" actId="20577"/>
          <ac:spMkLst>
            <pc:docMk/>
            <pc:sldMk cId="1738488628" sldId="1543"/>
            <ac:spMk id="8" creationId="{5BE79D6D-45E0-4529-650E-55EE2C2D70A7}"/>
          </ac:spMkLst>
        </pc:spChg>
        <pc:spChg chg="mod">
          <ac:chgData name="George Stephen, Reuben" userId="f36fcdba-2387-45bd-94a7-0c45a8a9ccec" providerId="ADAL" clId="{80C4595B-EA55-4BFD-8813-425C14904D0B}" dt="2024-11-09T06:28:49.952" v="5476" actId="20577"/>
          <ac:spMkLst>
            <pc:docMk/>
            <pc:sldMk cId="1738488628" sldId="1543"/>
            <ac:spMk id="10" creationId="{8812F03D-55E6-0116-F164-9E2DBAF627B1}"/>
          </ac:spMkLst>
        </pc:spChg>
      </pc:sldChg>
      <pc:sldChg chg="modSp mod">
        <pc:chgData name="George Stephen, Reuben" userId="f36fcdba-2387-45bd-94a7-0c45a8a9ccec" providerId="ADAL" clId="{80C4595B-EA55-4BFD-8813-425C14904D0B}" dt="2024-11-07T10:21:03.660" v="1519" actId="20577"/>
        <pc:sldMkLst>
          <pc:docMk/>
          <pc:sldMk cId="3368756669" sldId="1545"/>
        </pc:sldMkLst>
        <pc:spChg chg="mod">
          <ac:chgData name="George Stephen, Reuben" userId="f36fcdba-2387-45bd-94a7-0c45a8a9ccec" providerId="ADAL" clId="{80C4595B-EA55-4BFD-8813-425C14904D0B}" dt="2024-11-07T04:47:57.548" v="1197" actId="20577"/>
          <ac:spMkLst>
            <pc:docMk/>
            <pc:sldMk cId="3368756669" sldId="1545"/>
            <ac:spMk id="2" creationId="{69072751-0DFD-E04D-8DBC-6192EE4B4B2A}"/>
          </ac:spMkLst>
        </pc:spChg>
        <pc:spChg chg="mod">
          <ac:chgData name="George Stephen, Reuben" userId="f36fcdba-2387-45bd-94a7-0c45a8a9ccec" providerId="ADAL" clId="{80C4595B-EA55-4BFD-8813-425C14904D0B}" dt="2024-11-07T04:46:00.324" v="1086" actId="1076"/>
          <ac:spMkLst>
            <pc:docMk/>
            <pc:sldMk cId="3368756669" sldId="1545"/>
            <ac:spMk id="3" creationId="{57AE222E-4671-212B-25A7-CE983FDD0D35}"/>
          </ac:spMkLst>
        </pc:spChg>
        <pc:spChg chg="mod">
          <ac:chgData name="George Stephen, Reuben" userId="f36fcdba-2387-45bd-94a7-0c45a8a9ccec" providerId="ADAL" clId="{80C4595B-EA55-4BFD-8813-425C14904D0B}" dt="2024-11-07T04:45:49.780" v="1085" actId="14100"/>
          <ac:spMkLst>
            <pc:docMk/>
            <pc:sldMk cId="3368756669" sldId="1545"/>
            <ac:spMk id="4" creationId="{064DE8CA-B187-EC06-A4FA-4F11CB386D6A}"/>
          </ac:spMkLst>
        </pc:spChg>
        <pc:spChg chg="mod">
          <ac:chgData name="George Stephen, Reuben" userId="f36fcdba-2387-45bd-94a7-0c45a8a9ccec" providerId="ADAL" clId="{80C4595B-EA55-4BFD-8813-425C14904D0B}" dt="2024-11-07T10:21:03.660" v="1519" actId="20577"/>
          <ac:spMkLst>
            <pc:docMk/>
            <pc:sldMk cId="3368756669" sldId="1545"/>
            <ac:spMk id="5" creationId="{CAE21420-34C8-30C5-50CE-1D01ED744F93}"/>
          </ac:spMkLst>
        </pc:spChg>
      </pc:sldChg>
      <pc:sldChg chg="modSp mod">
        <pc:chgData name="George Stephen, Reuben" userId="f36fcdba-2387-45bd-94a7-0c45a8a9ccec" providerId="ADAL" clId="{80C4595B-EA55-4BFD-8813-425C14904D0B}" dt="2024-11-07T10:23:28.036" v="1565" actId="20577"/>
        <pc:sldMkLst>
          <pc:docMk/>
          <pc:sldMk cId="1563557240" sldId="1564"/>
        </pc:sldMkLst>
        <pc:spChg chg="mod">
          <ac:chgData name="George Stephen, Reuben" userId="f36fcdba-2387-45bd-94a7-0c45a8a9ccec" providerId="ADAL" clId="{80C4595B-EA55-4BFD-8813-425C14904D0B}" dt="2024-11-07T10:23:28.036" v="1565" actId="20577"/>
          <ac:spMkLst>
            <pc:docMk/>
            <pc:sldMk cId="1563557240" sldId="1564"/>
            <ac:spMk id="2" creationId="{00000000-0000-0000-0000-000000000000}"/>
          </ac:spMkLst>
        </pc:spChg>
      </pc:sldChg>
      <pc:sldChg chg="modSp mod">
        <pc:chgData name="George Stephen, Reuben" userId="f36fcdba-2387-45bd-94a7-0c45a8a9ccec" providerId="ADAL" clId="{80C4595B-EA55-4BFD-8813-425C14904D0B}" dt="2024-11-08T23:20:26.128" v="5405" actId="20577"/>
        <pc:sldMkLst>
          <pc:docMk/>
          <pc:sldMk cId="2901638533" sldId="1838"/>
        </pc:sldMkLst>
        <pc:spChg chg="mod">
          <ac:chgData name="George Stephen, Reuben" userId="f36fcdba-2387-45bd-94a7-0c45a8a9ccec" providerId="ADAL" clId="{80C4595B-EA55-4BFD-8813-425C14904D0B}" dt="2024-11-08T07:05:36.338" v="2963" actId="20577"/>
          <ac:spMkLst>
            <pc:docMk/>
            <pc:sldMk cId="2901638533" sldId="1838"/>
            <ac:spMk id="2" creationId="{00000000-0000-0000-0000-000000000000}"/>
          </ac:spMkLst>
        </pc:spChg>
        <pc:spChg chg="mod">
          <ac:chgData name="George Stephen, Reuben" userId="f36fcdba-2387-45bd-94a7-0c45a8a9ccec" providerId="ADAL" clId="{80C4595B-EA55-4BFD-8813-425C14904D0B}" dt="2024-11-08T23:20:26.128" v="5405" actId="20577"/>
          <ac:spMkLst>
            <pc:docMk/>
            <pc:sldMk cId="2901638533" sldId="1838"/>
            <ac:spMk id="4" creationId="{11638D45-CE17-40C1-F11F-770D918C473D}"/>
          </ac:spMkLst>
        </pc:spChg>
        <pc:spChg chg="mod">
          <ac:chgData name="George Stephen, Reuben" userId="f36fcdba-2387-45bd-94a7-0c45a8a9ccec" providerId="ADAL" clId="{80C4595B-EA55-4BFD-8813-425C14904D0B}" dt="2024-11-08T07:12:15.469" v="3176" actId="12788"/>
          <ac:spMkLst>
            <pc:docMk/>
            <pc:sldMk cId="2901638533" sldId="1838"/>
            <ac:spMk id="5" creationId="{F8E060D1-B40B-E1E5-A80F-9C6428879BB3}"/>
          </ac:spMkLst>
        </pc:spChg>
        <pc:spChg chg="mod">
          <ac:chgData name="George Stephen, Reuben" userId="f36fcdba-2387-45bd-94a7-0c45a8a9ccec" providerId="ADAL" clId="{80C4595B-EA55-4BFD-8813-425C14904D0B}" dt="2024-11-08T07:12:39.069" v="3187" actId="1076"/>
          <ac:spMkLst>
            <pc:docMk/>
            <pc:sldMk cId="2901638533" sldId="1838"/>
            <ac:spMk id="7" creationId="{47920C0A-0F2D-E95D-D860-2B2905124F75}"/>
          </ac:spMkLst>
        </pc:spChg>
      </pc:sldChg>
      <pc:sldChg chg="modSp mod">
        <pc:chgData name="George Stephen, Reuben" userId="f36fcdba-2387-45bd-94a7-0c45a8a9ccec" providerId="ADAL" clId="{80C4595B-EA55-4BFD-8813-425C14904D0B}" dt="2024-11-08T23:19:39.502" v="5399" actId="20577"/>
        <pc:sldMkLst>
          <pc:docMk/>
          <pc:sldMk cId="2340130115" sldId="1850"/>
        </pc:sldMkLst>
        <pc:spChg chg="mod">
          <ac:chgData name="George Stephen, Reuben" userId="f36fcdba-2387-45bd-94a7-0c45a8a9ccec" providerId="ADAL" clId="{80C4595B-EA55-4BFD-8813-425C14904D0B}" dt="2024-11-07T10:23:23.200" v="1562" actId="6549"/>
          <ac:spMkLst>
            <pc:docMk/>
            <pc:sldMk cId="2340130115" sldId="1850"/>
            <ac:spMk id="2" creationId="{00000000-0000-0000-0000-000000000000}"/>
          </ac:spMkLst>
        </pc:spChg>
        <pc:spChg chg="mod">
          <ac:chgData name="George Stephen, Reuben" userId="f36fcdba-2387-45bd-94a7-0c45a8a9ccec" providerId="ADAL" clId="{80C4595B-EA55-4BFD-8813-425C14904D0B}" dt="2024-11-08T23:19:39.502" v="5399" actId="20577"/>
          <ac:spMkLst>
            <pc:docMk/>
            <pc:sldMk cId="2340130115" sldId="1850"/>
            <ac:spMk id="4" creationId="{11638D45-CE17-40C1-F11F-770D918C473D}"/>
          </ac:spMkLst>
        </pc:spChg>
        <pc:spChg chg="mod">
          <ac:chgData name="George Stephen, Reuben" userId="f36fcdba-2387-45bd-94a7-0c45a8a9ccec" providerId="ADAL" clId="{80C4595B-EA55-4BFD-8813-425C14904D0B}" dt="2024-11-07T10:29:37.112" v="1595" actId="12788"/>
          <ac:spMkLst>
            <pc:docMk/>
            <pc:sldMk cId="2340130115" sldId="1850"/>
            <ac:spMk id="5" creationId="{98CFC8D0-5A92-4986-0C8E-9F3AABDD7932}"/>
          </ac:spMkLst>
        </pc:spChg>
        <pc:spChg chg="mod">
          <ac:chgData name="George Stephen, Reuben" userId="f36fcdba-2387-45bd-94a7-0c45a8a9ccec" providerId="ADAL" clId="{80C4595B-EA55-4BFD-8813-425C14904D0B}" dt="2024-11-07T10:30:23.372" v="1607" actId="27636"/>
          <ac:spMkLst>
            <pc:docMk/>
            <pc:sldMk cId="2340130115" sldId="1850"/>
            <ac:spMk id="8" creationId="{6B5C07C5-478F-8C5E-9799-96B690B3C07D}"/>
          </ac:spMkLst>
        </pc:spChg>
      </pc:sldChg>
      <pc:sldChg chg="del">
        <pc:chgData name="George Stephen, Reuben" userId="f36fcdba-2387-45bd-94a7-0c45a8a9ccec" providerId="ADAL" clId="{80C4595B-EA55-4BFD-8813-425C14904D0B}" dt="2024-11-07T11:00:07.709" v="1634" actId="47"/>
        <pc:sldMkLst>
          <pc:docMk/>
          <pc:sldMk cId="1121914037" sldId="1851"/>
        </pc:sldMkLst>
      </pc:sldChg>
      <pc:sldChg chg="del">
        <pc:chgData name="George Stephen, Reuben" userId="f36fcdba-2387-45bd-94a7-0c45a8a9ccec" providerId="ADAL" clId="{80C4595B-EA55-4BFD-8813-425C14904D0B}" dt="2024-11-07T11:09:54.837" v="2000" actId="47"/>
        <pc:sldMkLst>
          <pc:docMk/>
          <pc:sldMk cId="3904966811" sldId="1860"/>
        </pc:sldMkLst>
      </pc:sldChg>
      <pc:sldChg chg="modSp mod">
        <pc:chgData name="George Stephen, Reuben" userId="f36fcdba-2387-45bd-94a7-0c45a8a9ccec" providerId="ADAL" clId="{80C4595B-EA55-4BFD-8813-425C14904D0B}" dt="2024-11-08T07:03:04.103" v="2955" actId="20577"/>
        <pc:sldMkLst>
          <pc:docMk/>
          <pc:sldMk cId="2857978467" sldId="1870"/>
        </pc:sldMkLst>
        <pc:spChg chg="mod">
          <ac:chgData name="George Stephen, Reuben" userId="f36fcdba-2387-45bd-94a7-0c45a8a9ccec" providerId="ADAL" clId="{80C4595B-EA55-4BFD-8813-425C14904D0B}" dt="2024-11-08T06:24:00.479" v="2119" actId="2711"/>
          <ac:spMkLst>
            <pc:docMk/>
            <pc:sldMk cId="2857978467" sldId="1870"/>
            <ac:spMk id="2" creationId="{00000000-0000-0000-0000-000000000000}"/>
          </ac:spMkLst>
        </pc:spChg>
        <pc:spChg chg="mod">
          <ac:chgData name="George Stephen, Reuben" userId="f36fcdba-2387-45bd-94a7-0c45a8a9ccec" providerId="ADAL" clId="{80C4595B-EA55-4BFD-8813-425C14904D0B}" dt="2024-11-08T07:03:04.103" v="2955" actId="20577"/>
          <ac:spMkLst>
            <pc:docMk/>
            <pc:sldMk cId="2857978467" sldId="1870"/>
            <ac:spMk id="3" creationId="{E15D8B6F-B75E-49DE-8804-FA702615DED3}"/>
          </ac:spMkLst>
        </pc:spChg>
        <pc:spChg chg="mod">
          <ac:chgData name="George Stephen, Reuben" userId="f36fcdba-2387-45bd-94a7-0c45a8a9ccec" providerId="ADAL" clId="{80C4595B-EA55-4BFD-8813-425C14904D0B}" dt="2024-11-08T07:01:30.486" v="2951" actId="20577"/>
          <ac:spMkLst>
            <pc:docMk/>
            <pc:sldMk cId="2857978467" sldId="1870"/>
            <ac:spMk id="4" creationId="{11638D45-CE17-40C1-F11F-770D918C473D}"/>
          </ac:spMkLst>
        </pc:spChg>
        <pc:spChg chg="mod">
          <ac:chgData name="George Stephen, Reuben" userId="f36fcdba-2387-45bd-94a7-0c45a8a9ccec" providerId="ADAL" clId="{80C4595B-EA55-4BFD-8813-425C14904D0B}" dt="2024-11-08T06:26:04.475" v="2251" actId="12788"/>
          <ac:spMkLst>
            <pc:docMk/>
            <pc:sldMk cId="2857978467" sldId="1870"/>
            <ac:spMk id="7" creationId="{094E9A69-B612-35E4-DEEF-5092DA0A0A97}"/>
          </ac:spMkLst>
        </pc:spChg>
      </pc:sldChg>
      <pc:sldChg chg="modSp mod">
        <pc:chgData name="George Stephen, Reuben" userId="f36fcdba-2387-45bd-94a7-0c45a8a9ccec" providerId="ADAL" clId="{80C4595B-EA55-4BFD-8813-425C14904D0B}" dt="2024-11-08T23:06:42.130" v="5237"/>
        <pc:sldMkLst>
          <pc:docMk/>
          <pc:sldMk cId="1836938301" sldId="1877"/>
        </pc:sldMkLst>
        <pc:spChg chg="mod">
          <ac:chgData name="George Stephen, Reuben" userId="f36fcdba-2387-45bd-94a7-0c45a8a9ccec" providerId="ADAL" clId="{80C4595B-EA55-4BFD-8813-425C14904D0B}" dt="2024-11-08T23:06:42.130" v="5237"/>
          <ac:spMkLst>
            <pc:docMk/>
            <pc:sldMk cId="1836938301" sldId="1877"/>
            <ac:spMk id="2" creationId="{00000000-0000-0000-0000-000000000000}"/>
          </ac:spMkLst>
        </pc:spChg>
        <pc:spChg chg="mod">
          <ac:chgData name="George Stephen, Reuben" userId="f36fcdba-2387-45bd-94a7-0c45a8a9ccec" providerId="ADAL" clId="{80C4595B-EA55-4BFD-8813-425C14904D0B}" dt="2024-11-08T23:06:12.891" v="5235" actId="12788"/>
          <ac:spMkLst>
            <pc:docMk/>
            <pc:sldMk cId="1836938301" sldId="1877"/>
            <ac:spMk id="5" creationId="{E1F1EFBD-D8DB-04ED-7503-169422F63279}"/>
          </ac:spMkLst>
        </pc:spChg>
        <pc:spChg chg="mod">
          <ac:chgData name="George Stephen, Reuben" userId="f36fcdba-2387-45bd-94a7-0c45a8a9ccec" providerId="ADAL" clId="{80C4595B-EA55-4BFD-8813-425C14904D0B}" dt="2024-11-08T23:06:08.594" v="5234" actId="12788"/>
          <ac:spMkLst>
            <pc:docMk/>
            <pc:sldMk cId="1836938301" sldId="1877"/>
            <ac:spMk id="8" creationId="{C5D76EF0-1CD8-4E41-5D94-FD2ACFE75985}"/>
          </ac:spMkLst>
        </pc:spChg>
      </pc:sldChg>
      <pc:sldChg chg="modSp mod">
        <pc:chgData name="George Stephen, Reuben" userId="f36fcdba-2387-45bd-94a7-0c45a8a9ccec" providerId="ADAL" clId="{80C4595B-EA55-4BFD-8813-425C14904D0B}" dt="2024-11-07T10:23:14.549" v="1558" actId="20577"/>
        <pc:sldMkLst>
          <pc:docMk/>
          <pc:sldMk cId="2430628198" sldId="1888"/>
        </pc:sldMkLst>
        <pc:spChg chg="mod">
          <ac:chgData name="George Stephen, Reuben" userId="f36fcdba-2387-45bd-94a7-0c45a8a9ccec" providerId="ADAL" clId="{80C4595B-EA55-4BFD-8813-425C14904D0B}" dt="2024-11-07T10:23:14.549" v="1558" actId="20577"/>
          <ac:spMkLst>
            <pc:docMk/>
            <pc:sldMk cId="2430628198" sldId="1888"/>
            <ac:spMk id="2" creationId="{69072751-0DFD-E04D-8DBC-6192EE4B4B2A}"/>
          </ac:spMkLst>
        </pc:spChg>
        <pc:spChg chg="mod">
          <ac:chgData name="George Stephen, Reuben" userId="f36fcdba-2387-45bd-94a7-0c45a8a9ccec" providerId="ADAL" clId="{80C4595B-EA55-4BFD-8813-425C14904D0B}" dt="2024-11-07T10:22:38.363" v="1534" actId="404"/>
          <ac:spMkLst>
            <pc:docMk/>
            <pc:sldMk cId="2430628198" sldId="1888"/>
            <ac:spMk id="3" creationId="{57AE222E-4671-212B-25A7-CE983FDD0D35}"/>
          </ac:spMkLst>
        </pc:spChg>
        <pc:spChg chg="mod">
          <ac:chgData name="George Stephen, Reuben" userId="f36fcdba-2387-45bd-94a7-0c45a8a9ccec" providerId="ADAL" clId="{80C4595B-EA55-4BFD-8813-425C14904D0B}" dt="2024-11-07T10:23:05.752" v="1555" actId="20577"/>
          <ac:spMkLst>
            <pc:docMk/>
            <pc:sldMk cId="2430628198" sldId="1888"/>
            <ac:spMk id="4" creationId="{064DE8CA-B187-EC06-A4FA-4F11CB386D6A}"/>
          </ac:spMkLst>
        </pc:spChg>
      </pc:sldChg>
      <pc:sldChg chg="modSp mod">
        <pc:chgData name="George Stephen, Reuben" userId="f36fcdba-2387-45bd-94a7-0c45a8a9ccec" providerId="ADAL" clId="{80C4595B-EA55-4BFD-8813-425C14904D0B}" dt="2024-11-07T11:00:18.850" v="1659" actId="20577"/>
        <pc:sldMkLst>
          <pc:docMk/>
          <pc:sldMk cId="3856652934" sldId="1918"/>
        </pc:sldMkLst>
        <pc:spChg chg="mod">
          <ac:chgData name="George Stephen, Reuben" userId="f36fcdba-2387-45bd-94a7-0c45a8a9ccec" providerId="ADAL" clId="{80C4595B-EA55-4BFD-8813-425C14904D0B}" dt="2024-11-07T11:00:18.850" v="1659" actId="20577"/>
          <ac:spMkLst>
            <pc:docMk/>
            <pc:sldMk cId="3856652934" sldId="1918"/>
            <ac:spMk id="2" creationId="{00000000-0000-0000-0000-000000000000}"/>
          </ac:spMkLst>
        </pc:spChg>
      </pc:sldChg>
      <pc:sldChg chg="addSp modSp mod">
        <pc:chgData name="George Stephen, Reuben" userId="f36fcdba-2387-45bd-94a7-0c45a8a9ccec" providerId="ADAL" clId="{80C4595B-EA55-4BFD-8813-425C14904D0B}" dt="2024-11-09T06:29:48.887" v="5485" actId="1076"/>
        <pc:sldMkLst>
          <pc:docMk/>
          <pc:sldMk cId="3881981467" sldId="1945"/>
        </pc:sldMkLst>
        <pc:spChg chg="mod">
          <ac:chgData name="George Stephen, Reuben" userId="f36fcdba-2387-45bd-94a7-0c45a8a9ccec" providerId="ADAL" clId="{80C4595B-EA55-4BFD-8813-425C14904D0B}" dt="2024-11-08T22:38:44.182" v="3792" actId="20577"/>
          <ac:spMkLst>
            <pc:docMk/>
            <pc:sldMk cId="3881981467" sldId="1945"/>
            <ac:spMk id="2" creationId="{00000000-0000-0000-0000-000000000000}"/>
          </ac:spMkLst>
        </pc:spChg>
        <pc:spChg chg="mod">
          <ac:chgData name="George Stephen, Reuben" userId="f36fcdba-2387-45bd-94a7-0c45a8a9ccec" providerId="ADAL" clId="{80C4595B-EA55-4BFD-8813-425C14904D0B}" dt="2024-11-08T23:20:43.421" v="5406" actId="20577"/>
          <ac:spMkLst>
            <pc:docMk/>
            <pc:sldMk cId="3881981467" sldId="1945"/>
            <ac:spMk id="4" creationId="{11638D45-CE17-40C1-F11F-770D918C473D}"/>
          </ac:spMkLst>
        </pc:spChg>
        <pc:spChg chg="mod">
          <ac:chgData name="George Stephen, Reuben" userId="f36fcdba-2387-45bd-94a7-0c45a8a9ccec" providerId="ADAL" clId="{80C4595B-EA55-4BFD-8813-425C14904D0B}" dt="2024-11-08T22:38:32.660" v="3787" actId="12788"/>
          <ac:spMkLst>
            <pc:docMk/>
            <pc:sldMk cId="3881981467" sldId="1945"/>
            <ac:spMk id="5" creationId="{CF3271A2-FC02-8988-8BC9-1A959BB5915F}"/>
          </ac:spMkLst>
        </pc:spChg>
        <pc:spChg chg="mod">
          <ac:chgData name="George Stephen, Reuben" userId="f36fcdba-2387-45bd-94a7-0c45a8a9ccec" providerId="ADAL" clId="{80C4595B-EA55-4BFD-8813-425C14904D0B}" dt="2024-11-08T22:38:38.441" v="3789" actId="12788"/>
          <ac:spMkLst>
            <pc:docMk/>
            <pc:sldMk cId="3881981467" sldId="1945"/>
            <ac:spMk id="7" creationId="{3D579492-6AD4-0882-0A13-ABF0FB50DC09}"/>
          </ac:spMkLst>
        </pc:spChg>
        <pc:spChg chg="mod">
          <ac:chgData name="George Stephen, Reuben" userId="f36fcdba-2387-45bd-94a7-0c45a8a9ccec" providerId="ADAL" clId="{80C4595B-EA55-4BFD-8813-425C14904D0B}" dt="2024-11-09T06:29:39.724" v="5482"/>
          <ac:spMkLst>
            <pc:docMk/>
            <pc:sldMk cId="3881981467" sldId="1945"/>
            <ac:spMk id="8" creationId="{A5935A7E-36C1-EE4B-BC3E-A9F5C4A365FC}"/>
          </ac:spMkLst>
        </pc:spChg>
        <pc:spChg chg="mod">
          <ac:chgData name="George Stephen, Reuben" userId="f36fcdba-2387-45bd-94a7-0c45a8a9ccec" providerId="ADAL" clId="{80C4595B-EA55-4BFD-8813-425C14904D0B}" dt="2024-11-09T06:29:39.724" v="5482"/>
          <ac:spMkLst>
            <pc:docMk/>
            <pc:sldMk cId="3881981467" sldId="1945"/>
            <ac:spMk id="9" creationId="{4F94D6B2-B36E-5325-755C-FEEC254EDCF5}"/>
          </ac:spMkLst>
        </pc:spChg>
        <pc:spChg chg="mod">
          <ac:chgData name="George Stephen, Reuben" userId="f36fcdba-2387-45bd-94a7-0c45a8a9ccec" providerId="ADAL" clId="{80C4595B-EA55-4BFD-8813-425C14904D0B}" dt="2024-11-09T06:29:44.675" v="5484"/>
          <ac:spMkLst>
            <pc:docMk/>
            <pc:sldMk cId="3881981467" sldId="1945"/>
            <ac:spMk id="11" creationId="{9563BB84-B261-02B3-DB93-2812FFCEB3BB}"/>
          </ac:spMkLst>
        </pc:spChg>
        <pc:spChg chg="mod">
          <ac:chgData name="George Stephen, Reuben" userId="f36fcdba-2387-45bd-94a7-0c45a8a9ccec" providerId="ADAL" clId="{80C4595B-EA55-4BFD-8813-425C14904D0B}" dt="2024-11-09T06:29:44.675" v="5484"/>
          <ac:spMkLst>
            <pc:docMk/>
            <pc:sldMk cId="3881981467" sldId="1945"/>
            <ac:spMk id="12" creationId="{989BC653-5601-91A3-4FE1-A4919182007D}"/>
          </ac:spMkLst>
        </pc:spChg>
        <pc:grpChg chg="add mod">
          <ac:chgData name="George Stephen, Reuben" userId="f36fcdba-2387-45bd-94a7-0c45a8a9ccec" providerId="ADAL" clId="{80C4595B-EA55-4BFD-8813-425C14904D0B}" dt="2024-11-09T06:29:43.367" v="5483" actId="1076"/>
          <ac:grpSpMkLst>
            <pc:docMk/>
            <pc:sldMk cId="3881981467" sldId="1945"/>
            <ac:grpSpMk id="3" creationId="{9B92F66B-6594-22F7-C57F-0B6B82FF8A5F}"/>
          </ac:grpSpMkLst>
        </pc:grpChg>
        <pc:grpChg chg="add mod">
          <ac:chgData name="George Stephen, Reuben" userId="f36fcdba-2387-45bd-94a7-0c45a8a9ccec" providerId="ADAL" clId="{80C4595B-EA55-4BFD-8813-425C14904D0B}" dt="2024-11-09T06:29:48.887" v="5485" actId="1076"/>
          <ac:grpSpMkLst>
            <pc:docMk/>
            <pc:sldMk cId="3881981467" sldId="1945"/>
            <ac:grpSpMk id="10" creationId="{5526ECBB-E9FA-FF25-E307-FF41FD8682B6}"/>
          </ac:grpSpMkLst>
        </pc:grpChg>
      </pc:sldChg>
      <pc:sldChg chg="modSp mod">
        <pc:chgData name="George Stephen, Reuben" userId="f36fcdba-2387-45bd-94a7-0c45a8a9ccec" providerId="ADAL" clId="{80C4595B-EA55-4BFD-8813-425C14904D0B}" dt="2024-11-07T11:10:46.314" v="2003" actId="20577"/>
        <pc:sldMkLst>
          <pc:docMk/>
          <pc:sldMk cId="23874075" sldId="1959"/>
        </pc:sldMkLst>
        <pc:spChg chg="mod">
          <ac:chgData name="George Stephen, Reuben" userId="f36fcdba-2387-45bd-94a7-0c45a8a9ccec" providerId="ADAL" clId="{80C4595B-EA55-4BFD-8813-425C14904D0B}" dt="2024-11-07T11:10:46.314" v="2003" actId="20577"/>
          <ac:spMkLst>
            <pc:docMk/>
            <pc:sldMk cId="23874075" sldId="1959"/>
            <ac:spMk id="2" creationId="{00000000-0000-0000-0000-000000000000}"/>
          </ac:spMkLst>
        </pc:spChg>
      </pc:sldChg>
      <pc:sldChg chg="modSp mod">
        <pc:chgData name="George Stephen, Reuben" userId="f36fcdba-2387-45bd-94a7-0c45a8a9ccec" providerId="ADAL" clId="{80C4595B-EA55-4BFD-8813-425C14904D0B}" dt="2024-11-08T06:23:35.649" v="2115" actId="20577"/>
        <pc:sldMkLst>
          <pc:docMk/>
          <pc:sldMk cId="3954064343" sldId="1968"/>
        </pc:sldMkLst>
        <pc:spChg chg="mod">
          <ac:chgData name="George Stephen, Reuben" userId="f36fcdba-2387-45bd-94a7-0c45a8a9ccec" providerId="ADAL" clId="{80C4595B-EA55-4BFD-8813-425C14904D0B}" dt="2024-11-08T06:23:35.649" v="2115" actId="20577"/>
          <ac:spMkLst>
            <pc:docMk/>
            <pc:sldMk cId="3954064343" sldId="1968"/>
            <ac:spMk id="2" creationId="{00000000-0000-0000-0000-000000000000}"/>
          </ac:spMkLst>
        </pc:spChg>
      </pc:sldChg>
      <pc:sldChg chg="modSp mod">
        <pc:chgData name="George Stephen, Reuben" userId="f36fcdba-2387-45bd-94a7-0c45a8a9ccec" providerId="ADAL" clId="{80C4595B-EA55-4BFD-8813-425C14904D0B}" dt="2024-11-08T07:05:07.294" v="2958" actId="20577"/>
        <pc:sldMkLst>
          <pc:docMk/>
          <pc:sldMk cId="1840363242" sldId="1969"/>
        </pc:sldMkLst>
        <pc:spChg chg="mod">
          <ac:chgData name="George Stephen, Reuben" userId="f36fcdba-2387-45bd-94a7-0c45a8a9ccec" providerId="ADAL" clId="{80C4595B-EA55-4BFD-8813-425C14904D0B}" dt="2024-11-08T07:05:07.294" v="2958" actId="20577"/>
          <ac:spMkLst>
            <pc:docMk/>
            <pc:sldMk cId="1840363242" sldId="1969"/>
            <ac:spMk id="2" creationId="{00000000-0000-0000-0000-000000000000}"/>
          </ac:spMkLst>
        </pc:spChg>
      </pc:sldChg>
      <pc:sldChg chg="modSp mod">
        <pc:chgData name="George Stephen, Reuben" userId="f36fcdba-2387-45bd-94a7-0c45a8a9ccec" providerId="ADAL" clId="{80C4595B-EA55-4BFD-8813-425C14904D0B}" dt="2024-11-08T07:56:09.549" v="3604" actId="20577"/>
        <pc:sldMkLst>
          <pc:docMk/>
          <pc:sldMk cId="2755791794" sldId="1970"/>
        </pc:sldMkLst>
        <pc:spChg chg="mod">
          <ac:chgData name="George Stephen, Reuben" userId="f36fcdba-2387-45bd-94a7-0c45a8a9ccec" providerId="ADAL" clId="{80C4595B-EA55-4BFD-8813-425C14904D0B}" dt="2024-11-08T07:56:09.549" v="3604" actId="20577"/>
          <ac:spMkLst>
            <pc:docMk/>
            <pc:sldMk cId="2755791794" sldId="1970"/>
            <ac:spMk id="2" creationId="{00000000-0000-0000-0000-000000000000}"/>
          </ac:spMkLst>
        </pc:spChg>
      </pc:sldChg>
      <pc:sldChg chg="del">
        <pc:chgData name="George Stephen, Reuben" userId="f36fcdba-2387-45bd-94a7-0c45a8a9ccec" providerId="ADAL" clId="{80C4595B-EA55-4BFD-8813-425C14904D0B}" dt="2024-11-08T23:15:34.283" v="5355" actId="47"/>
        <pc:sldMkLst>
          <pc:docMk/>
          <pc:sldMk cId="1274982142" sldId="1974"/>
        </pc:sldMkLst>
      </pc:sldChg>
      <pc:sldChg chg="del">
        <pc:chgData name="George Stephen, Reuben" userId="f36fcdba-2387-45bd-94a7-0c45a8a9ccec" providerId="ADAL" clId="{80C4595B-EA55-4BFD-8813-425C14904D0B}" dt="2024-11-08T23:15:34.283" v="5355" actId="47"/>
        <pc:sldMkLst>
          <pc:docMk/>
          <pc:sldMk cId="2993392020" sldId="1975"/>
        </pc:sldMkLst>
      </pc:sldChg>
      <pc:sldChg chg="del">
        <pc:chgData name="George Stephen, Reuben" userId="f36fcdba-2387-45bd-94a7-0c45a8a9ccec" providerId="ADAL" clId="{80C4595B-EA55-4BFD-8813-425C14904D0B}" dt="2024-11-07T04:28:29.385" v="747" actId="47"/>
        <pc:sldMkLst>
          <pc:docMk/>
          <pc:sldMk cId="1952460310" sldId="1979"/>
        </pc:sldMkLst>
      </pc:sldChg>
      <pc:sldChg chg="modSp mod">
        <pc:chgData name="George Stephen, Reuben" userId="f36fcdba-2387-45bd-94a7-0c45a8a9ccec" providerId="ADAL" clId="{80C4595B-EA55-4BFD-8813-425C14904D0B}" dt="2024-11-08T23:15:20.128" v="5354" actId="20577"/>
        <pc:sldMkLst>
          <pc:docMk/>
          <pc:sldMk cId="88404620" sldId="1980"/>
        </pc:sldMkLst>
        <pc:spChg chg="mod">
          <ac:chgData name="George Stephen, Reuben" userId="f36fcdba-2387-45bd-94a7-0c45a8a9ccec" providerId="ADAL" clId="{80C4595B-EA55-4BFD-8813-425C14904D0B}" dt="2024-11-08T23:15:20.128" v="5354" actId="20577"/>
          <ac:spMkLst>
            <pc:docMk/>
            <pc:sldMk cId="88404620" sldId="1980"/>
            <ac:spMk id="4" creationId="{11638D45-CE17-40C1-F11F-770D918C473D}"/>
          </ac:spMkLst>
        </pc:spChg>
        <pc:spChg chg="mod">
          <ac:chgData name="George Stephen, Reuben" userId="f36fcdba-2387-45bd-94a7-0c45a8a9ccec" providerId="ADAL" clId="{80C4595B-EA55-4BFD-8813-425C14904D0B}" dt="2024-11-08T23:07:58.036" v="5250" actId="12788"/>
          <ac:spMkLst>
            <pc:docMk/>
            <pc:sldMk cId="88404620" sldId="1980"/>
            <ac:spMk id="5" creationId="{7DAD38E4-2FFE-92B6-2E7F-5AE5C074EC16}"/>
          </ac:spMkLst>
        </pc:spChg>
        <pc:spChg chg="mod">
          <ac:chgData name="George Stephen, Reuben" userId="f36fcdba-2387-45bd-94a7-0c45a8a9ccec" providerId="ADAL" clId="{80C4595B-EA55-4BFD-8813-425C14904D0B}" dt="2024-11-08T23:07:31.728" v="5241" actId="12788"/>
          <ac:spMkLst>
            <pc:docMk/>
            <pc:sldMk cId="88404620" sldId="1980"/>
            <ac:spMk id="12" creationId="{7905A2DF-1131-91B8-F9F4-29C2BA98F4E1}"/>
          </ac:spMkLst>
        </pc:spChg>
      </pc:sldChg>
      <pc:sldChg chg="modSp mod">
        <pc:chgData name="George Stephen, Reuben" userId="f36fcdba-2387-45bd-94a7-0c45a8a9ccec" providerId="ADAL" clId="{80C4595B-EA55-4BFD-8813-425C14904D0B}" dt="2024-11-07T10:20:58.711" v="1517" actId="20577"/>
        <pc:sldMkLst>
          <pc:docMk/>
          <pc:sldMk cId="2225185161" sldId="1981"/>
        </pc:sldMkLst>
        <pc:spChg chg="mod">
          <ac:chgData name="George Stephen, Reuben" userId="f36fcdba-2387-45bd-94a7-0c45a8a9ccec" providerId="ADAL" clId="{80C4595B-EA55-4BFD-8813-425C14904D0B}" dt="2024-11-07T04:47:53.116" v="1195" actId="20577"/>
          <ac:spMkLst>
            <pc:docMk/>
            <pc:sldMk cId="2225185161" sldId="1981"/>
            <ac:spMk id="2" creationId="{69072751-0DFD-E04D-8DBC-6192EE4B4B2A}"/>
          </ac:spMkLst>
        </pc:spChg>
        <pc:spChg chg="mod">
          <ac:chgData name="George Stephen, Reuben" userId="f36fcdba-2387-45bd-94a7-0c45a8a9ccec" providerId="ADAL" clId="{80C4595B-EA55-4BFD-8813-425C14904D0B}" dt="2024-11-07T04:47:44.336" v="1193" actId="1076"/>
          <ac:spMkLst>
            <pc:docMk/>
            <pc:sldMk cId="2225185161" sldId="1981"/>
            <ac:spMk id="3" creationId="{57AE222E-4671-212B-25A7-CE983FDD0D35}"/>
          </ac:spMkLst>
        </pc:spChg>
        <pc:spChg chg="mod">
          <ac:chgData name="George Stephen, Reuben" userId="f36fcdba-2387-45bd-94a7-0c45a8a9ccec" providerId="ADAL" clId="{80C4595B-EA55-4BFD-8813-425C14904D0B}" dt="2024-11-07T04:47:40.819" v="1192" actId="14100"/>
          <ac:spMkLst>
            <pc:docMk/>
            <pc:sldMk cId="2225185161" sldId="1981"/>
            <ac:spMk id="4" creationId="{064DE8CA-B187-EC06-A4FA-4F11CB386D6A}"/>
          </ac:spMkLst>
        </pc:spChg>
        <pc:spChg chg="mod">
          <ac:chgData name="George Stephen, Reuben" userId="f36fcdba-2387-45bd-94a7-0c45a8a9ccec" providerId="ADAL" clId="{80C4595B-EA55-4BFD-8813-425C14904D0B}" dt="2024-11-07T10:20:58.711" v="1517" actId="20577"/>
          <ac:spMkLst>
            <pc:docMk/>
            <pc:sldMk cId="2225185161" sldId="1981"/>
            <ac:spMk id="5" creationId="{CAE21420-34C8-30C5-50CE-1D01ED744F93}"/>
          </ac:spMkLst>
        </pc:spChg>
      </pc:sldChg>
      <pc:sldChg chg="modSp mod">
        <pc:chgData name="George Stephen, Reuben" userId="f36fcdba-2387-45bd-94a7-0c45a8a9ccec" providerId="ADAL" clId="{80C4595B-EA55-4BFD-8813-425C14904D0B}" dt="2024-11-07T10:20:54.138" v="1516" actId="20577"/>
        <pc:sldMkLst>
          <pc:docMk/>
          <pc:sldMk cId="3049629297" sldId="1982"/>
        </pc:sldMkLst>
        <pc:spChg chg="mod">
          <ac:chgData name="George Stephen, Reuben" userId="f36fcdba-2387-45bd-94a7-0c45a8a9ccec" providerId="ADAL" clId="{80C4595B-EA55-4BFD-8813-425C14904D0B}" dt="2024-11-07T05:03:19.611" v="1306" actId="20577"/>
          <ac:spMkLst>
            <pc:docMk/>
            <pc:sldMk cId="3049629297" sldId="1982"/>
            <ac:spMk id="2" creationId="{69072751-0DFD-E04D-8DBC-6192EE4B4B2A}"/>
          </ac:spMkLst>
        </pc:spChg>
        <pc:spChg chg="mod">
          <ac:chgData name="George Stephen, Reuben" userId="f36fcdba-2387-45bd-94a7-0c45a8a9ccec" providerId="ADAL" clId="{80C4595B-EA55-4BFD-8813-425C14904D0B}" dt="2024-11-07T05:03:06.925" v="1299" actId="6549"/>
          <ac:spMkLst>
            <pc:docMk/>
            <pc:sldMk cId="3049629297" sldId="1982"/>
            <ac:spMk id="3" creationId="{57AE222E-4671-212B-25A7-CE983FDD0D35}"/>
          </ac:spMkLst>
        </pc:spChg>
        <pc:spChg chg="mod">
          <ac:chgData name="George Stephen, Reuben" userId="f36fcdba-2387-45bd-94a7-0c45a8a9ccec" providerId="ADAL" clId="{80C4595B-EA55-4BFD-8813-425C14904D0B}" dt="2024-11-07T10:13:00.784" v="1313" actId="20577"/>
          <ac:spMkLst>
            <pc:docMk/>
            <pc:sldMk cId="3049629297" sldId="1982"/>
            <ac:spMk id="4" creationId="{064DE8CA-B187-EC06-A4FA-4F11CB386D6A}"/>
          </ac:spMkLst>
        </pc:spChg>
        <pc:spChg chg="mod">
          <ac:chgData name="George Stephen, Reuben" userId="f36fcdba-2387-45bd-94a7-0c45a8a9ccec" providerId="ADAL" clId="{80C4595B-EA55-4BFD-8813-425C14904D0B}" dt="2024-11-07T10:20:54.138" v="1516" actId="20577"/>
          <ac:spMkLst>
            <pc:docMk/>
            <pc:sldMk cId="3049629297" sldId="1982"/>
            <ac:spMk id="5" creationId="{CAE21420-34C8-30C5-50CE-1D01ED744F93}"/>
          </ac:spMkLst>
        </pc:spChg>
      </pc:sldChg>
      <pc:sldChg chg="modSp mod">
        <pc:chgData name="George Stephen, Reuben" userId="f36fcdba-2387-45bd-94a7-0c45a8a9ccec" providerId="ADAL" clId="{80C4595B-EA55-4BFD-8813-425C14904D0B}" dt="2024-11-07T10:20:41.563" v="1512" actId="20577"/>
        <pc:sldMkLst>
          <pc:docMk/>
          <pc:sldMk cId="847393727" sldId="1983"/>
        </pc:sldMkLst>
        <pc:spChg chg="mod">
          <ac:chgData name="George Stephen, Reuben" userId="f36fcdba-2387-45bd-94a7-0c45a8a9ccec" providerId="ADAL" clId="{80C4595B-EA55-4BFD-8813-425C14904D0B}" dt="2024-11-07T10:15:36.946" v="1401" actId="20577"/>
          <ac:spMkLst>
            <pc:docMk/>
            <pc:sldMk cId="847393727" sldId="1983"/>
            <ac:spMk id="2" creationId="{69072751-0DFD-E04D-8DBC-6192EE4B4B2A}"/>
          </ac:spMkLst>
        </pc:spChg>
        <pc:spChg chg="mod">
          <ac:chgData name="George Stephen, Reuben" userId="f36fcdba-2387-45bd-94a7-0c45a8a9ccec" providerId="ADAL" clId="{80C4595B-EA55-4BFD-8813-425C14904D0B}" dt="2024-11-07T10:16:28.318" v="1418" actId="20577"/>
          <ac:spMkLst>
            <pc:docMk/>
            <pc:sldMk cId="847393727" sldId="1983"/>
            <ac:spMk id="3" creationId="{57AE222E-4671-212B-25A7-CE983FDD0D35}"/>
          </ac:spMkLst>
        </pc:spChg>
        <pc:spChg chg="mod">
          <ac:chgData name="George Stephen, Reuben" userId="f36fcdba-2387-45bd-94a7-0c45a8a9ccec" providerId="ADAL" clId="{80C4595B-EA55-4BFD-8813-425C14904D0B}" dt="2024-11-07T10:15:22.838" v="1399" actId="14100"/>
          <ac:spMkLst>
            <pc:docMk/>
            <pc:sldMk cId="847393727" sldId="1983"/>
            <ac:spMk id="4" creationId="{064DE8CA-B187-EC06-A4FA-4F11CB386D6A}"/>
          </ac:spMkLst>
        </pc:spChg>
        <pc:spChg chg="mod">
          <ac:chgData name="George Stephen, Reuben" userId="f36fcdba-2387-45bd-94a7-0c45a8a9ccec" providerId="ADAL" clId="{80C4595B-EA55-4BFD-8813-425C14904D0B}" dt="2024-11-07T10:20:41.563" v="1512" actId="20577"/>
          <ac:spMkLst>
            <pc:docMk/>
            <pc:sldMk cId="847393727" sldId="1983"/>
            <ac:spMk id="5" creationId="{CAE21420-34C8-30C5-50CE-1D01ED744F93}"/>
          </ac:spMkLst>
        </pc:spChg>
      </pc:sldChg>
      <pc:sldChg chg="modSp mod">
        <pc:chgData name="George Stephen, Reuben" userId="f36fcdba-2387-45bd-94a7-0c45a8a9ccec" providerId="ADAL" clId="{80C4595B-EA55-4BFD-8813-425C14904D0B}" dt="2024-11-07T10:20:33.276" v="1510" actId="20577"/>
        <pc:sldMkLst>
          <pc:docMk/>
          <pc:sldMk cId="1615693952" sldId="1984"/>
        </pc:sldMkLst>
        <pc:spChg chg="mod">
          <ac:chgData name="George Stephen, Reuben" userId="f36fcdba-2387-45bd-94a7-0c45a8a9ccec" providerId="ADAL" clId="{80C4595B-EA55-4BFD-8813-425C14904D0B}" dt="2024-11-07T10:18:00.573" v="1499" actId="20577"/>
          <ac:spMkLst>
            <pc:docMk/>
            <pc:sldMk cId="1615693952" sldId="1984"/>
            <ac:spMk id="2" creationId="{69072751-0DFD-E04D-8DBC-6192EE4B4B2A}"/>
          </ac:spMkLst>
        </pc:spChg>
        <pc:spChg chg="mod">
          <ac:chgData name="George Stephen, Reuben" userId="f36fcdba-2387-45bd-94a7-0c45a8a9ccec" providerId="ADAL" clId="{80C4595B-EA55-4BFD-8813-425C14904D0B}" dt="2024-11-07T10:17:26.947" v="1447"/>
          <ac:spMkLst>
            <pc:docMk/>
            <pc:sldMk cId="1615693952" sldId="1984"/>
            <ac:spMk id="3" creationId="{57AE222E-4671-212B-25A7-CE983FDD0D35}"/>
          </ac:spMkLst>
        </pc:spChg>
        <pc:spChg chg="mod">
          <ac:chgData name="George Stephen, Reuben" userId="f36fcdba-2387-45bd-94a7-0c45a8a9ccec" providerId="ADAL" clId="{80C4595B-EA55-4BFD-8813-425C14904D0B}" dt="2024-11-07T10:17:47.509" v="1497" actId="6549"/>
          <ac:spMkLst>
            <pc:docMk/>
            <pc:sldMk cId="1615693952" sldId="1984"/>
            <ac:spMk id="4" creationId="{064DE8CA-B187-EC06-A4FA-4F11CB386D6A}"/>
          </ac:spMkLst>
        </pc:spChg>
        <pc:spChg chg="mod">
          <ac:chgData name="George Stephen, Reuben" userId="f36fcdba-2387-45bd-94a7-0c45a8a9ccec" providerId="ADAL" clId="{80C4595B-EA55-4BFD-8813-425C14904D0B}" dt="2024-11-07T10:20:33.276" v="1510" actId="20577"/>
          <ac:spMkLst>
            <pc:docMk/>
            <pc:sldMk cId="1615693952" sldId="1984"/>
            <ac:spMk id="5" creationId="{CAE21420-34C8-30C5-50CE-1D01ED744F93}"/>
          </ac:spMkLst>
        </pc:spChg>
      </pc:sldChg>
      <pc:sldChg chg="del">
        <pc:chgData name="George Stephen, Reuben" userId="f36fcdba-2387-45bd-94a7-0c45a8a9ccec" providerId="ADAL" clId="{80C4595B-EA55-4BFD-8813-425C14904D0B}" dt="2024-11-07T10:18:27.063" v="1502" actId="47"/>
        <pc:sldMkLst>
          <pc:docMk/>
          <pc:sldMk cId="470824423" sldId="1985"/>
        </pc:sldMkLst>
      </pc:sldChg>
      <pc:sldChg chg="del">
        <pc:chgData name="George Stephen, Reuben" userId="f36fcdba-2387-45bd-94a7-0c45a8a9ccec" providerId="ADAL" clId="{80C4595B-EA55-4BFD-8813-425C14904D0B}" dt="2024-11-07T10:18:27.063" v="1502" actId="47"/>
        <pc:sldMkLst>
          <pc:docMk/>
          <pc:sldMk cId="316307024" sldId="1986"/>
        </pc:sldMkLst>
      </pc:sldChg>
      <pc:sldChg chg="del">
        <pc:chgData name="George Stephen, Reuben" userId="f36fcdba-2387-45bd-94a7-0c45a8a9ccec" providerId="ADAL" clId="{80C4595B-EA55-4BFD-8813-425C14904D0B}" dt="2024-11-07T11:00:07.709" v="1634" actId="47"/>
        <pc:sldMkLst>
          <pc:docMk/>
          <pc:sldMk cId="2881586860" sldId="1987"/>
        </pc:sldMkLst>
      </pc:sldChg>
      <pc:sldChg chg="del">
        <pc:chgData name="George Stephen, Reuben" userId="f36fcdba-2387-45bd-94a7-0c45a8a9ccec" providerId="ADAL" clId="{80C4595B-EA55-4BFD-8813-425C14904D0B}" dt="2024-11-07T11:00:07.709" v="1634" actId="47"/>
        <pc:sldMkLst>
          <pc:docMk/>
          <pc:sldMk cId="4113463642" sldId="1988"/>
        </pc:sldMkLst>
      </pc:sldChg>
      <pc:sldChg chg="del">
        <pc:chgData name="George Stephen, Reuben" userId="f36fcdba-2387-45bd-94a7-0c45a8a9ccec" providerId="ADAL" clId="{80C4595B-EA55-4BFD-8813-425C14904D0B}" dt="2024-11-07T11:00:07.709" v="1634" actId="47"/>
        <pc:sldMkLst>
          <pc:docMk/>
          <pc:sldMk cId="3915935522" sldId="1989"/>
        </pc:sldMkLst>
      </pc:sldChg>
      <pc:sldChg chg="del">
        <pc:chgData name="George Stephen, Reuben" userId="f36fcdba-2387-45bd-94a7-0c45a8a9ccec" providerId="ADAL" clId="{80C4595B-EA55-4BFD-8813-425C14904D0B}" dt="2024-11-07T11:00:07.709" v="1634" actId="47"/>
        <pc:sldMkLst>
          <pc:docMk/>
          <pc:sldMk cId="2685662793" sldId="1990"/>
        </pc:sldMkLst>
      </pc:sldChg>
      <pc:sldChg chg="del">
        <pc:chgData name="George Stephen, Reuben" userId="f36fcdba-2387-45bd-94a7-0c45a8a9ccec" providerId="ADAL" clId="{80C4595B-EA55-4BFD-8813-425C14904D0B}" dt="2024-11-07T11:00:07.709" v="1634" actId="47"/>
        <pc:sldMkLst>
          <pc:docMk/>
          <pc:sldMk cId="1243451605" sldId="1991"/>
        </pc:sldMkLst>
      </pc:sldChg>
      <pc:sldChg chg="modSp mod">
        <pc:chgData name="George Stephen, Reuben" userId="f36fcdba-2387-45bd-94a7-0c45a8a9ccec" providerId="ADAL" clId="{80C4595B-EA55-4BFD-8813-425C14904D0B}" dt="2024-11-08T23:18:47.177" v="5388" actId="1076"/>
        <pc:sldMkLst>
          <pc:docMk/>
          <pc:sldMk cId="1700184848" sldId="1992"/>
        </pc:sldMkLst>
        <pc:spChg chg="mod">
          <ac:chgData name="George Stephen, Reuben" userId="f36fcdba-2387-45bd-94a7-0c45a8a9ccec" providerId="ADAL" clId="{80C4595B-EA55-4BFD-8813-425C14904D0B}" dt="2024-11-07T11:04:05.986" v="1767"/>
          <ac:spMkLst>
            <pc:docMk/>
            <pc:sldMk cId="1700184848" sldId="1992"/>
            <ac:spMk id="2" creationId="{00000000-0000-0000-0000-000000000000}"/>
          </ac:spMkLst>
        </pc:spChg>
        <pc:spChg chg="mod">
          <ac:chgData name="George Stephen, Reuben" userId="f36fcdba-2387-45bd-94a7-0c45a8a9ccec" providerId="ADAL" clId="{80C4595B-EA55-4BFD-8813-425C14904D0B}" dt="2024-11-07T11:03:09.079" v="1743" actId="12788"/>
          <ac:spMkLst>
            <pc:docMk/>
            <pc:sldMk cId="1700184848" sldId="1992"/>
            <ac:spMk id="3" creationId="{911E9448-57F3-BEE2-3014-88DC125C3AF6}"/>
          </ac:spMkLst>
        </pc:spChg>
        <pc:spChg chg="mod">
          <ac:chgData name="George Stephen, Reuben" userId="f36fcdba-2387-45bd-94a7-0c45a8a9ccec" providerId="ADAL" clId="{80C4595B-EA55-4BFD-8813-425C14904D0B}" dt="2024-11-08T23:18:47.177" v="5388" actId="1076"/>
          <ac:spMkLst>
            <pc:docMk/>
            <pc:sldMk cId="1700184848" sldId="1992"/>
            <ac:spMk id="4" creationId="{11638D45-CE17-40C1-F11F-770D918C473D}"/>
          </ac:spMkLst>
        </pc:spChg>
        <pc:spChg chg="mod">
          <ac:chgData name="George Stephen, Reuben" userId="f36fcdba-2387-45bd-94a7-0c45a8a9ccec" providerId="ADAL" clId="{80C4595B-EA55-4BFD-8813-425C14904D0B}" dt="2024-11-07T11:03:52.478" v="1764" actId="12788"/>
          <ac:spMkLst>
            <pc:docMk/>
            <pc:sldMk cId="1700184848" sldId="1992"/>
            <ac:spMk id="5" creationId="{7A9E4F5E-F433-A77D-054E-01E586305C40}"/>
          </ac:spMkLst>
        </pc:spChg>
      </pc:sldChg>
      <pc:sldChg chg="del">
        <pc:chgData name="George Stephen, Reuben" userId="f36fcdba-2387-45bd-94a7-0c45a8a9ccec" providerId="ADAL" clId="{80C4595B-EA55-4BFD-8813-425C14904D0B}" dt="2024-11-07T11:09:54.837" v="2000" actId="47"/>
        <pc:sldMkLst>
          <pc:docMk/>
          <pc:sldMk cId="2324077544" sldId="1993"/>
        </pc:sldMkLst>
      </pc:sldChg>
      <pc:sldChg chg="del">
        <pc:chgData name="George Stephen, Reuben" userId="f36fcdba-2387-45bd-94a7-0c45a8a9ccec" providerId="ADAL" clId="{80C4595B-EA55-4BFD-8813-425C14904D0B}" dt="2024-11-07T11:09:54.837" v="2000" actId="47"/>
        <pc:sldMkLst>
          <pc:docMk/>
          <pc:sldMk cId="2893607258" sldId="1994"/>
        </pc:sldMkLst>
      </pc:sldChg>
      <pc:sldChg chg="del">
        <pc:chgData name="George Stephen, Reuben" userId="f36fcdba-2387-45bd-94a7-0c45a8a9ccec" providerId="ADAL" clId="{80C4595B-EA55-4BFD-8813-425C14904D0B}" dt="2024-11-07T11:09:54.837" v="2000" actId="47"/>
        <pc:sldMkLst>
          <pc:docMk/>
          <pc:sldMk cId="1205002978" sldId="1995"/>
        </pc:sldMkLst>
      </pc:sldChg>
      <pc:sldChg chg="addSp delSp modSp mod">
        <pc:chgData name="George Stephen, Reuben" userId="f36fcdba-2387-45bd-94a7-0c45a8a9ccec" providerId="ADAL" clId="{80C4595B-EA55-4BFD-8813-425C14904D0B}" dt="2024-11-08T23:18:09.045" v="5386" actId="20577"/>
        <pc:sldMkLst>
          <pc:docMk/>
          <pc:sldMk cId="3779911877" sldId="1997"/>
        </pc:sldMkLst>
        <pc:spChg chg="mod">
          <ac:chgData name="George Stephen, Reuben" userId="f36fcdba-2387-45bd-94a7-0c45a8a9ccec" providerId="ADAL" clId="{80C4595B-EA55-4BFD-8813-425C14904D0B}" dt="2024-11-07T11:12:04.782" v="2019" actId="20577"/>
          <ac:spMkLst>
            <pc:docMk/>
            <pc:sldMk cId="3779911877" sldId="1997"/>
            <ac:spMk id="2" creationId="{00000000-0000-0000-0000-000000000000}"/>
          </ac:spMkLst>
        </pc:spChg>
        <pc:spChg chg="mod">
          <ac:chgData name="George Stephen, Reuben" userId="f36fcdba-2387-45bd-94a7-0c45a8a9ccec" providerId="ADAL" clId="{80C4595B-EA55-4BFD-8813-425C14904D0B}" dt="2024-11-07T11:11:15.768" v="2011" actId="12788"/>
          <ac:spMkLst>
            <pc:docMk/>
            <pc:sldMk cId="3779911877" sldId="1997"/>
            <ac:spMk id="3" creationId="{4BF9CA61-6680-419C-A597-2B8F90F492F3}"/>
          </ac:spMkLst>
        </pc:spChg>
        <pc:spChg chg="del">
          <ac:chgData name="George Stephen, Reuben" userId="f36fcdba-2387-45bd-94a7-0c45a8a9ccec" providerId="ADAL" clId="{80C4595B-EA55-4BFD-8813-425C14904D0B}" dt="2024-11-08T23:18:03.923" v="5383" actId="478"/>
          <ac:spMkLst>
            <pc:docMk/>
            <pc:sldMk cId="3779911877" sldId="1997"/>
            <ac:spMk id="4" creationId="{11638D45-CE17-40C1-F11F-770D918C473D}"/>
          </ac:spMkLst>
        </pc:spChg>
        <pc:spChg chg="mod">
          <ac:chgData name="George Stephen, Reuben" userId="f36fcdba-2387-45bd-94a7-0c45a8a9ccec" providerId="ADAL" clId="{80C4595B-EA55-4BFD-8813-425C14904D0B}" dt="2024-11-07T11:11:30.518" v="2012"/>
          <ac:spMkLst>
            <pc:docMk/>
            <pc:sldMk cId="3779911877" sldId="1997"/>
            <ac:spMk id="5" creationId="{325AF87E-9D48-CE0B-9C0A-5C85175F49A4}"/>
          </ac:spMkLst>
        </pc:spChg>
        <pc:spChg chg="mod">
          <ac:chgData name="George Stephen, Reuben" userId="f36fcdba-2387-45bd-94a7-0c45a8a9ccec" providerId="ADAL" clId="{80C4595B-EA55-4BFD-8813-425C14904D0B}" dt="2024-11-07T11:11:40.832" v="2013"/>
          <ac:spMkLst>
            <pc:docMk/>
            <pc:sldMk cId="3779911877" sldId="1997"/>
            <ac:spMk id="8" creationId="{9D40F6BC-1902-3BF0-E1DF-11B3502A324E}"/>
          </ac:spMkLst>
        </pc:spChg>
        <pc:spChg chg="mod">
          <ac:chgData name="George Stephen, Reuben" userId="f36fcdba-2387-45bd-94a7-0c45a8a9ccec" providerId="ADAL" clId="{80C4595B-EA55-4BFD-8813-425C14904D0B}" dt="2024-11-07T11:11:40.832" v="2013"/>
          <ac:spMkLst>
            <pc:docMk/>
            <pc:sldMk cId="3779911877" sldId="1997"/>
            <ac:spMk id="9" creationId="{DD29625C-E751-3F0D-5465-733240A8FA46}"/>
          </ac:spMkLst>
        </pc:spChg>
        <pc:spChg chg="mod">
          <ac:chgData name="George Stephen, Reuben" userId="f36fcdba-2387-45bd-94a7-0c45a8a9ccec" providerId="ADAL" clId="{80C4595B-EA55-4BFD-8813-425C14904D0B}" dt="2024-11-07T11:11:51.248" v="2015"/>
          <ac:spMkLst>
            <pc:docMk/>
            <pc:sldMk cId="3779911877" sldId="1997"/>
            <ac:spMk id="11" creationId="{82B42DC3-E277-061A-6333-F3DB21BEA20A}"/>
          </ac:spMkLst>
        </pc:spChg>
        <pc:spChg chg="mod">
          <ac:chgData name="George Stephen, Reuben" userId="f36fcdba-2387-45bd-94a7-0c45a8a9ccec" providerId="ADAL" clId="{80C4595B-EA55-4BFD-8813-425C14904D0B}" dt="2024-11-07T11:11:51.248" v="2015"/>
          <ac:spMkLst>
            <pc:docMk/>
            <pc:sldMk cId="3779911877" sldId="1997"/>
            <ac:spMk id="12" creationId="{BD5C9B7E-C428-6270-9D9B-638FE77FDBB7}"/>
          </ac:spMkLst>
        </pc:spChg>
        <pc:spChg chg="add mod">
          <ac:chgData name="George Stephen, Reuben" userId="f36fcdba-2387-45bd-94a7-0c45a8a9ccec" providerId="ADAL" clId="{80C4595B-EA55-4BFD-8813-425C14904D0B}" dt="2024-11-08T23:18:09.045" v="5386" actId="20577"/>
          <ac:spMkLst>
            <pc:docMk/>
            <pc:sldMk cId="3779911877" sldId="1997"/>
            <ac:spMk id="13" creationId="{0C634CD7-7112-8536-A3E0-B31413030422}"/>
          </ac:spMkLst>
        </pc:spChg>
        <pc:grpChg chg="add mod">
          <ac:chgData name="George Stephen, Reuben" userId="f36fcdba-2387-45bd-94a7-0c45a8a9ccec" providerId="ADAL" clId="{80C4595B-EA55-4BFD-8813-425C14904D0B}" dt="2024-11-07T11:11:45.664" v="2014" actId="1076"/>
          <ac:grpSpMkLst>
            <pc:docMk/>
            <pc:sldMk cId="3779911877" sldId="1997"/>
            <ac:grpSpMk id="7" creationId="{0D9904FA-4288-6E03-6DB0-3045A0C9D27A}"/>
          </ac:grpSpMkLst>
        </pc:grpChg>
        <pc:grpChg chg="add mod">
          <ac:chgData name="George Stephen, Reuben" userId="f36fcdba-2387-45bd-94a7-0c45a8a9ccec" providerId="ADAL" clId="{80C4595B-EA55-4BFD-8813-425C14904D0B}" dt="2024-11-07T11:11:59.374" v="2016" actId="1076"/>
          <ac:grpSpMkLst>
            <pc:docMk/>
            <pc:sldMk cId="3779911877" sldId="1997"/>
            <ac:grpSpMk id="10" creationId="{EC91F069-733B-59B6-7E58-E7A194907A16}"/>
          </ac:grpSpMkLst>
        </pc:grpChg>
      </pc:sldChg>
      <pc:sldChg chg="addSp delSp modSp mod">
        <pc:chgData name="George Stephen, Reuben" userId="f36fcdba-2387-45bd-94a7-0c45a8a9ccec" providerId="ADAL" clId="{80C4595B-EA55-4BFD-8813-425C14904D0B}" dt="2024-11-08T23:17:59.422" v="5382" actId="20577"/>
        <pc:sldMkLst>
          <pc:docMk/>
          <pc:sldMk cId="1347781755" sldId="1998"/>
        </pc:sldMkLst>
        <pc:spChg chg="mod">
          <ac:chgData name="George Stephen, Reuben" userId="f36fcdba-2387-45bd-94a7-0c45a8a9ccec" providerId="ADAL" clId="{80C4595B-EA55-4BFD-8813-425C14904D0B}" dt="2024-11-07T11:12:25.170" v="2022" actId="20577"/>
          <ac:spMkLst>
            <pc:docMk/>
            <pc:sldMk cId="1347781755" sldId="1998"/>
            <ac:spMk id="2" creationId="{00000000-0000-0000-0000-000000000000}"/>
          </ac:spMkLst>
        </pc:spChg>
        <pc:spChg chg="mod">
          <ac:chgData name="George Stephen, Reuben" userId="f36fcdba-2387-45bd-94a7-0c45a8a9ccec" providerId="ADAL" clId="{80C4595B-EA55-4BFD-8813-425C14904D0B}" dt="2024-11-07T11:12:49.005" v="2028" actId="12788"/>
          <ac:spMkLst>
            <pc:docMk/>
            <pc:sldMk cId="1347781755" sldId="1998"/>
            <ac:spMk id="3" creationId="{4BF9CA61-6680-419C-A597-2B8F90F492F3}"/>
          </ac:spMkLst>
        </pc:spChg>
        <pc:spChg chg="del">
          <ac:chgData name="George Stephen, Reuben" userId="f36fcdba-2387-45bd-94a7-0c45a8a9ccec" providerId="ADAL" clId="{80C4595B-EA55-4BFD-8813-425C14904D0B}" dt="2024-11-08T23:17:54.905" v="5378" actId="478"/>
          <ac:spMkLst>
            <pc:docMk/>
            <pc:sldMk cId="1347781755" sldId="1998"/>
            <ac:spMk id="4" creationId="{11638D45-CE17-40C1-F11F-770D918C473D}"/>
          </ac:spMkLst>
        </pc:spChg>
        <pc:spChg chg="mod">
          <ac:chgData name="George Stephen, Reuben" userId="f36fcdba-2387-45bd-94a7-0c45a8a9ccec" providerId="ADAL" clId="{80C4595B-EA55-4BFD-8813-425C14904D0B}" dt="2024-11-07T11:16:55.267" v="2036" actId="12788"/>
          <ac:spMkLst>
            <pc:docMk/>
            <pc:sldMk cId="1347781755" sldId="1998"/>
            <ac:spMk id="5" creationId="{325AF87E-9D48-CE0B-9C0A-5C85175F49A4}"/>
          </ac:spMkLst>
        </pc:spChg>
        <pc:spChg chg="mod">
          <ac:chgData name="George Stephen, Reuben" userId="f36fcdba-2387-45bd-94a7-0c45a8a9ccec" providerId="ADAL" clId="{80C4595B-EA55-4BFD-8813-425C14904D0B}" dt="2024-11-07T11:16:22.275" v="2030"/>
          <ac:spMkLst>
            <pc:docMk/>
            <pc:sldMk cId="1347781755" sldId="1998"/>
            <ac:spMk id="8" creationId="{16E1E50B-04B3-7035-7EC5-D0402C31889D}"/>
          </ac:spMkLst>
        </pc:spChg>
        <pc:spChg chg="mod">
          <ac:chgData name="George Stephen, Reuben" userId="f36fcdba-2387-45bd-94a7-0c45a8a9ccec" providerId="ADAL" clId="{80C4595B-EA55-4BFD-8813-425C14904D0B}" dt="2024-11-07T11:16:22.275" v="2030"/>
          <ac:spMkLst>
            <pc:docMk/>
            <pc:sldMk cId="1347781755" sldId="1998"/>
            <ac:spMk id="9" creationId="{8BA7EA7D-A1AE-14B6-A270-867A730C1E2A}"/>
          </ac:spMkLst>
        </pc:spChg>
        <pc:spChg chg="mod">
          <ac:chgData name="George Stephen, Reuben" userId="f36fcdba-2387-45bd-94a7-0c45a8a9ccec" providerId="ADAL" clId="{80C4595B-EA55-4BFD-8813-425C14904D0B}" dt="2024-11-07T11:16:40.434" v="2034"/>
          <ac:spMkLst>
            <pc:docMk/>
            <pc:sldMk cId="1347781755" sldId="1998"/>
            <ac:spMk id="11" creationId="{E5FD6D20-58DD-8ED8-B8C4-FF5B2642E0D4}"/>
          </ac:spMkLst>
        </pc:spChg>
        <pc:spChg chg="mod">
          <ac:chgData name="George Stephen, Reuben" userId="f36fcdba-2387-45bd-94a7-0c45a8a9ccec" providerId="ADAL" clId="{80C4595B-EA55-4BFD-8813-425C14904D0B}" dt="2024-11-07T11:16:40.434" v="2034"/>
          <ac:spMkLst>
            <pc:docMk/>
            <pc:sldMk cId="1347781755" sldId="1998"/>
            <ac:spMk id="12" creationId="{6E8FB4BB-C2BD-3028-A95D-49DD026763E3}"/>
          </ac:spMkLst>
        </pc:spChg>
        <pc:spChg chg="add mod">
          <ac:chgData name="George Stephen, Reuben" userId="f36fcdba-2387-45bd-94a7-0c45a8a9ccec" providerId="ADAL" clId="{80C4595B-EA55-4BFD-8813-425C14904D0B}" dt="2024-11-08T23:17:59.422" v="5382" actId="20577"/>
          <ac:spMkLst>
            <pc:docMk/>
            <pc:sldMk cId="1347781755" sldId="1998"/>
            <ac:spMk id="13" creationId="{47E9C47B-1CEA-26E6-3D05-81C73EB70242}"/>
          </ac:spMkLst>
        </pc:spChg>
        <pc:grpChg chg="add mod">
          <ac:chgData name="George Stephen, Reuben" userId="f36fcdba-2387-45bd-94a7-0c45a8a9ccec" providerId="ADAL" clId="{80C4595B-EA55-4BFD-8813-425C14904D0B}" dt="2024-11-07T11:16:34.395" v="2033" actId="1076"/>
          <ac:grpSpMkLst>
            <pc:docMk/>
            <pc:sldMk cId="1347781755" sldId="1998"/>
            <ac:grpSpMk id="7" creationId="{5BC2257F-9FD7-6451-4F97-AF3A39FF24FC}"/>
          </ac:grpSpMkLst>
        </pc:grpChg>
        <pc:grpChg chg="add mod">
          <ac:chgData name="George Stephen, Reuben" userId="f36fcdba-2387-45bd-94a7-0c45a8a9ccec" providerId="ADAL" clId="{80C4595B-EA55-4BFD-8813-425C14904D0B}" dt="2024-11-07T11:16:47.396" v="2035" actId="1076"/>
          <ac:grpSpMkLst>
            <pc:docMk/>
            <pc:sldMk cId="1347781755" sldId="1998"/>
            <ac:grpSpMk id="10" creationId="{20057502-663C-B5A6-AE2F-6B4BF310D543}"/>
          </ac:grpSpMkLst>
        </pc:grpChg>
      </pc:sldChg>
      <pc:sldChg chg="del">
        <pc:chgData name="George Stephen, Reuben" userId="f36fcdba-2387-45bd-94a7-0c45a8a9ccec" providerId="ADAL" clId="{80C4595B-EA55-4BFD-8813-425C14904D0B}" dt="2024-11-07T11:23:35.899" v="2092" actId="47"/>
        <pc:sldMkLst>
          <pc:docMk/>
          <pc:sldMk cId="84035732" sldId="1999"/>
        </pc:sldMkLst>
      </pc:sldChg>
      <pc:sldChg chg="del">
        <pc:chgData name="George Stephen, Reuben" userId="f36fcdba-2387-45bd-94a7-0c45a8a9ccec" providerId="ADAL" clId="{80C4595B-EA55-4BFD-8813-425C14904D0B}" dt="2024-11-07T04:43:38.061" v="973" actId="47"/>
        <pc:sldMkLst>
          <pc:docMk/>
          <pc:sldMk cId="1649440923" sldId="2000"/>
        </pc:sldMkLst>
      </pc:sldChg>
      <pc:sldChg chg="del">
        <pc:chgData name="George Stephen, Reuben" userId="f36fcdba-2387-45bd-94a7-0c45a8a9ccec" providerId="ADAL" clId="{80C4595B-EA55-4BFD-8813-425C14904D0B}" dt="2024-11-07T04:43:33.617" v="972" actId="47"/>
        <pc:sldMkLst>
          <pc:docMk/>
          <pc:sldMk cId="1938064774" sldId="2001"/>
        </pc:sldMkLst>
      </pc:sldChg>
      <pc:sldChg chg="del">
        <pc:chgData name="George Stephen, Reuben" userId="f36fcdba-2387-45bd-94a7-0c45a8a9ccec" providerId="ADAL" clId="{80C4595B-EA55-4BFD-8813-425C14904D0B}" dt="2024-11-07T04:43:47.150" v="975" actId="47"/>
        <pc:sldMkLst>
          <pc:docMk/>
          <pc:sldMk cId="4151103667" sldId="2002"/>
        </pc:sldMkLst>
      </pc:sldChg>
      <pc:sldChg chg="del">
        <pc:chgData name="George Stephen, Reuben" userId="f36fcdba-2387-45bd-94a7-0c45a8a9ccec" providerId="ADAL" clId="{80C4595B-EA55-4BFD-8813-425C14904D0B}" dt="2024-11-07T04:43:53.646" v="976" actId="47"/>
        <pc:sldMkLst>
          <pc:docMk/>
          <pc:sldMk cId="3787071955" sldId="2003"/>
        </pc:sldMkLst>
      </pc:sldChg>
      <pc:sldChg chg="del">
        <pc:chgData name="George Stephen, Reuben" userId="f36fcdba-2387-45bd-94a7-0c45a8a9ccec" providerId="ADAL" clId="{80C4595B-EA55-4BFD-8813-425C14904D0B}" dt="2024-11-07T04:43:58.107" v="977" actId="47"/>
        <pc:sldMkLst>
          <pc:docMk/>
          <pc:sldMk cId="3741198262" sldId="2004"/>
        </pc:sldMkLst>
      </pc:sldChg>
      <pc:sldChg chg="del">
        <pc:chgData name="George Stephen, Reuben" userId="f36fcdba-2387-45bd-94a7-0c45a8a9ccec" providerId="ADAL" clId="{80C4595B-EA55-4BFD-8813-425C14904D0B}" dt="2024-11-07T04:43:58.107" v="977" actId="47"/>
        <pc:sldMkLst>
          <pc:docMk/>
          <pc:sldMk cId="2832182295" sldId="2005"/>
        </pc:sldMkLst>
      </pc:sldChg>
      <pc:sldChg chg="del">
        <pc:chgData name="George Stephen, Reuben" userId="f36fcdba-2387-45bd-94a7-0c45a8a9ccec" providerId="ADAL" clId="{80C4595B-EA55-4BFD-8813-425C14904D0B}" dt="2024-11-07T11:23:35.899" v="2092" actId="47"/>
        <pc:sldMkLst>
          <pc:docMk/>
          <pc:sldMk cId="3407794705" sldId="2006"/>
        </pc:sldMkLst>
      </pc:sldChg>
      <pc:sldChg chg="del">
        <pc:chgData name="George Stephen, Reuben" userId="f36fcdba-2387-45bd-94a7-0c45a8a9ccec" providerId="ADAL" clId="{80C4595B-EA55-4BFD-8813-425C14904D0B}" dt="2024-11-07T11:23:35.899" v="2092" actId="47"/>
        <pc:sldMkLst>
          <pc:docMk/>
          <pc:sldMk cId="220817451" sldId="2008"/>
        </pc:sldMkLst>
      </pc:sldChg>
      <pc:sldChg chg="del">
        <pc:chgData name="George Stephen, Reuben" userId="f36fcdba-2387-45bd-94a7-0c45a8a9ccec" providerId="ADAL" clId="{80C4595B-EA55-4BFD-8813-425C14904D0B}" dt="2024-11-07T11:23:35.899" v="2092" actId="47"/>
        <pc:sldMkLst>
          <pc:docMk/>
          <pc:sldMk cId="3374729440" sldId="2009"/>
        </pc:sldMkLst>
      </pc:sldChg>
      <pc:sldChg chg="del">
        <pc:chgData name="George Stephen, Reuben" userId="f36fcdba-2387-45bd-94a7-0c45a8a9ccec" providerId="ADAL" clId="{80C4595B-EA55-4BFD-8813-425C14904D0B}" dt="2024-11-08T23:06:18.500" v="5236" actId="47"/>
        <pc:sldMkLst>
          <pc:docMk/>
          <pc:sldMk cId="1342713666" sldId="2010"/>
        </pc:sldMkLst>
      </pc:sldChg>
      <pc:sldChg chg="del">
        <pc:chgData name="George Stephen, Reuben" userId="f36fcdba-2387-45bd-94a7-0c45a8a9ccec" providerId="ADAL" clId="{80C4595B-EA55-4BFD-8813-425C14904D0B}" dt="2024-11-08T23:06:18.500" v="5236" actId="47"/>
        <pc:sldMkLst>
          <pc:docMk/>
          <pc:sldMk cId="3318046344" sldId="2012"/>
        </pc:sldMkLst>
      </pc:sldChg>
      <pc:sldChg chg="del">
        <pc:chgData name="George Stephen, Reuben" userId="f36fcdba-2387-45bd-94a7-0c45a8a9ccec" providerId="ADAL" clId="{80C4595B-EA55-4BFD-8813-425C14904D0B}" dt="2024-11-08T23:06:18.500" v="5236" actId="47"/>
        <pc:sldMkLst>
          <pc:docMk/>
          <pc:sldMk cId="132148437" sldId="2013"/>
        </pc:sldMkLst>
      </pc:sldChg>
      <pc:sldChg chg="del">
        <pc:chgData name="George Stephen, Reuben" userId="f36fcdba-2387-45bd-94a7-0c45a8a9ccec" providerId="ADAL" clId="{80C4595B-EA55-4BFD-8813-425C14904D0B}" dt="2024-11-08T07:01:46.987" v="2952" actId="47"/>
        <pc:sldMkLst>
          <pc:docMk/>
          <pc:sldMk cId="3884858010" sldId="2014"/>
        </pc:sldMkLst>
      </pc:sldChg>
      <pc:sldChg chg="del">
        <pc:chgData name="George Stephen, Reuben" userId="f36fcdba-2387-45bd-94a7-0c45a8a9ccec" providerId="ADAL" clId="{80C4595B-EA55-4BFD-8813-425C14904D0B}" dt="2024-11-08T07:01:46.987" v="2952" actId="47"/>
        <pc:sldMkLst>
          <pc:docMk/>
          <pc:sldMk cId="1986464020" sldId="2015"/>
        </pc:sldMkLst>
      </pc:sldChg>
      <pc:sldChg chg="del">
        <pc:chgData name="George Stephen, Reuben" userId="f36fcdba-2387-45bd-94a7-0c45a8a9ccec" providerId="ADAL" clId="{80C4595B-EA55-4BFD-8813-425C14904D0B}" dt="2024-11-08T07:01:46.987" v="2952" actId="47"/>
        <pc:sldMkLst>
          <pc:docMk/>
          <pc:sldMk cId="663417842" sldId="2016"/>
        </pc:sldMkLst>
      </pc:sldChg>
      <pc:sldChg chg="del">
        <pc:chgData name="George Stephen, Reuben" userId="f36fcdba-2387-45bd-94a7-0c45a8a9ccec" providerId="ADAL" clId="{80C4595B-EA55-4BFD-8813-425C14904D0B}" dt="2024-11-08T07:55:05.109" v="3601" actId="47"/>
        <pc:sldMkLst>
          <pc:docMk/>
          <pc:sldMk cId="1829241916" sldId="2017"/>
        </pc:sldMkLst>
      </pc:sldChg>
      <pc:sldChg chg="del">
        <pc:chgData name="George Stephen, Reuben" userId="f36fcdba-2387-45bd-94a7-0c45a8a9ccec" providerId="ADAL" clId="{80C4595B-EA55-4BFD-8813-425C14904D0B}" dt="2024-11-08T07:55:05.109" v="3601" actId="47"/>
        <pc:sldMkLst>
          <pc:docMk/>
          <pc:sldMk cId="642649355" sldId="2018"/>
        </pc:sldMkLst>
      </pc:sldChg>
      <pc:sldChg chg="del">
        <pc:chgData name="George Stephen, Reuben" userId="f36fcdba-2387-45bd-94a7-0c45a8a9ccec" providerId="ADAL" clId="{80C4595B-EA55-4BFD-8813-425C14904D0B}" dt="2024-11-08T07:55:05.109" v="3601" actId="47"/>
        <pc:sldMkLst>
          <pc:docMk/>
          <pc:sldMk cId="1219841608" sldId="2019"/>
        </pc:sldMkLst>
      </pc:sldChg>
      <pc:sldChg chg="del">
        <pc:chgData name="George Stephen, Reuben" userId="f36fcdba-2387-45bd-94a7-0c45a8a9ccec" providerId="ADAL" clId="{80C4595B-EA55-4BFD-8813-425C14904D0B}" dt="2024-11-08T07:55:05.109" v="3601" actId="47"/>
        <pc:sldMkLst>
          <pc:docMk/>
          <pc:sldMk cId="663617141" sldId="2020"/>
        </pc:sldMkLst>
      </pc:sldChg>
      <pc:sldChg chg="del">
        <pc:chgData name="George Stephen, Reuben" userId="f36fcdba-2387-45bd-94a7-0c45a8a9ccec" providerId="ADAL" clId="{80C4595B-EA55-4BFD-8813-425C14904D0B}" dt="2024-11-08T07:55:05.109" v="3601" actId="47"/>
        <pc:sldMkLst>
          <pc:docMk/>
          <pc:sldMk cId="3710302464" sldId="2021"/>
        </pc:sldMkLst>
      </pc:sldChg>
      <pc:sldChg chg="del">
        <pc:chgData name="George Stephen, Reuben" userId="f36fcdba-2387-45bd-94a7-0c45a8a9ccec" providerId="ADAL" clId="{80C4595B-EA55-4BFD-8813-425C14904D0B}" dt="2024-11-08T07:55:05.109" v="3601" actId="47"/>
        <pc:sldMkLst>
          <pc:docMk/>
          <pc:sldMk cId="840360190" sldId="2022"/>
        </pc:sldMkLst>
      </pc:sldChg>
      <pc:sldChg chg="del">
        <pc:chgData name="George Stephen, Reuben" userId="f36fcdba-2387-45bd-94a7-0c45a8a9ccec" providerId="ADAL" clId="{80C4595B-EA55-4BFD-8813-425C14904D0B}" dt="2024-11-08T07:55:05.109" v="3601" actId="47"/>
        <pc:sldMkLst>
          <pc:docMk/>
          <pc:sldMk cId="29892813" sldId="2023"/>
        </pc:sldMkLst>
      </pc:sldChg>
      <pc:sldChg chg="addSp delSp modSp mod">
        <pc:chgData name="George Stephen, Reuben" userId="f36fcdba-2387-45bd-94a7-0c45a8a9ccec" providerId="ADAL" clId="{80C4595B-EA55-4BFD-8813-425C14904D0B}" dt="2024-11-09T06:30:07.918" v="5489" actId="1076"/>
        <pc:sldMkLst>
          <pc:docMk/>
          <pc:sldMk cId="5311281" sldId="2024"/>
        </pc:sldMkLst>
        <pc:spChg chg="mod">
          <ac:chgData name="George Stephen, Reuben" userId="f36fcdba-2387-45bd-94a7-0c45a8a9ccec" providerId="ADAL" clId="{80C4595B-EA55-4BFD-8813-425C14904D0B}" dt="2024-11-08T22:49:53.458" v="4652" actId="20577"/>
          <ac:spMkLst>
            <pc:docMk/>
            <pc:sldMk cId="5311281" sldId="2024"/>
            <ac:spMk id="2" creationId="{00000000-0000-0000-0000-000000000000}"/>
          </ac:spMkLst>
        </pc:spChg>
        <pc:spChg chg="mod">
          <ac:chgData name="George Stephen, Reuben" userId="f36fcdba-2387-45bd-94a7-0c45a8a9ccec" providerId="ADAL" clId="{80C4595B-EA55-4BFD-8813-425C14904D0B}" dt="2024-11-08T23:20:46.632" v="5407" actId="20577"/>
          <ac:spMkLst>
            <pc:docMk/>
            <pc:sldMk cId="5311281" sldId="2024"/>
            <ac:spMk id="4" creationId="{11638D45-CE17-40C1-F11F-770D918C473D}"/>
          </ac:spMkLst>
        </pc:spChg>
        <pc:spChg chg="mod">
          <ac:chgData name="George Stephen, Reuben" userId="f36fcdba-2387-45bd-94a7-0c45a8a9ccec" providerId="ADAL" clId="{80C4595B-EA55-4BFD-8813-425C14904D0B}" dt="2024-11-09T06:29:57.129" v="5486"/>
          <ac:spMkLst>
            <pc:docMk/>
            <pc:sldMk cId="5311281" sldId="2024"/>
            <ac:spMk id="5" creationId="{1EABB307-89E6-D6E2-8CD2-30E3F6F72703}"/>
          </ac:spMkLst>
        </pc:spChg>
        <pc:spChg chg="mod">
          <ac:chgData name="George Stephen, Reuben" userId="f36fcdba-2387-45bd-94a7-0c45a8a9ccec" providerId="ADAL" clId="{80C4595B-EA55-4BFD-8813-425C14904D0B}" dt="2024-11-09T06:29:57.129" v="5486"/>
          <ac:spMkLst>
            <pc:docMk/>
            <pc:sldMk cId="5311281" sldId="2024"/>
            <ac:spMk id="7" creationId="{ED780F93-CB50-28BA-A851-BD6EC591A247}"/>
          </ac:spMkLst>
        </pc:spChg>
        <pc:spChg chg="mod">
          <ac:chgData name="George Stephen, Reuben" userId="f36fcdba-2387-45bd-94a7-0c45a8a9ccec" providerId="ADAL" clId="{80C4595B-EA55-4BFD-8813-425C14904D0B}" dt="2024-11-09T06:30:03.940" v="5488"/>
          <ac:spMkLst>
            <pc:docMk/>
            <pc:sldMk cId="5311281" sldId="2024"/>
            <ac:spMk id="9" creationId="{7A553F9E-31DF-84FC-6FAB-37CE547562DF}"/>
          </ac:spMkLst>
        </pc:spChg>
        <pc:spChg chg="mod">
          <ac:chgData name="George Stephen, Reuben" userId="f36fcdba-2387-45bd-94a7-0c45a8a9ccec" providerId="ADAL" clId="{80C4595B-EA55-4BFD-8813-425C14904D0B}" dt="2024-11-09T06:30:03.940" v="5488"/>
          <ac:spMkLst>
            <pc:docMk/>
            <pc:sldMk cId="5311281" sldId="2024"/>
            <ac:spMk id="10" creationId="{F1F6ACA0-8D4A-A992-82D4-0B1564D065ED}"/>
          </ac:spMkLst>
        </pc:spChg>
        <pc:spChg chg="mod ord">
          <ac:chgData name="George Stephen, Reuben" userId="f36fcdba-2387-45bd-94a7-0c45a8a9ccec" providerId="ADAL" clId="{80C4595B-EA55-4BFD-8813-425C14904D0B}" dt="2024-11-08T22:41:26.433" v="3973" actId="167"/>
          <ac:spMkLst>
            <pc:docMk/>
            <pc:sldMk cId="5311281" sldId="2024"/>
            <ac:spMk id="12" creationId="{2A8C73C2-1E69-0CF2-7BB8-0D38997385C0}"/>
          </ac:spMkLst>
        </pc:spChg>
        <pc:spChg chg="mod ord">
          <ac:chgData name="George Stephen, Reuben" userId="f36fcdba-2387-45bd-94a7-0c45a8a9ccec" providerId="ADAL" clId="{80C4595B-EA55-4BFD-8813-425C14904D0B}" dt="2024-11-08T22:39:48.028" v="3804" actId="167"/>
          <ac:spMkLst>
            <pc:docMk/>
            <pc:sldMk cId="5311281" sldId="2024"/>
            <ac:spMk id="14" creationId="{E221F873-C37A-DAFA-011B-E53360621CFD}"/>
          </ac:spMkLst>
        </pc:spChg>
        <pc:grpChg chg="add mod">
          <ac:chgData name="George Stephen, Reuben" userId="f36fcdba-2387-45bd-94a7-0c45a8a9ccec" providerId="ADAL" clId="{80C4595B-EA55-4BFD-8813-425C14904D0B}" dt="2024-11-09T06:30:02.609" v="5487" actId="1076"/>
          <ac:grpSpMkLst>
            <pc:docMk/>
            <pc:sldMk cId="5311281" sldId="2024"/>
            <ac:grpSpMk id="3" creationId="{20B06379-AF36-A362-D49C-40B38E77B86B}"/>
          </ac:grpSpMkLst>
        </pc:grpChg>
        <pc:grpChg chg="del">
          <ac:chgData name="George Stephen, Reuben" userId="f36fcdba-2387-45bd-94a7-0c45a8a9ccec" providerId="ADAL" clId="{80C4595B-EA55-4BFD-8813-425C14904D0B}" dt="2024-11-08T22:41:31.702" v="3975" actId="478"/>
          <ac:grpSpMkLst>
            <pc:docMk/>
            <pc:sldMk cId="5311281" sldId="2024"/>
            <ac:grpSpMk id="3" creationId="{85C31DB3-A9A5-761E-62E2-C50EB827EDD0}"/>
          </ac:grpSpMkLst>
        </pc:grpChg>
        <pc:grpChg chg="add mod">
          <ac:chgData name="George Stephen, Reuben" userId="f36fcdba-2387-45bd-94a7-0c45a8a9ccec" providerId="ADAL" clId="{80C4595B-EA55-4BFD-8813-425C14904D0B}" dt="2024-11-09T06:30:07.918" v="5489" actId="1076"/>
          <ac:grpSpMkLst>
            <pc:docMk/>
            <pc:sldMk cId="5311281" sldId="2024"/>
            <ac:grpSpMk id="8" creationId="{3CA04026-100A-1E04-3D3A-B3EBB2DBD402}"/>
          </ac:grpSpMkLst>
        </pc:grpChg>
        <pc:grpChg chg="del">
          <ac:chgData name="George Stephen, Reuben" userId="f36fcdba-2387-45bd-94a7-0c45a8a9ccec" providerId="ADAL" clId="{80C4595B-EA55-4BFD-8813-425C14904D0B}" dt="2024-11-08T22:39:52.230" v="3805" actId="478"/>
          <ac:grpSpMkLst>
            <pc:docMk/>
            <pc:sldMk cId="5311281" sldId="2024"/>
            <ac:grpSpMk id="8" creationId="{72AD878E-5F24-9335-D5E7-CAB3C793EF4C}"/>
          </ac:grpSpMkLst>
        </pc:grpChg>
        <pc:grpChg chg="del">
          <ac:chgData name="George Stephen, Reuben" userId="f36fcdba-2387-45bd-94a7-0c45a8a9ccec" providerId="ADAL" clId="{80C4595B-EA55-4BFD-8813-425C14904D0B}" dt="2024-11-08T22:41:28.696" v="3974" actId="478"/>
          <ac:grpSpMkLst>
            <pc:docMk/>
            <pc:sldMk cId="5311281" sldId="2024"/>
            <ac:grpSpMk id="15" creationId="{CAC76EA7-8219-F4AE-8F86-1E4C4D75DB38}"/>
          </ac:grpSpMkLst>
        </pc:grpChg>
        <pc:grpChg chg="del">
          <ac:chgData name="George Stephen, Reuben" userId="f36fcdba-2387-45bd-94a7-0c45a8a9ccec" providerId="ADAL" clId="{80C4595B-EA55-4BFD-8813-425C14904D0B}" dt="2024-11-08T22:39:22.814" v="3803" actId="478"/>
          <ac:grpSpMkLst>
            <pc:docMk/>
            <pc:sldMk cId="5311281" sldId="2024"/>
            <ac:grpSpMk id="18" creationId="{55253F63-3D76-21F9-399A-318504B5953A}"/>
          </ac:grpSpMkLst>
        </pc:grpChg>
      </pc:sldChg>
      <pc:sldChg chg="del">
        <pc:chgData name="George Stephen, Reuben" userId="f36fcdba-2387-45bd-94a7-0c45a8a9ccec" providerId="ADAL" clId="{80C4595B-EA55-4BFD-8813-425C14904D0B}" dt="2024-11-08T22:57:06.883" v="5068" actId="47"/>
        <pc:sldMkLst>
          <pc:docMk/>
          <pc:sldMk cId="3649893501" sldId="2025"/>
        </pc:sldMkLst>
      </pc:sldChg>
      <pc:sldChg chg="del">
        <pc:chgData name="George Stephen, Reuben" userId="f36fcdba-2387-45bd-94a7-0c45a8a9ccec" providerId="ADAL" clId="{80C4595B-EA55-4BFD-8813-425C14904D0B}" dt="2024-11-08T22:57:06.883" v="5068" actId="47"/>
        <pc:sldMkLst>
          <pc:docMk/>
          <pc:sldMk cId="78329199" sldId="2026"/>
        </pc:sldMkLst>
      </pc:sldChg>
      <pc:sldChg chg="del">
        <pc:chgData name="George Stephen, Reuben" userId="f36fcdba-2387-45bd-94a7-0c45a8a9ccec" providerId="ADAL" clId="{80C4595B-EA55-4BFD-8813-425C14904D0B}" dt="2024-11-08T22:57:06.883" v="5068" actId="47"/>
        <pc:sldMkLst>
          <pc:docMk/>
          <pc:sldMk cId="3269228173" sldId="2027"/>
        </pc:sldMkLst>
      </pc:sldChg>
      <pc:sldChg chg="del">
        <pc:chgData name="George Stephen, Reuben" userId="f36fcdba-2387-45bd-94a7-0c45a8a9ccec" providerId="ADAL" clId="{80C4595B-EA55-4BFD-8813-425C14904D0B}" dt="2024-11-08T22:57:06.883" v="5068" actId="47"/>
        <pc:sldMkLst>
          <pc:docMk/>
          <pc:sldMk cId="3770126088" sldId="2028"/>
        </pc:sldMkLst>
      </pc:sldChg>
      <pc:sldChg chg="del">
        <pc:chgData name="George Stephen, Reuben" userId="f36fcdba-2387-45bd-94a7-0c45a8a9ccec" providerId="ADAL" clId="{80C4595B-EA55-4BFD-8813-425C14904D0B}" dt="2024-11-08T22:57:06.883" v="5068" actId="47"/>
        <pc:sldMkLst>
          <pc:docMk/>
          <pc:sldMk cId="792453057" sldId="2029"/>
        </pc:sldMkLst>
      </pc:sldChg>
      <pc:sldChg chg="del">
        <pc:chgData name="George Stephen, Reuben" userId="f36fcdba-2387-45bd-94a7-0c45a8a9ccec" providerId="ADAL" clId="{80C4595B-EA55-4BFD-8813-425C14904D0B}" dt="2024-11-08T22:57:06.883" v="5068" actId="47"/>
        <pc:sldMkLst>
          <pc:docMk/>
          <pc:sldMk cId="1862026461" sldId="2030"/>
        </pc:sldMkLst>
      </pc:sldChg>
      <pc:sldChg chg="del">
        <pc:chgData name="George Stephen, Reuben" userId="f36fcdba-2387-45bd-94a7-0c45a8a9ccec" providerId="ADAL" clId="{80C4595B-EA55-4BFD-8813-425C14904D0B}" dt="2024-11-08T22:57:06.883" v="5068" actId="47"/>
        <pc:sldMkLst>
          <pc:docMk/>
          <pc:sldMk cId="2545759182" sldId="2031"/>
        </pc:sldMkLst>
      </pc:sldChg>
      <pc:sldChg chg="del">
        <pc:chgData name="George Stephen, Reuben" userId="f36fcdba-2387-45bd-94a7-0c45a8a9ccec" providerId="ADAL" clId="{80C4595B-EA55-4BFD-8813-425C14904D0B}" dt="2024-11-08T22:57:06.883" v="5068" actId="47"/>
        <pc:sldMkLst>
          <pc:docMk/>
          <pc:sldMk cId="3312352682" sldId="2032"/>
        </pc:sldMkLst>
      </pc:sldChg>
      <pc:sldChg chg="del">
        <pc:chgData name="George Stephen, Reuben" userId="f36fcdba-2387-45bd-94a7-0c45a8a9ccec" providerId="ADAL" clId="{80C4595B-EA55-4BFD-8813-425C14904D0B}" dt="2024-11-08T22:57:06.883" v="5068" actId="47"/>
        <pc:sldMkLst>
          <pc:docMk/>
          <pc:sldMk cId="2848631010" sldId="2033"/>
        </pc:sldMkLst>
      </pc:sldChg>
      <pc:sldChg chg="modSp add mod">
        <pc:chgData name="George Stephen, Reuben" userId="f36fcdba-2387-45bd-94a7-0c45a8a9ccec" providerId="ADAL" clId="{80C4595B-EA55-4BFD-8813-425C14904D0B}" dt="2024-11-08T23:15:16.544" v="5353" actId="20577"/>
        <pc:sldMkLst>
          <pc:docMk/>
          <pc:sldMk cId="2906986960" sldId="2034"/>
        </pc:sldMkLst>
        <pc:spChg chg="mod">
          <ac:chgData name="George Stephen, Reuben" userId="f36fcdba-2387-45bd-94a7-0c45a8a9ccec" providerId="ADAL" clId="{80C4595B-EA55-4BFD-8813-425C14904D0B}" dt="2024-11-08T23:15:16.544" v="5353" actId="20577"/>
          <ac:spMkLst>
            <pc:docMk/>
            <pc:sldMk cId="2906986960" sldId="2034"/>
            <ac:spMk id="4" creationId="{11638D45-CE17-40C1-F11F-770D918C473D}"/>
          </ac:spMkLst>
        </pc:spChg>
        <pc:spChg chg="mod">
          <ac:chgData name="George Stephen, Reuben" userId="f36fcdba-2387-45bd-94a7-0c45a8a9ccec" providerId="ADAL" clId="{80C4595B-EA55-4BFD-8813-425C14904D0B}" dt="2024-11-08T23:09:00.262" v="5263" actId="12788"/>
          <ac:spMkLst>
            <pc:docMk/>
            <pc:sldMk cId="2906986960" sldId="2034"/>
            <ac:spMk id="5" creationId="{7DAD38E4-2FFE-92B6-2E7F-5AE5C074EC16}"/>
          </ac:spMkLst>
        </pc:spChg>
        <pc:spChg chg="mod">
          <ac:chgData name="George Stephen, Reuben" userId="f36fcdba-2387-45bd-94a7-0c45a8a9ccec" providerId="ADAL" clId="{80C4595B-EA55-4BFD-8813-425C14904D0B}" dt="2024-11-08T23:08:31.258" v="5254" actId="20577"/>
          <ac:spMkLst>
            <pc:docMk/>
            <pc:sldMk cId="2906986960" sldId="2034"/>
            <ac:spMk id="12" creationId="{7905A2DF-1131-91B8-F9F4-29C2BA98F4E1}"/>
          </ac:spMkLst>
        </pc:spChg>
      </pc:sldChg>
      <pc:sldChg chg="modSp add mod">
        <pc:chgData name="George Stephen, Reuben" userId="f36fcdba-2387-45bd-94a7-0c45a8a9ccec" providerId="ADAL" clId="{80C4595B-EA55-4BFD-8813-425C14904D0B}" dt="2024-11-08T23:15:12.670" v="5352" actId="20577"/>
        <pc:sldMkLst>
          <pc:docMk/>
          <pc:sldMk cId="1860900425" sldId="2035"/>
        </pc:sldMkLst>
        <pc:spChg chg="mod">
          <ac:chgData name="George Stephen, Reuben" userId="f36fcdba-2387-45bd-94a7-0c45a8a9ccec" providerId="ADAL" clId="{80C4595B-EA55-4BFD-8813-425C14904D0B}" dt="2024-11-08T23:15:12.670" v="5352" actId="20577"/>
          <ac:spMkLst>
            <pc:docMk/>
            <pc:sldMk cId="1860900425" sldId="2035"/>
            <ac:spMk id="4" creationId="{11638D45-CE17-40C1-F11F-770D918C473D}"/>
          </ac:spMkLst>
        </pc:spChg>
        <pc:spChg chg="mod">
          <ac:chgData name="George Stephen, Reuben" userId="f36fcdba-2387-45bd-94a7-0c45a8a9ccec" providerId="ADAL" clId="{80C4595B-EA55-4BFD-8813-425C14904D0B}" dt="2024-11-08T23:10:52.634" v="5305" actId="6549"/>
          <ac:spMkLst>
            <pc:docMk/>
            <pc:sldMk cId="1860900425" sldId="2035"/>
            <ac:spMk id="5" creationId="{7DAD38E4-2FFE-92B6-2E7F-5AE5C074EC16}"/>
          </ac:spMkLst>
        </pc:spChg>
        <pc:spChg chg="mod">
          <ac:chgData name="George Stephen, Reuben" userId="f36fcdba-2387-45bd-94a7-0c45a8a9ccec" providerId="ADAL" clId="{80C4595B-EA55-4BFD-8813-425C14904D0B}" dt="2024-11-08T23:10:06.996" v="5296" actId="1076"/>
          <ac:spMkLst>
            <pc:docMk/>
            <pc:sldMk cId="1860900425" sldId="2035"/>
            <ac:spMk id="12" creationId="{7905A2DF-1131-91B8-F9F4-29C2BA98F4E1}"/>
          </ac:spMkLst>
        </pc:spChg>
      </pc:sldChg>
      <pc:sldChg chg="modSp add del mod">
        <pc:chgData name="George Stephen, Reuben" userId="f36fcdba-2387-45bd-94a7-0c45a8a9ccec" providerId="ADAL" clId="{80C4595B-EA55-4BFD-8813-425C14904D0B}" dt="2024-11-08T23:11:19.216" v="5306" actId="47"/>
        <pc:sldMkLst>
          <pc:docMk/>
          <pc:sldMk cId="2582118827" sldId="2036"/>
        </pc:sldMkLst>
        <pc:spChg chg="mod">
          <ac:chgData name="George Stephen, Reuben" userId="f36fcdba-2387-45bd-94a7-0c45a8a9ccec" providerId="ADAL" clId="{80C4595B-EA55-4BFD-8813-425C14904D0B}" dt="2024-11-07T04:21:39.263" v="438"/>
          <ac:spMkLst>
            <pc:docMk/>
            <pc:sldMk cId="2582118827" sldId="2036"/>
            <ac:spMk id="5" creationId="{7DAD38E4-2FFE-92B6-2E7F-5AE5C074EC16}"/>
          </ac:spMkLst>
        </pc:spChg>
        <pc:spChg chg="mod">
          <ac:chgData name="George Stephen, Reuben" userId="f36fcdba-2387-45bd-94a7-0c45a8a9ccec" providerId="ADAL" clId="{80C4595B-EA55-4BFD-8813-425C14904D0B}" dt="2024-11-07T04:21:52.933" v="461" actId="404"/>
          <ac:spMkLst>
            <pc:docMk/>
            <pc:sldMk cId="2582118827" sldId="2036"/>
            <ac:spMk id="12" creationId="{7905A2DF-1131-91B8-F9F4-29C2BA98F4E1}"/>
          </ac:spMkLst>
        </pc:spChg>
      </pc:sldChg>
      <pc:sldChg chg="modSp add mod">
        <pc:chgData name="George Stephen, Reuben" userId="f36fcdba-2387-45bd-94a7-0c45a8a9ccec" providerId="ADAL" clId="{80C4595B-EA55-4BFD-8813-425C14904D0B}" dt="2024-11-08T23:15:08.326" v="5351" actId="20577"/>
        <pc:sldMkLst>
          <pc:docMk/>
          <pc:sldMk cId="3762147403" sldId="2037"/>
        </pc:sldMkLst>
        <pc:spChg chg="mod">
          <ac:chgData name="George Stephen, Reuben" userId="f36fcdba-2387-45bd-94a7-0c45a8a9ccec" providerId="ADAL" clId="{80C4595B-EA55-4BFD-8813-425C14904D0B}" dt="2024-11-08T23:15:08.326" v="5351" actId="20577"/>
          <ac:spMkLst>
            <pc:docMk/>
            <pc:sldMk cId="3762147403" sldId="2037"/>
            <ac:spMk id="4" creationId="{11638D45-CE17-40C1-F11F-770D918C473D}"/>
          </ac:spMkLst>
        </pc:spChg>
        <pc:spChg chg="mod">
          <ac:chgData name="George Stephen, Reuben" userId="f36fcdba-2387-45bd-94a7-0c45a8a9ccec" providerId="ADAL" clId="{80C4595B-EA55-4BFD-8813-425C14904D0B}" dt="2024-11-08T23:11:44.377" v="5317" actId="12788"/>
          <ac:spMkLst>
            <pc:docMk/>
            <pc:sldMk cId="3762147403" sldId="2037"/>
            <ac:spMk id="5" creationId="{7DAD38E4-2FFE-92B6-2E7F-5AE5C074EC16}"/>
          </ac:spMkLst>
        </pc:spChg>
        <pc:spChg chg="mod">
          <ac:chgData name="George Stephen, Reuben" userId="f36fcdba-2387-45bd-94a7-0c45a8a9ccec" providerId="ADAL" clId="{80C4595B-EA55-4BFD-8813-425C14904D0B}" dt="2024-11-08T23:11:32.640" v="5310" actId="12788"/>
          <ac:spMkLst>
            <pc:docMk/>
            <pc:sldMk cId="3762147403" sldId="2037"/>
            <ac:spMk id="12" creationId="{7905A2DF-1131-91B8-F9F4-29C2BA98F4E1}"/>
          </ac:spMkLst>
        </pc:spChg>
      </pc:sldChg>
      <pc:sldChg chg="modSp add mod">
        <pc:chgData name="George Stephen, Reuben" userId="f36fcdba-2387-45bd-94a7-0c45a8a9ccec" providerId="ADAL" clId="{80C4595B-EA55-4BFD-8813-425C14904D0B}" dt="2024-11-08T23:15:04.924" v="5350" actId="20577"/>
        <pc:sldMkLst>
          <pc:docMk/>
          <pc:sldMk cId="3551761536" sldId="2038"/>
        </pc:sldMkLst>
        <pc:spChg chg="mod">
          <ac:chgData name="George Stephen, Reuben" userId="f36fcdba-2387-45bd-94a7-0c45a8a9ccec" providerId="ADAL" clId="{80C4595B-EA55-4BFD-8813-425C14904D0B}" dt="2024-11-08T23:15:04.924" v="5350" actId="20577"/>
          <ac:spMkLst>
            <pc:docMk/>
            <pc:sldMk cId="3551761536" sldId="2038"/>
            <ac:spMk id="4" creationId="{11638D45-CE17-40C1-F11F-770D918C473D}"/>
          </ac:spMkLst>
        </pc:spChg>
        <pc:spChg chg="mod">
          <ac:chgData name="George Stephen, Reuben" userId="f36fcdba-2387-45bd-94a7-0c45a8a9ccec" providerId="ADAL" clId="{80C4595B-EA55-4BFD-8813-425C14904D0B}" dt="2024-11-08T23:12:31.062" v="5327" actId="20577"/>
          <ac:spMkLst>
            <pc:docMk/>
            <pc:sldMk cId="3551761536" sldId="2038"/>
            <ac:spMk id="5" creationId="{7DAD38E4-2FFE-92B6-2E7F-5AE5C074EC16}"/>
          </ac:spMkLst>
        </pc:spChg>
        <pc:spChg chg="mod">
          <ac:chgData name="George Stephen, Reuben" userId="f36fcdba-2387-45bd-94a7-0c45a8a9ccec" providerId="ADAL" clId="{80C4595B-EA55-4BFD-8813-425C14904D0B}" dt="2024-11-08T23:12:18.439" v="5322" actId="1076"/>
          <ac:spMkLst>
            <pc:docMk/>
            <pc:sldMk cId="3551761536" sldId="2038"/>
            <ac:spMk id="12" creationId="{7905A2DF-1131-91B8-F9F4-29C2BA98F4E1}"/>
          </ac:spMkLst>
        </pc:spChg>
      </pc:sldChg>
      <pc:sldChg chg="modSp add mod">
        <pc:chgData name="George Stephen, Reuben" userId="f36fcdba-2387-45bd-94a7-0c45a8a9ccec" providerId="ADAL" clId="{80C4595B-EA55-4BFD-8813-425C14904D0B}" dt="2024-11-08T23:15:00.871" v="5348" actId="20577"/>
        <pc:sldMkLst>
          <pc:docMk/>
          <pc:sldMk cId="3682465158" sldId="2039"/>
        </pc:sldMkLst>
        <pc:spChg chg="mod">
          <ac:chgData name="George Stephen, Reuben" userId="f36fcdba-2387-45bd-94a7-0c45a8a9ccec" providerId="ADAL" clId="{80C4595B-EA55-4BFD-8813-425C14904D0B}" dt="2024-11-08T23:15:00.871" v="5348" actId="20577"/>
          <ac:spMkLst>
            <pc:docMk/>
            <pc:sldMk cId="3682465158" sldId="2039"/>
            <ac:spMk id="4" creationId="{11638D45-CE17-40C1-F11F-770D918C473D}"/>
          </ac:spMkLst>
        </pc:spChg>
        <pc:spChg chg="mod">
          <ac:chgData name="George Stephen, Reuben" userId="f36fcdba-2387-45bd-94a7-0c45a8a9ccec" providerId="ADAL" clId="{80C4595B-EA55-4BFD-8813-425C14904D0B}" dt="2024-11-08T23:14:25.793" v="5343" actId="12788"/>
          <ac:spMkLst>
            <pc:docMk/>
            <pc:sldMk cId="3682465158" sldId="2039"/>
            <ac:spMk id="5" creationId="{7DAD38E4-2FFE-92B6-2E7F-5AE5C074EC16}"/>
          </ac:spMkLst>
        </pc:spChg>
        <pc:spChg chg="mod">
          <ac:chgData name="George Stephen, Reuben" userId="f36fcdba-2387-45bd-94a7-0c45a8a9ccec" providerId="ADAL" clId="{80C4595B-EA55-4BFD-8813-425C14904D0B}" dt="2024-11-08T23:14:49.946" v="5346" actId="12788"/>
          <ac:spMkLst>
            <pc:docMk/>
            <pc:sldMk cId="3682465158" sldId="2039"/>
            <ac:spMk id="12" creationId="{7905A2DF-1131-91B8-F9F4-29C2BA98F4E1}"/>
          </ac:spMkLst>
        </pc:spChg>
      </pc:sldChg>
      <pc:sldChg chg="modSp add mod">
        <pc:chgData name="George Stephen, Reuben" userId="f36fcdba-2387-45bd-94a7-0c45a8a9ccec" providerId="ADAL" clId="{80C4595B-EA55-4BFD-8813-425C14904D0B}" dt="2024-11-07T10:20:49.939" v="1515" actId="20577"/>
        <pc:sldMkLst>
          <pc:docMk/>
          <pc:sldMk cId="1845953481" sldId="2040"/>
        </pc:sldMkLst>
        <pc:spChg chg="mod">
          <ac:chgData name="George Stephen, Reuben" userId="f36fcdba-2387-45bd-94a7-0c45a8a9ccec" providerId="ADAL" clId="{80C4595B-EA55-4BFD-8813-425C14904D0B}" dt="2024-11-07T10:16:31.871" v="1419" actId="20577"/>
          <ac:spMkLst>
            <pc:docMk/>
            <pc:sldMk cId="1845953481" sldId="2040"/>
            <ac:spMk id="3" creationId="{57AE222E-4671-212B-25A7-CE983FDD0D35}"/>
          </ac:spMkLst>
        </pc:spChg>
        <pc:spChg chg="mod">
          <ac:chgData name="George Stephen, Reuben" userId="f36fcdba-2387-45bd-94a7-0c45a8a9ccec" providerId="ADAL" clId="{80C4595B-EA55-4BFD-8813-425C14904D0B}" dt="2024-11-07T10:20:49.939" v="1515" actId="20577"/>
          <ac:spMkLst>
            <pc:docMk/>
            <pc:sldMk cId="1845953481" sldId="2040"/>
            <ac:spMk id="5" creationId="{CAE21420-34C8-30C5-50CE-1D01ED744F93}"/>
          </ac:spMkLst>
        </pc:spChg>
      </pc:sldChg>
      <pc:sldChg chg="modSp add mod">
        <pc:chgData name="George Stephen, Reuben" userId="f36fcdba-2387-45bd-94a7-0c45a8a9ccec" providerId="ADAL" clId="{80C4595B-EA55-4BFD-8813-425C14904D0B}" dt="2024-11-07T10:20:37.379" v="1511" actId="20577"/>
        <pc:sldMkLst>
          <pc:docMk/>
          <pc:sldMk cId="234509642" sldId="2041"/>
        </pc:sldMkLst>
        <pc:spChg chg="mod">
          <ac:chgData name="George Stephen, Reuben" userId="f36fcdba-2387-45bd-94a7-0c45a8a9ccec" providerId="ADAL" clId="{80C4595B-EA55-4BFD-8813-425C14904D0B}" dt="2024-11-07T10:20:37.379" v="1511" actId="20577"/>
          <ac:spMkLst>
            <pc:docMk/>
            <pc:sldMk cId="234509642" sldId="2041"/>
            <ac:spMk id="5" creationId="{CAE21420-34C8-30C5-50CE-1D01ED744F93}"/>
          </ac:spMkLst>
        </pc:spChg>
      </pc:sldChg>
      <pc:sldChg chg="modSp add mod">
        <pc:chgData name="George Stephen, Reuben" userId="f36fcdba-2387-45bd-94a7-0c45a8a9ccec" providerId="ADAL" clId="{80C4595B-EA55-4BFD-8813-425C14904D0B}" dt="2024-11-07T10:20:29.858" v="1509" actId="20577"/>
        <pc:sldMkLst>
          <pc:docMk/>
          <pc:sldMk cId="612229597" sldId="2042"/>
        </pc:sldMkLst>
        <pc:spChg chg="mod">
          <ac:chgData name="George Stephen, Reuben" userId="f36fcdba-2387-45bd-94a7-0c45a8a9ccec" providerId="ADAL" clId="{80C4595B-EA55-4BFD-8813-425C14904D0B}" dt="2024-11-07T10:20:29.858" v="1509" actId="20577"/>
          <ac:spMkLst>
            <pc:docMk/>
            <pc:sldMk cId="612229597" sldId="2042"/>
            <ac:spMk id="5" creationId="{CAE21420-34C8-30C5-50CE-1D01ED744F93}"/>
          </ac:spMkLst>
        </pc:spChg>
      </pc:sldChg>
      <pc:sldChg chg="modSp add mod">
        <pc:chgData name="George Stephen, Reuben" userId="f36fcdba-2387-45bd-94a7-0c45a8a9ccec" providerId="ADAL" clId="{80C4595B-EA55-4BFD-8813-425C14904D0B}" dt="2024-11-08T23:19:35.773" v="5398" actId="20577"/>
        <pc:sldMkLst>
          <pc:docMk/>
          <pc:sldMk cId="2541223518" sldId="2043"/>
        </pc:sldMkLst>
        <pc:spChg chg="mod">
          <ac:chgData name="George Stephen, Reuben" userId="f36fcdba-2387-45bd-94a7-0c45a8a9ccec" providerId="ADAL" clId="{80C4595B-EA55-4BFD-8813-425C14904D0B}" dt="2024-11-08T23:19:35.773" v="5398" actId="20577"/>
          <ac:spMkLst>
            <pc:docMk/>
            <pc:sldMk cId="2541223518" sldId="2043"/>
            <ac:spMk id="4" creationId="{11638D45-CE17-40C1-F11F-770D918C473D}"/>
          </ac:spMkLst>
        </pc:spChg>
        <pc:spChg chg="mod">
          <ac:chgData name="George Stephen, Reuben" userId="f36fcdba-2387-45bd-94a7-0c45a8a9ccec" providerId="ADAL" clId="{80C4595B-EA55-4BFD-8813-425C14904D0B}" dt="2024-11-07T10:36:42.980" v="1620" actId="207"/>
          <ac:spMkLst>
            <pc:docMk/>
            <pc:sldMk cId="2541223518" sldId="2043"/>
            <ac:spMk id="5" creationId="{98CFC8D0-5A92-4986-0C8E-9F3AABDD7932}"/>
          </ac:spMkLst>
        </pc:spChg>
        <pc:spChg chg="mod">
          <ac:chgData name="George Stephen, Reuben" userId="f36fcdba-2387-45bd-94a7-0c45a8a9ccec" providerId="ADAL" clId="{80C4595B-EA55-4BFD-8813-425C14904D0B}" dt="2024-11-07T10:36:24.630" v="1618" actId="20577"/>
          <ac:spMkLst>
            <pc:docMk/>
            <pc:sldMk cId="2541223518" sldId="2043"/>
            <ac:spMk id="8" creationId="{6B5C07C5-478F-8C5E-9799-96B690B3C07D}"/>
          </ac:spMkLst>
        </pc:spChg>
      </pc:sldChg>
      <pc:sldChg chg="modSp add mod">
        <pc:chgData name="George Stephen, Reuben" userId="f36fcdba-2387-45bd-94a7-0c45a8a9ccec" providerId="ADAL" clId="{80C4595B-EA55-4BFD-8813-425C14904D0B}" dt="2024-11-08T23:19:30.223" v="5396" actId="20577"/>
        <pc:sldMkLst>
          <pc:docMk/>
          <pc:sldMk cId="825812066" sldId="2044"/>
        </pc:sldMkLst>
        <pc:spChg chg="mod">
          <ac:chgData name="George Stephen, Reuben" userId="f36fcdba-2387-45bd-94a7-0c45a8a9ccec" providerId="ADAL" clId="{80C4595B-EA55-4BFD-8813-425C14904D0B}" dt="2024-11-08T23:19:30.223" v="5396" actId="20577"/>
          <ac:spMkLst>
            <pc:docMk/>
            <pc:sldMk cId="825812066" sldId="2044"/>
            <ac:spMk id="4" creationId="{11638D45-CE17-40C1-F11F-770D918C473D}"/>
          </ac:spMkLst>
        </pc:spChg>
        <pc:spChg chg="mod">
          <ac:chgData name="George Stephen, Reuben" userId="f36fcdba-2387-45bd-94a7-0c45a8a9ccec" providerId="ADAL" clId="{80C4595B-EA55-4BFD-8813-425C14904D0B}" dt="2024-11-07T10:38:41.741" v="1633" actId="207"/>
          <ac:spMkLst>
            <pc:docMk/>
            <pc:sldMk cId="825812066" sldId="2044"/>
            <ac:spMk id="5" creationId="{98CFC8D0-5A92-4986-0C8E-9F3AABDD7932}"/>
          </ac:spMkLst>
        </pc:spChg>
        <pc:spChg chg="mod">
          <ac:chgData name="George Stephen, Reuben" userId="f36fcdba-2387-45bd-94a7-0c45a8a9ccec" providerId="ADAL" clId="{80C4595B-EA55-4BFD-8813-425C14904D0B}" dt="2024-11-07T10:38:21.579" v="1631" actId="20577"/>
          <ac:spMkLst>
            <pc:docMk/>
            <pc:sldMk cId="825812066" sldId="2044"/>
            <ac:spMk id="8" creationId="{6B5C07C5-478F-8C5E-9799-96B690B3C07D}"/>
          </ac:spMkLst>
        </pc:spChg>
      </pc:sldChg>
      <pc:sldChg chg="addSp delSp modSp add mod">
        <pc:chgData name="George Stephen, Reuben" userId="f36fcdba-2387-45bd-94a7-0c45a8a9ccec" providerId="ADAL" clId="{80C4595B-EA55-4BFD-8813-425C14904D0B}" dt="2024-11-08T23:18:54.384" v="5391" actId="20577"/>
        <pc:sldMkLst>
          <pc:docMk/>
          <pc:sldMk cId="4293712197" sldId="2045"/>
        </pc:sldMkLst>
        <pc:spChg chg="mod">
          <ac:chgData name="George Stephen, Reuben" userId="f36fcdba-2387-45bd-94a7-0c45a8a9ccec" providerId="ADAL" clId="{80C4595B-EA55-4BFD-8813-425C14904D0B}" dt="2024-11-07T11:04:53.105" v="1775" actId="12788"/>
          <ac:spMkLst>
            <pc:docMk/>
            <pc:sldMk cId="4293712197" sldId="2045"/>
            <ac:spMk id="3" creationId="{911E9448-57F3-BEE2-3014-88DC125C3AF6}"/>
          </ac:spMkLst>
        </pc:spChg>
        <pc:spChg chg="del mod">
          <ac:chgData name="George Stephen, Reuben" userId="f36fcdba-2387-45bd-94a7-0c45a8a9ccec" providerId="ADAL" clId="{80C4595B-EA55-4BFD-8813-425C14904D0B}" dt="2024-11-08T23:18:52.096" v="5389" actId="478"/>
          <ac:spMkLst>
            <pc:docMk/>
            <pc:sldMk cId="4293712197" sldId="2045"/>
            <ac:spMk id="4" creationId="{11638D45-CE17-40C1-F11F-770D918C473D}"/>
          </ac:spMkLst>
        </pc:spChg>
        <pc:spChg chg="mod">
          <ac:chgData name="George Stephen, Reuben" userId="f36fcdba-2387-45bd-94a7-0c45a8a9ccec" providerId="ADAL" clId="{80C4595B-EA55-4BFD-8813-425C14904D0B}" dt="2024-11-07T11:05:44.047" v="1920" actId="12788"/>
          <ac:spMkLst>
            <pc:docMk/>
            <pc:sldMk cId="4293712197" sldId="2045"/>
            <ac:spMk id="5" creationId="{7A9E4F5E-F433-A77D-054E-01E586305C40}"/>
          </ac:spMkLst>
        </pc:spChg>
        <pc:spChg chg="add mod">
          <ac:chgData name="George Stephen, Reuben" userId="f36fcdba-2387-45bd-94a7-0c45a8a9ccec" providerId="ADAL" clId="{80C4595B-EA55-4BFD-8813-425C14904D0B}" dt="2024-11-08T23:18:54.384" v="5391" actId="20577"/>
          <ac:spMkLst>
            <pc:docMk/>
            <pc:sldMk cId="4293712197" sldId="2045"/>
            <ac:spMk id="7" creationId="{783EEB62-B8CE-A5C9-E710-8DD790CB9D08}"/>
          </ac:spMkLst>
        </pc:spChg>
      </pc:sldChg>
      <pc:sldChg chg="addSp delSp modSp add mod">
        <pc:chgData name="George Stephen, Reuben" userId="f36fcdba-2387-45bd-94a7-0c45a8a9ccec" providerId="ADAL" clId="{80C4595B-EA55-4BFD-8813-425C14904D0B}" dt="2024-11-08T23:19:00.182" v="5394" actId="20577"/>
        <pc:sldMkLst>
          <pc:docMk/>
          <pc:sldMk cId="2195797037" sldId="2046"/>
        </pc:sldMkLst>
        <pc:spChg chg="mod">
          <ac:chgData name="George Stephen, Reuben" userId="f36fcdba-2387-45bd-94a7-0c45a8a9ccec" providerId="ADAL" clId="{80C4595B-EA55-4BFD-8813-425C14904D0B}" dt="2024-11-07T11:08:12.379" v="1926" actId="6549"/>
          <ac:spMkLst>
            <pc:docMk/>
            <pc:sldMk cId="2195797037" sldId="2046"/>
            <ac:spMk id="3" creationId="{911E9448-57F3-BEE2-3014-88DC125C3AF6}"/>
          </ac:spMkLst>
        </pc:spChg>
        <pc:spChg chg="del">
          <ac:chgData name="George Stephen, Reuben" userId="f36fcdba-2387-45bd-94a7-0c45a8a9ccec" providerId="ADAL" clId="{80C4595B-EA55-4BFD-8813-425C14904D0B}" dt="2024-11-08T23:18:57.948" v="5392" actId="478"/>
          <ac:spMkLst>
            <pc:docMk/>
            <pc:sldMk cId="2195797037" sldId="2046"/>
            <ac:spMk id="4" creationId="{11638D45-CE17-40C1-F11F-770D918C473D}"/>
          </ac:spMkLst>
        </pc:spChg>
        <pc:spChg chg="mod">
          <ac:chgData name="George Stephen, Reuben" userId="f36fcdba-2387-45bd-94a7-0c45a8a9ccec" providerId="ADAL" clId="{80C4595B-EA55-4BFD-8813-425C14904D0B}" dt="2024-11-07T11:09:37.531" v="1999" actId="20577"/>
          <ac:spMkLst>
            <pc:docMk/>
            <pc:sldMk cId="2195797037" sldId="2046"/>
            <ac:spMk id="5" creationId="{7A9E4F5E-F433-A77D-054E-01E586305C40}"/>
          </ac:spMkLst>
        </pc:spChg>
        <pc:spChg chg="add mod">
          <ac:chgData name="George Stephen, Reuben" userId="f36fcdba-2387-45bd-94a7-0c45a8a9ccec" providerId="ADAL" clId="{80C4595B-EA55-4BFD-8813-425C14904D0B}" dt="2024-11-08T23:19:00.182" v="5394" actId="20577"/>
          <ac:spMkLst>
            <pc:docMk/>
            <pc:sldMk cId="2195797037" sldId="2046"/>
            <ac:spMk id="7" creationId="{BB09E7F0-491C-1F31-F8FC-783E96377E86}"/>
          </ac:spMkLst>
        </pc:spChg>
      </pc:sldChg>
      <pc:sldChg chg="addSp delSp modSp add mod">
        <pc:chgData name="George Stephen, Reuben" userId="f36fcdba-2387-45bd-94a7-0c45a8a9ccec" providerId="ADAL" clId="{80C4595B-EA55-4BFD-8813-425C14904D0B}" dt="2024-11-08T23:17:23.808" v="5373" actId="20577"/>
        <pc:sldMkLst>
          <pc:docMk/>
          <pc:sldMk cId="2631305484" sldId="2047"/>
        </pc:sldMkLst>
        <pc:spChg chg="mod">
          <ac:chgData name="George Stephen, Reuben" userId="f36fcdba-2387-45bd-94a7-0c45a8a9ccec" providerId="ADAL" clId="{80C4595B-EA55-4BFD-8813-425C14904D0B}" dt="2024-11-07T11:18:42.428" v="2046" actId="12788"/>
          <ac:spMkLst>
            <pc:docMk/>
            <pc:sldMk cId="2631305484" sldId="2047"/>
            <ac:spMk id="3" creationId="{4BF9CA61-6680-419C-A597-2B8F90F492F3}"/>
          </ac:spMkLst>
        </pc:spChg>
        <pc:spChg chg="del">
          <ac:chgData name="George Stephen, Reuben" userId="f36fcdba-2387-45bd-94a7-0c45a8a9ccec" providerId="ADAL" clId="{80C4595B-EA55-4BFD-8813-425C14904D0B}" dt="2024-11-08T23:17:17.898" v="5370" actId="478"/>
          <ac:spMkLst>
            <pc:docMk/>
            <pc:sldMk cId="2631305484" sldId="2047"/>
            <ac:spMk id="4" creationId="{11638D45-CE17-40C1-F11F-770D918C473D}"/>
          </ac:spMkLst>
        </pc:spChg>
        <pc:spChg chg="mod">
          <ac:chgData name="George Stephen, Reuben" userId="f36fcdba-2387-45bd-94a7-0c45a8a9ccec" providerId="ADAL" clId="{80C4595B-EA55-4BFD-8813-425C14904D0B}" dt="2024-11-07T11:18:22.085" v="2042" actId="12788"/>
          <ac:spMkLst>
            <pc:docMk/>
            <pc:sldMk cId="2631305484" sldId="2047"/>
            <ac:spMk id="5" creationId="{325AF87E-9D48-CE0B-9C0A-5C85175F49A4}"/>
          </ac:spMkLst>
        </pc:spChg>
        <pc:spChg chg="add mod">
          <ac:chgData name="George Stephen, Reuben" userId="f36fcdba-2387-45bd-94a7-0c45a8a9ccec" providerId="ADAL" clId="{80C4595B-EA55-4BFD-8813-425C14904D0B}" dt="2024-11-08T23:17:23.808" v="5373" actId="20577"/>
          <ac:spMkLst>
            <pc:docMk/>
            <pc:sldMk cId="2631305484" sldId="2047"/>
            <ac:spMk id="13" creationId="{0D1723F7-E45F-74A2-AD97-C9D0BCC98120}"/>
          </ac:spMkLst>
        </pc:spChg>
        <pc:grpChg chg="mod">
          <ac:chgData name="George Stephen, Reuben" userId="f36fcdba-2387-45bd-94a7-0c45a8a9ccec" providerId="ADAL" clId="{80C4595B-EA55-4BFD-8813-425C14904D0B}" dt="2024-11-07T11:18:30.346" v="2043" actId="1076"/>
          <ac:grpSpMkLst>
            <pc:docMk/>
            <pc:sldMk cId="2631305484" sldId="2047"/>
            <ac:grpSpMk id="7" creationId="{5BC2257F-9FD7-6451-4F97-AF3A39FF24FC}"/>
          </ac:grpSpMkLst>
        </pc:grpChg>
        <pc:grpChg chg="mod">
          <ac:chgData name="George Stephen, Reuben" userId="f36fcdba-2387-45bd-94a7-0c45a8a9ccec" providerId="ADAL" clId="{80C4595B-EA55-4BFD-8813-425C14904D0B}" dt="2024-11-07T11:18:51.853" v="2047" actId="1076"/>
          <ac:grpSpMkLst>
            <pc:docMk/>
            <pc:sldMk cId="2631305484" sldId="2047"/>
            <ac:grpSpMk id="10" creationId="{20057502-663C-B5A6-AE2F-6B4BF310D543}"/>
          </ac:grpSpMkLst>
        </pc:grpChg>
      </pc:sldChg>
      <pc:sldChg chg="addSp delSp modSp add mod">
        <pc:chgData name="George Stephen, Reuben" userId="f36fcdba-2387-45bd-94a7-0c45a8a9ccec" providerId="ADAL" clId="{80C4595B-EA55-4BFD-8813-425C14904D0B}" dt="2024-11-08T23:17:27.476" v="5374" actId="20577"/>
        <pc:sldMkLst>
          <pc:docMk/>
          <pc:sldMk cId="3222565267" sldId="2048"/>
        </pc:sldMkLst>
        <pc:spChg chg="mod">
          <ac:chgData name="George Stephen, Reuben" userId="f36fcdba-2387-45bd-94a7-0c45a8a9ccec" providerId="ADAL" clId="{80C4595B-EA55-4BFD-8813-425C14904D0B}" dt="2024-11-07T11:20:08.570" v="2055" actId="12788"/>
          <ac:spMkLst>
            <pc:docMk/>
            <pc:sldMk cId="3222565267" sldId="2048"/>
            <ac:spMk id="3" creationId="{4BF9CA61-6680-419C-A597-2B8F90F492F3}"/>
          </ac:spMkLst>
        </pc:spChg>
        <pc:spChg chg="del">
          <ac:chgData name="George Stephen, Reuben" userId="f36fcdba-2387-45bd-94a7-0c45a8a9ccec" providerId="ADAL" clId="{80C4595B-EA55-4BFD-8813-425C14904D0B}" dt="2024-11-08T23:17:08.812" v="5366" actId="478"/>
          <ac:spMkLst>
            <pc:docMk/>
            <pc:sldMk cId="3222565267" sldId="2048"/>
            <ac:spMk id="4" creationId="{11638D45-CE17-40C1-F11F-770D918C473D}"/>
          </ac:spMkLst>
        </pc:spChg>
        <pc:spChg chg="mod">
          <ac:chgData name="George Stephen, Reuben" userId="f36fcdba-2387-45bd-94a7-0c45a8a9ccec" providerId="ADAL" clId="{80C4595B-EA55-4BFD-8813-425C14904D0B}" dt="2024-11-07T11:20:06.024" v="2054" actId="12788"/>
          <ac:spMkLst>
            <pc:docMk/>
            <pc:sldMk cId="3222565267" sldId="2048"/>
            <ac:spMk id="5" creationId="{325AF87E-9D48-CE0B-9C0A-5C85175F49A4}"/>
          </ac:spMkLst>
        </pc:spChg>
        <pc:spChg chg="add mod">
          <ac:chgData name="George Stephen, Reuben" userId="f36fcdba-2387-45bd-94a7-0c45a8a9ccec" providerId="ADAL" clId="{80C4595B-EA55-4BFD-8813-425C14904D0B}" dt="2024-11-08T23:17:27.476" v="5374" actId="20577"/>
          <ac:spMkLst>
            <pc:docMk/>
            <pc:sldMk cId="3222565267" sldId="2048"/>
            <ac:spMk id="13" creationId="{8406A780-28AB-B0F1-52D1-CBAAC0E77D51}"/>
          </ac:spMkLst>
        </pc:spChg>
        <pc:grpChg chg="mod">
          <ac:chgData name="George Stephen, Reuben" userId="f36fcdba-2387-45bd-94a7-0c45a8a9ccec" providerId="ADAL" clId="{80C4595B-EA55-4BFD-8813-425C14904D0B}" dt="2024-11-07T11:20:18.002" v="2057" actId="1076"/>
          <ac:grpSpMkLst>
            <pc:docMk/>
            <pc:sldMk cId="3222565267" sldId="2048"/>
            <ac:grpSpMk id="7" creationId="{5BC2257F-9FD7-6451-4F97-AF3A39FF24FC}"/>
          </ac:grpSpMkLst>
        </pc:grpChg>
        <pc:grpChg chg="mod">
          <ac:chgData name="George Stephen, Reuben" userId="f36fcdba-2387-45bd-94a7-0c45a8a9ccec" providerId="ADAL" clId="{80C4595B-EA55-4BFD-8813-425C14904D0B}" dt="2024-11-07T11:20:23.156" v="2058" actId="1076"/>
          <ac:grpSpMkLst>
            <pc:docMk/>
            <pc:sldMk cId="3222565267" sldId="2048"/>
            <ac:grpSpMk id="10" creationId="{20057502-663C-B5A6-AE2F-6B4BF310D543}"/>
          </ac:grpSpMkLst>
        </pc:grpChg>
      </pc:sldChg>
      <pc:sldChg chg="addSp delSp modSp add mod">
        <pc:chgData name="George Stephen, Reuben" userId="f36fcdba-2387-45bd-94a7-0c45a8a9ccec" providerId="ADAL" clId="{80C4595B-EA55-4BFD-8813-425C14904D0B}" dt="2024-11-08T23:17:30.623" v="5375" actId="20577"/>
        <pc:sldMkLst>
          <pc:docMk/>
          <pc:sldMk cId="349789688" sldId="2049"/>
        </pc:sldMkLst>
        <pc:spChg chg="mod">
          <ac:chgData name="George Stephen, Reuben" userId="f36fcdba-2387-45bd-94a7-0c45a8a9ccec" providerId="ADAL" clId="{80C4595B-EA55-4BFD-8813-425C14904D0B}" dt="2024-11-07T11:20:58.266" v="2064" actId="12788"/>
          <ac:spMkLst>
            <pc:docMk/>
            <pc:sldMk cId="349789688" sldId="2049"/>
            <ac:spMk id="3" creationId="{4BF9CA61-6680-419C-A597-2B8F90F492F3}"/>
          </ac:spMkLst>
        </pc:spChg>
        <pc:spChg chg="del">
          <ac:chgData name="George Stephen, Reuben" userId="f36fcdba-2387-45bd-94a7-0c45a8a9ccec" providerId="ADAL" clId="{80C4595B-EA55-4BFD-8813-425C14904D0B}" dt="2024-11-08T23:17:01.320" v="5363" actId="478"/>
          <ac:spMkLst>
            <pc:docMk/>
            <pc:sldMk cId="349789688" sldId="2049"/>
            <ac:spMk id="4" creationId="{11638D45-CE17-40C1-F11F-770D918C473D}"/>
          </ac:spMkLst>
        </pc:spChg>
        <pc:spChg chg="mod">
          <ac:chgData name="George Stephen, Reuben" userId="f36fcdba-2387-45bd-94a7-0c45a8a9ccec" providerId="ADAL" clId="{80C4595B-EA55-4BFD-8813-425C14904D0B}" dt="2024-11-07T11:21:24.748" v="2070" actId="1076"/>
          <ac:spMkLst>
            <pc:docMk/>
            <pc:sldMk cId="349789688" sldId="2049"/>
            <ac:spMk id="5" creationId="{325AF87E-9D48-CE0B-9C0A-5C85175F49A4}"/>
          </ac:spMkLst>
        </pc:spChg>
        <pc:spChg chg="add mod">
          <ac:chgData name="George Stephen, Reuben" userId="f36fcdba-2387-45bd-94a7-0c45a8a9ccec" providerId="ADAL" clId="{80C4595B-EA55-4BFD-8813-425C14904D0B}" dt="2024-11-08T23:17:30.623" v="5375" actId="20577"/>
          <ac:spMkLst>
            <pc:docMk/>
            <pc:sldMk cId="349789688" sldId="2049"/>
            <ac:spMk id="13" creationId="{C5C23F4D-BE61-DB8F-FA86-BB4AD065260A}"/>
          </ac:spMkLst>
        </pc:spChg>
        <pc:grpChg chg="mod">
          <ac:chgData name="George Stephen, Reuben" userId="f36fcdba-2387-45bd-94a7-0c45a8a9ccec" providerId="ADAL" clId="{80C4595B-EA55-4BFD-8813-425C14904D0B}" dt="2024-11-07T11:21:30.462" v="2071" actId="1076"/>
          <ac:grpSpMkLst>
            <pc:docMk/>
            <pc:sldMk cId="349789688" sldId="2049"/>
            <ac:grpSpMk id="7" creationId="{5BC2257F-9FD7-6451-4F97-AF3A39FF24FC}"/>
          </ac:grpSpMkLst>
        </pc:grpChg>
        <pc:grpChg chg="mod">
          <ac:chgData name="George Stephen, Reuben" userId="f36fcdba-2387-45bd-94a7-0c45a8a9ccec" providerId="ADAL" clId="{80C4595B-EA55-4BFD-8813-425C14904D0B}" dt="2024-11-07T11:21:34.829" v="2072" actId="1076"/>
          <ac:grpSpMkLst>
            <pc:docMk/>
            <pc:sldMk cId="349789688" sldId="2049"/>
            <ac:grpSpMk id="10" creationId="{20057502-663C-B5A6-AE2F-6B4BF310D543}"/>
          </ac:grpSpMkLst>
        </pc:grpChg>
      </pc:sldChg>
      <pc:sldChg chg="addSp delSp modSp add mod">
        <pc:chgData name="George Stephen, Reuben" userId="f36fcdba-2387-45bd-94a7-0c45a8a9ccec" providerId="ADAL" clId="{80C4595B-EA55-4BFD-8813-425C14904D0B}" dt="2024-11-08T23:17:34.787" v="5376" actId="20577"/>
        <pc:sldMkLst>
          <pc:docMk/>
          <pc:sldMk cId="628279741" sldId="2050"/>
        </pc:sldMkLst>
        <pc:spChg chg="mod">
          <ac:chgData name="George Stephen, Reuben" userId="f36fcdba-2387-45bd-94a7-0c45a8a9ccec" providerId="ADAL" clId="{80C4595B-EA55-4BFD-8813-425C14904D0B}" dt="2024-11-07T11:22:15.265" v="2080" actId="12788"/>
          <ac:spMkLst>
            <pc:docMk/>
            <pc:sldMk cId="628279741" sldId="2050"/>
            <ac:spMk id="3" creationId="{4BF9CA61-6680-419C-A597-2B8F90F492F3}"/>
          </ac:spMkLst>
        </pc:spChg>
        <pc:spChg chg="del">
          <ac:chgData name="George Stephen, Reuben" userId="f36fcdba-2387-45bd-94a7-0c45a8a9ccec" providerId="ADAL" clId="{80C4595B-EA55-4BFD-8813-425C14904D0B}" dt="2024-11-08T23:16:54.094" v="5360" actId="478"/>
          <ac:spMkLst>
            <pc:docMk/>
            <pc:sldMk cId="628279741" sldId="2050"/>
            <ac:spMk id="4" creationId="{11638D45-CE17-40C1-F11F-770D918C473D}"/>
          </ac:spMkLst>
        </pc:spChg>
        <pc:spChg chg="mod">
          <ac:chgData name="George Stephen, Reuben" userId="f36fcdba-2387-45bd-94a7-0c45a8a9ccec" providerId="ADAL" clId="{80C4595B-EA55-4BFD-8813-425C14904D0B}" dt="2024-11-07T11:22:09.745" v="2079" actId="14100"/>
          <ac:spMkLst>
            <pc:docMk/>
            <pc:sldMk cId="628279741" sldId="2050"/>
            <ac:spMk id="5" creationId="{325AF87E-9D48-CE0B-9C0A-5C85175F49A4}"/>
          </ac:spMkLst>
        </pc:spChg>
        <pc:spChg chg="add mod">
          <ac:chgData name="George Stephen, Reuben" userId="f36fcdba-2387-45bd-94a7-0c45a8a9ccec" providerId="ADAL" clId="{80C4595B-EA55-4BFD-8813-425C14904D0B}" dt="2024-11-08T23:16:50.711" v="5359"/>
          <ac:spMkLst>
            <pc:docMk/>
            <pc:sldMk cId="628279741" sldId="2050"/>
            <ac:spMk id="13" creationId="{8F6371DC-2FE4-BF94-0D94-03A7DBF037D6}"/>
          </ac:spMkLst>
        </pc:spChg>
        <pc:spChg chg="add mod">
          <ac:chgData name="George Stephen, Reuben" userId="f36fcdba-2387-45bd-94a7-0c45a8a9ccec" providerId="ADAL" clId="{80C4595B-EA55-4BFD-8813-425C14904D0B}" dt="2024-11-08T23:17:34.787" v="5376" actId="20577"/>
          <ac:spMkLst>
            <pc:docMk/>
            <pc:sldMk cId="628279741" sldId="2050"/>
            <ac:spMk id="14" creationId="{C230B4F7-9534-4985-6FD8-5573C6F8AB4F}"/>
          </ac:spMkLst>
        </pc:spChg>
        <pc:grpChg chg="mod">
          <ac:chgData name="George Stephen, Reuben" userId="f36fcdba-2387-45bd-94a7-0c45a8a9ccec" providerId="ADAL" clId="{80C4595B-EA55-4BFD-8813-425C14904D0B}" dt="2024-11-07T11:22:27.215" v="2082" actId="1076"/>
          <ac:grpSpMkLst>
            <pc:docMk/>
            <pc:sldMk cId="628279741" sldId="2050"/>
            <ac:grpSpMk id="7" creationId="{5BC2257F-9FD7-6451-4F97-AF3A39FF24FC}"/>
          </ac:grpSpMkLst>
        </pc:grpChg>
        <pc:grpChg chg="mod">
          <ac:chgData name="George Stephen, Reuben" userId="f36fcdba-2387-45bd-94a7-0c45a8a9ccec" providerId="ADAL" clId="{80C4595B-EA55-4BFD-8813-425C14904D0B}" dt="2024-11-07T11:22:20.764" v="2081" actId="1076"/>
          <ac:grpSpMkLst>
            <pc:docMk/>
            <pc:sldMk cId="628279741" sldId="2050"/>
            <ac:grpSpMk id="10" creationId="{20057502-663C-B5A6-AE2F-6B4BF310D543}"/>
          </ac:grpSpMkLst>
        </pc:grpChg>
      </pc:sldChg>
      <pc:sldChg chg="modSp add mod">
        <pc:chgData name="George Stephen, Reuben" userId="f36fcdba-2387-45bd-94a7-0c45a8a9ccec" providerId="ADAL" clId="{80C4595B-EA55-4BFD-8813-425C14904D0B}" dt="2024-11-08T23:17:40.484" v="5377" actId="20577"/>
        <pc:sldMkLst>
          <pc:docMk/>
          <pc:sldMk cId="2383871371" sldId="2051"/>
        </pc:sldMkLst>
        <pc:spChg chg="mod">
          <ac:chgData name="George Stephen, Reuben" userId="f36fcdba-2387-45bd-94a7-0c45a8a9ccec" providerId="ADAL" clId="{80C4595B-EA55-4BFD-8813-425C14904D0B}" dt="2024-11-07T11:22:58.652" v="2088" actId="12788"/>
          <ac:spMkLst>
            <pc:docMk/>
            <pc:sldMk cId="2383871371" sldId="2051"/>
            <ac:spMk id="3" creationId="{4BF9CA61-6680-419C-A597-2B8F90F492F3}"/>
          </ac:spMkLst>
        </pc:spChg>
        <pc:spChg chg="mod">
          <ac:chgData name="George Stephen, Reuben" userId="f36fcdba-2387-45bd-94a7-0c45a8a9ccec" providerId="ADAL" clId="{80C4595B-EA55-4BFD-8813-425C14904D0B}" dt="2024-11-08T23:17:40.484" v="5377" actId="20577"/>
          <ac:spMkLst>
            <pc:docMk/>
            <pc:sldMk cId="2383871371" sldId="2051"/>
            <ac:spMk id="4" creationId="{11638D45-CE17-40C1-F11F-770D918C473D}"/>
          </ac:spMkLst>
        </pc:spChg>
        <pc:spChg chg="mod">
          <ac:chgData name="George Stephen, Reuben" userId="f36fcdba-2387-45bd-94a7-0c45a8a9ccec" providerId="ADAL" clId="{80C4595B-EA55-4BFD-8813-425C14904D0B}" dt="2024-11-07T11:23:11.736" v="2090" actId="12788"/>
          <ac:spMkLst>
            <pc:docMk/>
            <pc:sldMk cId="2383871371" sldId="2051"/>
            <ac:spMk id="5" creationId="{325AF87E-9D48-CE0B-9C0A-5C85175F49A4}"/>
          </ac:spMkLst>
        </pc:spChg>
        <pc:grpChg chg="mod">
          <ac:chgData name="George Stephen, Reuben" userId="f36fcdba-2387-45bd-94a7-0c45a8a9ccec" providerId="ADAL" clId="{80C4595B-EA55-4BFD-8813-425C14904D0B}" dt="2024-11-07T11:23:18.824" v="2091" actId="1076"/>
          <ac:grpSpMkLst>
            <pc:docMk/>
            <pc:sldMk cId="2383871371" sldId="2051"/>
            <ac:grpSpMk id="7" creationId="{5BC2257F-9FD7-6451-4F97-AF3A39FF24FC}"/>
          </ac:grpSpMkLst>
        </pc:grpChg>
        <pc:grpChg chg="mod">
          <ac:chgData name="George Stephen, Reuben" userId="f36fcdba-2387-45bd-94a7-0c45a8a9ccec" providerId="ADAL" clId="{80C4595B-EA55-4BFD-8813-425C14904D0B}" dt="2024-11-07T11:22:52.426" v="2086" actId="1076"/>
          <ac:grpSpMkLst>
            <pc:docMk/>
            <pc:sldMk cId="2383871371" sldId="2051"/>
            <ac:grpSpMk id="10" creationId="{20057502-663C-B5A6-AE2F-6B4BF310D543}"/>
          </ac:grpSpMkLst>
        </pc:grpChg>
      </pc:sldChg>
      <pc:sldChg chg="modSp add mod">
        <pc:chgData name="George Stephen, Reuben" userId="f36fcdba-2387-45bd-94a7-0c45a8a9ccec" providerId="ADAL" clId="{80C4595B-EA55-4BFD-8813-425C14904D0B}" dt="2024-11-08T07:01:26.440" v="2949" actId="20577"/>
        <pc:sldMkLst>
          <pc:docMk/>
          <pc:sldMk cId="1396834399" sldId="2052"/>
        </pc:sldMkLst>
        <pc:spChg chg="mod">
          <ac:chgData name="George Stephen, Reuben" userId="f36fcdba-2387-45bd-94a7-0c45a8a9ccec" providerId="ADAL" clId="{80C4595B-EA55-4BFD-8813-425C14904D0B}" dt="2024-11-08T06:27:52.420" v="2383" actId="12788"/>
          <ac:spMkLst>
            <pc:docMk/>
            <pc:sldMk cId="1396834399" sldId="2052"/>
            <ac:spMk id="3" creationId="{E15D8B6F-B75E-49DE-8804-FA702615DED3}"/>
          </ac:spMkLst>
        </pc:spChg>
        <pc:spChg chg="mod">
          <ac:chgData name="George Stephen, Reuben" userId="f36fcdba-2387-45bd-94a7-0c45a8a9ccec" providerId="ADAL" clId="{80C4595B-EA55-4BFD-8813-425C14904D0B}" dt="2024-11-08T07:01:26.440" v="2949" actId="20577"/>
          <ac:spMkLst>
            <pc:docMk/>
            <pc:sldMk cId="1396834399" sldId="2052"/>
            <ac:spMk id="4" creationId="{11638D45-CE17-40C1-F11F-770D918C473D}"/>
          </ac:spMkLst>
        </pc:spChg>
        <pc:spChg chg="mod">
          <ac:chgData name="George Stephen, Reuben" userId="f36fcdba-2387-45bd-94a7-0c45a8a9ccec" providerId="ADAL" clId="{80C4595B-EA55-4BFD-8813-425C14904D0B}" dt="2024-11-08T06:27:56.598" v="2385" actId="12788"/>
          <ac:spMkLst>
            <pc:docMk/>
            <pc:sldMk cId="1396834399" sldId="2052"/>
            <ac:spMk id="7" creationId="{094E9A69-B612-35E4-DEEF-5092DA0A0A97}"/>
          </ac:spMkLst>
        </pc:spChg>
      </pc:sldChg>
      <pc:sldChg chg="modSp add mod">
        <pc:chgData name="George Stephen, Reuben" userId="f36fcdba-2387-45bd-94a7-0c45a8a9ccec" providerId="ADAL" clId="{80C4595B-EA55-4BFD-8813-425C14904D0B}" dt="2024-11-08T07:01:22.753" v="2947" actId="20577"/>
        <pc:sldMkLst>
          <pc:docMk/>
          <pc:sldMk cId="3112816534" sldId="2053"/>
        </pc:sldMkLst>
        <pc:spChg chg="mod">
          <ac:chgData name="George Stephen, Reuben" userId="f36fcdba-2387-45bd-94a7-0c45a8a9ccec" providerId="ADAL" clId="{80C4595B-EA55-4BFD-8813-425C14904D0B}" dt="2024-11-08T06:29:11.701" v="2525" actId="12788"/>
          <ac:spMkLst>
            <pc:docMk/>
            <pc:sldMk cId="3112816534" sldId="2053"/>
            <ac:spMk id="3" creationId="{E15D8B6F-B75E-49DE-8804-FA702615DED3}"/>
          </ac:spMkLst>
        </pc:spChg>
        <pc:spChg chg="mod">
          <ac:chgData name="George Stephen, Reuben" userId="f36fcdba-2387-45bd-94a7-0c45a8a9ccec" providerId="ADAL" clId="{80C4595B-EA55-4BFD-8813-425C14904D0B}" dt="2024-11-08T07:01:22.753" v="2947" actId="20577"/>
          <ac:spMkLst>
            <pc:docMk/>
            <pc:sldMk cId="3112816534" sldId="2053"/>
            <ac:spMk id="4" creationId="{11638D45-CE17-40C1-F11F-770D918C473D}"/>
          </ac:spMkLst>
        </pc:spChg>
        <pc:spChg chg="mod">
          <ac:chgData name="George Stephen, Reuben" userId="f36fcdba-2387-45bd-94a7-0c45a8a9ccec" providerId="ADAL" clId="{80C4595B-EA55-4BFD-8813-425C14904D0B}" dt="2024-11-08T06:29:08.009" v="2524" actId="12788"/>
          <ac:spMkLst>
            <pc:docMk/>
            <pc:sldMk cId="3112816534" sldId="2053"/>
            <ac:spMk id="7" creationId="{094E9A69-B612-35E4-DEEF-5092DA0A0A97}"/>
          </ac:spMkLst>
        </pc:spChg>
      </pc:sldChg>
      <pc:sldChg chg="modSp add mod">
        <pc:chgData name="George Stephen, Reuben" userId="f36fcdba-2387-45bd-94a7-0c45a8a9ccec" providerId="ADAL" clId="{80C4595B-EA55-4BFD-8813-425C14904D0B}" dt="2024-11-08T07:01:19.076" v="2945" actId="20577"/>
        <pc:sldMkLst>
          <pc:docMk/>
          <pc:sldMk cId="2500980262" sldId="2054"/>
        </pc:sldMkLst>
        <pc:spChg chg="mod">
          <ac:chgData name="George Stephen, Reuben" userId="f36fcdba-2387-45bd-94a7-0c45a8a9ccec" providerId="ADAL" clId="{80C4595B-EA55-4BFD-8813-425C14904D0B}" dt="2024-11-08T07:01:19.076" v="2945" actId="20577"/>
          <ac:spMkLst>
            <pc:docMk/>
            <pc:sldMk cId="2500980262" sldId="2054"/>
            <ac:spMk id="4" creationId="{11638D45-CE17-40C1-F11F-770D918C473D}"/>
          </ac:spMkLst>
        </pc:spChg>
      </pc:sldChg>
      <pc:sldChg chg="modSp add mod">
        <pc:chgData name="George Stephen, Reuben" userId="f36fcdba-2387-45bd-94a7-0c45a8a9ccec" providerId="ADAL" clId="{80C4595B-EA55-4BFD-8813-425C14904D0B}" dt="2024-11-08T07:01:11.214" v="2941" actId="20577"/>
        <pc:sldMkLst>
          <pc:docMk/>
          <pc:sldMk cId="4256200933" sldId="2055"/>
        </pc:sldMkLst>
        <pc:spChg chg="mod">
          <ac:chgData name="George Stephen, Reuben" userId="f36fcdba-2387-45bd-94a7-0c45a8a9ccec" providerId="ADAL" clId="{80C4595B-EA55-4BFD-8813-425C14904D0B}" dt="2024-11-08T07:01:11.214" v="2941" actId="20577"/>
          <ac:spMkLst>
            <pc:docMk/>
            <pc:sldMk cId="4256200933" sldId="2055"/>
            <ac:spMk id="4" creationId="{11638D45-CE17-40C1-F11F-770D918C473D}"/>
          </ac:spMkLst>
        </pc:spChg>
      </pc:sldChg>
      <pc:sldChg chg="modSp add mod">
        <pc:chgData name="George Stephen, Reuben" userId="f36fcdba-2387-45bd-94a7-0c45a8a9ccec" providerId="ADAL" clId="{80C4595B-EA55-4BFD-8813-425C14904D0B}" dt="2024-11-08T07:01:15.183" v="2943" actId="20577"/>
        <pc:sldMkLst>
          <pc:docMk/>
          <pc:sldMk cId="2577892783" sldId="2056"/>
        </pc:sldMkLst>
        <pc:spChg chg="mod">
          <ac:chgData name="George Stephen, Reuben" userId="f36fcdba-2387-45bd-94a7-0c45a8a9ccec" providerId="ADAL" clId="{80C4595B-EA55-4BFD-8813-425C14904D0B}" dt="2024-11-08T06:58:36.875" v="2682" actId="12788"/>
          <ac:spMkLst>
            <pc:docMk/>
            <pc:sldMk cId="2577892783" sldId="2056"/>
            <ac:spMk id="3" creationId="{E15D8B6F-B75E-49DE-8804-FA702615DED3}"/>
          </ac:spMkLst>
        </pc:spChg>
        <pc:spChg chg="mod">
          <ac:chgData name="George Stephen, Reuben" userId="f36fcdba-2387-45bd-94a7-0c45a8a9ccec" providerId="ADAL" clId="{80C4595B-EA55-4BFD-8813-425C14904D0B}" dt="2024-11-08T07:01:15.183" v="2943" actId="20577"/>
          <ac:spMkLst>
            <pc:docMk/>
            <pc:sldMk cId="2577892783" sldId="2056"/>
            <ac:spMk id="4" creationId="{11638D45-CE17-40C1-F11F-770D918C473D}"/>
          </ac:spMkLst>
        </pc:spChg>
        <pc:spChg chg="mod">
          <ac:chgData name="George Stephen, Reuben" userId="f36fcdba-2387-45bd-94a7-0c45a8a9ccec" providerId="ADAL" clId="{80C4595B-EA55-4BFD-8813-425C14904D0B}" dt="2024-11-08T06:59:18.360" v="2800" actId="12788"/>
          <ac:spMkLst>
            <pc:docMk/>
            <pc:sldMk cId="2577892783" sldId="2056"/>
            <ac:spMk id="7" creationId="{094E9A69-B612-35E4-DEEF-5092DA0A0A97}"/>
          </ac:spMkLst>
        </pc:spChg>
      </pc:sldChg>
      <pc:sldChg chg="modSp add mod">
        <pc:chgData name="George Stephen, Reuben" userId="f36fcdba-2387-45bd-94a7-0c45a8a9ccec" providerId="ADAL" clId="{80C4595B-EA55-4BFD-8813-425C14904D0B}" dt="2024-11-08T07:01:07.451" v="2939" actId="20577"/>
        <pc:sldMkLst>
          <pc:docMk/>
          <pc:sldMk cId="2257819058" sldId="2057"/>
        </pc:sldMkLst>
        <pc:spChg chg="mod">
          <ac:chgData name="George Stephen, Reuben" userId="f36fcdba-2387-45bd-94a7-0c45a8a9ccec" providerId="ADAL" clId="{80C4595B-EA55-4BFD-8813-425C14904D0B}" dt="2024-11-08T07:01:07.451" v="2939" actId="20577"/>
          <ac:spMkLst>
            <pc:docMk/>
            <pc:sldMk cId="2257819058" sldId="2057"/>
            <ac:spMk id="4" creationId="{11638D45-CE17-40C1-F11F-770D918C473D}"/>
          </ac:spMkLst>
        </pc:spChg>
      </pc:sldChg>
      <pc:sldChg chg="modSp add mod">
        <pc:chgData name="George Stephen, Reuben" userId="f36fcdba-2387-45bd-94a7-0c45a8a9ccec" providerId="ADAL" clId="{80C4595B-EA55-4BFD-8813-425C14904D0B}" dt="2024-11-08T07:01:04.123" v="2937" actId="20577"/>
        <pc:sldMkLst>
          <pc:docMk/>
          <pc:sldMk cId="1903546383" sldId="2058"/>
        </pc:sldMkLst>
        <pc:spChg chg="mod">
          <ac:chgData name="George Stephen, Reuben" userId="f36fcdba-2387-45bd-94a7-0c45a8a9ccec" providerId="ADAL" clId="{80C4595B-EA55-4BFD-8813-425C14904D0B}" dt="2024-11-08T07:01:04.123" v="2937" actId="20577"/>
          <ac:spMkLst>
            <pc:docMk/>
            <pc:sldMk cId="1903546383" sldId="2058"/>
            <ac:spMk id="4" creationId="{11638D45-CE17-40C1-F11F-770D918C473D}"/>
          </ac:spMkLst>
        </pc:spChg>
      </pc:sldChg>
      <pc:sldChg chg="modSp add mod">
        <pc:chgData name="George Stephen, Reuben" userId="f36fcdba-2387-45bd-94a7-0c45a8a9ccec" providerId="ADAL" clId="{80C4595B-EA55-4BFD-8813-425C14904D0B}" dt="2024-11-08T07:00:49.898" v="2928" actId="20577"/>
        <pc:sldMkLst>
          <pc:docMk/>
          <pc:sldMk cId="3441934502" sldId="2059"/>
        </pc:sldMkLst>
        <pc:spChg chg="mod">
          <ac:chgData name="George Stephen, Reuben" userId="f36fcdba-2387-45bd-94a7-0c45a8a9ccec" providerId="ADAL" clId="{80C4595B-EA55-4BFD-8813-425C14904D0B}" dt="2024-11-08T06:59:55.502" v="2805"/>
          <ac:spMkLst>
            <pc:docMk/>
            <pc:sldMk cId="3441934502" sldId="2059"/>
            <ac:spMk id="3" creationId="{E15D8B6F-B75E-49DE-8804-FA702615DED3}"/>
          </ac:spMkLst>
        </pc:spChg>
        <pc:spChg chg="mod">
          <ac:chgData name="George Stephen, Reuben" userId="f36fcdba-2387-45bd-94a7-0c45a8a9ccec" providerId="ADAL" clId="{80C4595B-EA55-4BFD-8813-425C14904D0B}" dt="2024-11-08T07:00:49.898" v="2928" actId="20577"/>
          <ac:spMkLst>
            <pc:docMk/>
            <pc:sldMk cId="3441934502" sldId="2059"/>
            <ac:spMk id="4" creationId="{11638D45-CE17-40C1-F11F-770D918C473D}"/>
          </ac:spMkLst>
        </pc:spChg>
        <pc:spChg chg="mod">
          <ac:chgData name="George Stephen, Reuben" userId="f36fcdba-2387-45bd-94a7-0c45a8a9ccec" providerId="ADAL" clId="{80C4595B-EA55-4BFD-8813-425C14904D0B}" dt="2024-11-08T07:00:32.498" v="2923" actId="12788"/>
          <ac:spMkLst>
            <pc:docMk/>
            <pc:sldMk cId="3441934502" sldId="2059"/>
            <ac:spMk id="7" creationId="{094E9A69-B612-35E4-DEEF-5092DA0A0A97}"/>
          </ac:spMkLst>
        </pc:spChg>
      </pc:sldChg>
      <pc:sldChg chg="modSp add mod">
        <pc:chgData name="George Stephen, Reuben" userId="f36fcdba-2387-45bd-94a7-0c45a8a9ccec" providerId="ADAL" clId="{80C4595B-EA55-4BFD-8813-425C14904D0B}" dt="2024-11-08T07:00:59.668" v="2935" actId="20577"/>
        <pc:sldMkLst>
          <pc:docMk/>
          <pc:sldMk cId="2338832824" sldId="2060"/>
        </pc:sldMkLst>
        <pc:spChg chg="mod">
          <ac:chgData name="George Stephen, Reuben" userId="f36fcdba-2387-45bd-94a7-0c45a8a9ccec" providerId="ADAL" clId="{80C4595B-EA55-4BFD-8813-425C14904D0B}" dt="2024-11-08T07:00:59.668" v="2935" actId="20577"/>
          <ac:spMkLst>
            <pc:docMk/>
            <pc:sldMk cId="2338832824" sldId="2060"/>
            <ac:spMk id="4" creationId="{11638D45-CE17-40C1-F11F-770D918C473D}"/>
          </ac:spMkLst>
        </pc:spChg>
      </pc:sldChg>
      <pc:sldChg chg="delSp modSp add del mod">
        <pc:chgData name="George Stephen, Reuben" userId="f36fcdba-2387-45bd-94a7-0c45a8a9ccec" providerId="ADAL" clId="{80C4595B-EA55-4BFD-8813-425C14904D0B}" dt="2024-11-08T07:54:59.846" v="3600" actId="47"/>
        <pc:sldMkLst>
          <pc:docMk/>
          <pc:sldMk cId="3507647198" sldId="2061"/>
        </pc:sldMkLst>
        <pc:spChg chg="mod">
          <ac:chgData name="George Stephen, Reuben" userId="f36fcdba-2387-45bd-94a7-0c45a8a9ccec" providerId="ADAL" clId="{80C4595B-EA55-4BFD-8813-425C14904D0B}" dt="2024-11-08T07:10:17.751" v="3069" actId="20577"/>
          <ac:spMkLst>
            <pc:docMk/>
            <pc:sldMk cId="3507647198" sldId="2061"/>
            <ac:spMk id="4" creationId="{11638D45-CE17-40C1-F11F-770D918C473D}"/>
          </ac:spMkLst>
        </pc:spChg>
        <pc:spChg chg="del mod">
          <ac:chgData name="George Stephen, Reuben" userId="f36fcdba-2387-45bd-94a7-0c45a8a9ccec" providerId="ADAL" clId="{80C4595B-EA55-4BFD-8813-425C14904D0B}" dt="2024-11-08T07:11:45.417" v="3168"/>
          <ac:spMkLst>
            <pc:docMk/>
            <pc:sldMk cId="3507647198" sldId="2061"/>
            <ac:spMk id="5" creationId="{F8E060D1-B40B-E1E5-A80F-9C6428879BB3}"/>
          </ac:spMkLst>
        </pc:spChg>
        <pc:spChg chg="del mod">
          <ac:chgData name="George Stephen, Reuben" userId="f36fcdba-2387-45bd-94a7-0c45a8a9ccec" providerId="ADAL" clId="{80C4595B-EA55-4BFD-8813-425C14904D0B}" dt="2024-11-08T07:12:20.253" v="3179"/>
          <ac:spMkLst>
            <pc:docMk/>
            <pc:sldMk cId="3507647198" sldId="2061"/>
            <ac:spMk id="7" creationId="{47920C0A-0F2D-E95D-D860-2B2905124F75}"/>
          </ac:spMkLst>
        </pc:spChg>
      </pc:sldChg>
      <pc:sldChg chg="modSp add mod">
        <pc:chgData name="George Stephen, Reuben" userId="f36fcdba-2387-45bd-94a7-0c45a8a9ccec" providerId="ADAL" clId="{80C4595B-EA55-4BFD-8813-425C14904D0B}" dt="2024-11-08T23:20:23.204" v="5404" actId="20577"/>
        <pc:sldMkLst>
          <pc:docMk/>
          <pc:sldMk cId="2432125131" sldId="2062"/>
        </pc:sldMkLst>
        <pc:spChg chg="mod">
          <ac:chgData name="George Stephen, Reuben" userId="f36fcdba-2387-45bd-94a7-0c45a8a9ccec" providerId="ADAL" clId="{80C4595B-EA55-4BFD-8813-425C14904D0B}" dt="2024-11-08T23:20:23.204" v="5404" actId="20577"/>
          <ac:spMkLst>
            <pc:docMk/>
            <pc:sldMk cId="2432125131" sldId="2062"/>
            <ac:spMk id="4" creationId="{11638D45-CE17-40C1-F11F-770D918C473D}"/>
          </ac:spMkLst>
        </pc:spChg>
        <pc:spChg chg="mod">
          <ac:chgData name="George Stephen, Reuben" userId="f36fcdba-2387-45bd-94a7-0c45a8a9ccec" providerId="ADAL" clId="{80C4595B-EA55-4BFD-8813-425C14904D0B}" dt="2024-11-08T07:52:07.219" v="3389" actId="20577"/>
          <ac:spMkLst>
            <pc:docMk/>
            <pc:sldMk cId="2432125131" sldId="2062"/>
            <ac:spMk id="5" creationId="{F8E060D1-B40B-E1E5-A80F-9C6428879BB3}"/>
          </ac:spMkLst>
        </pc:spChg>
        <pc:spChg chg="mod">
          <ac:chgData name="George Stephen, Reuben" userId="f36fcdba-2387-45bd-94a7-0c45a8a9ccec" providerId="ADAL" clId="{80C4595B-EA55-4BFD-8813-425C14904D0B}" dt="2024-11-08T07:51:28.337" v="3310"/>
          <ac:spMkLst>
            <pc:docMk/>
            <pc:sldMk cId="2432125131" sldId="2062"/>
            <ac:spMk id="7" creationId="{47920C0A-0F2D-E95D-D860-2B2905124F75}"/>
          </ac:spMkLst>
        </pc:spChg>
      </pc:sldChg>
      <pc:sldChg chg="modSp add mod">
        <pc:chgData name="George Stephen, Reuben" userId="f36fcdba-2387-45bd-94a7-0c45a8a9ccec" providerId="ADAL" clId="{80C4595B-EA55-4BFD-8813-425C14904D0B}" dt="2024-11-08T23:20:19.930" v="5403" actId="20577"/>
        <pc:sldMkLst>
          <pc:docMk/>
          <pc:sldMk cId="4243440200" sldId="2063"/>
        </pc:sldMkLst>
        <pc:spChg chg="mod">
          <ac:chgData name="George Stephen, Reuben" userId="f36fcdba-2387-45bd-94a7-0c45a8a9ccec" providerId="ADAL" clId="{80C4595B-EA55-4BFD-8813-425C14904D0B}" dt="2024-11-08T23:20:19.930" v="5403" actId="20577"/>
          <ac:spMkLst>
            <pc:docMk/>
            <pc:sldMk cId="4243440200" sldId="2063"/>
            <ac:spMk id="4" creationId="{11638D45-CE17-40C1-F11F-770D918C473D}"/>
          </ac:spMkLst>
        </pc:spChg>
        <pc:spChg chg="mod">
          <ac:chgData name="George Stephen, Reuben" userId="f36fcdba-2387-45bd-94a7-0c45a8a9ccec" providerId="ADAL" clId="{80C4595B-EA55-4BFD-8813-425C14904D0B}" dt="2024-11-08T07:54:52.380" v="3599" actId="20577"/>
          <ac:spMkLst>
            <pc:docMk/>
            <pc:sldMk cId="4243440200" sldId="2063"/>
            <ac:spMk id="5" creationId="{F8E060D1-B40B-E1E5-A80F-9C6428879BB3}"/>
          </ac:spMkLst>
        </pc:spChg>
        <pc:spChg chg="mod">
          <ac:chgData name="George Stephen, Reuben" userId="f36fcdba-2387-45bd-94a7-0c45a8a9ccec" providerId="ADAL" clId="{80C4595B-EA55-4BFD-8813-425C14904D0B}" dt="2024-11-08T23:20:08.544" v="5400" actId="20577"/>
          <ac:spMkLst>
            <pc:docMk/>
            <pc:sldMk cId="4243440200" sldId="2063"/>
            <ac:spMk id="7" creationId="{47920C0A-0F2D-E95D-D860-2B2905124F75}"/>
          </ac:spMkLst>
        </pc:spChg>
      </pc:sldChg>
      <pc:sldChg chg="modSp add mod">
        <pc:chgData name="George Stephen, Reuben" userId="f36fcdba-2387-45bd-94a7-0c45a8a9ccec" providerId="ADAL" clId="{80C4595B-EA55-4BFD-8813-425C14904D0B}" dt="2024-11-08T22:38:55.840" v="3795" actId="20577"/>
        <pc:sldMkLst>
          <pc:docMk/>
          <pc:sldMk cId="105614228" sldId="2064"/>
        </pc:sldMkLst>
        <pc:spChg chg="mod">
          <ac:chgData name="George Stephen, Reuben" userId="f36fcdba-2387-45bd-94a7-0c45a8a9ccec" providerId="ADAL" clId="{80C4595B-EA55-4BFD-8813-425C14904D0B}" dt="2024-11-08T22:38:55.840" v="3795" actId="20577"/>
          <ac:spMkLst>
            <pc:docMk/>
            <pc:sldMk cId="105614228" sldId="2064"/>
            <ac:spMk id="2" creationId="{00000000-0000-0000-0000-000000000000}"/>
          </ac:spMkLst>
        </pc:spChg>
      </pc:sldChg>
      <pc:sldChg chg="modSp add mod">
        <pc:chgData name="George Stephen, Reuben" userId="f36fcdba-2387-45bd-94a7-0c45a8a9ccec" providerId="ADAL" clId="{80C4595B-EA55-4BFD-8813-425C14904D0B}" dt="2024-11-08T23:20:50.105" v="5408" actId="20577"/>
        <pc:sldMkLst>
          <pc:docMk/>
          <pc:sldMk cId="4695711" sldId="2065"/>
        </pc:sldMkLst>
        <pc:spChg chg="mod">
          <ac:chgData name="George Stephen, Reuben" userId="f36fcdba-2387-45bd-94a7-0c45a8a9ccec" providerId="ADAL" clId="{80C4595B-EA55-4BFD-8813-425C14904D0B}" dt="2024-11-08T23:20:50.105" v="5408" actId="20577"/>
          <ac:spMkLst>
            <pc:docMk/>
            <pc:sldMk cId="4695711" sldId="2065"/>
            <ac:spMk id="4" creationId="{11638D45-CE17-40C1-F11F-770D918C473D}"/>
          </ac:spMkLst>
        </pc:spChg>
      </pc:sldChg>
      <pc:sldChg chg="addSp modSp add mod">
        <pc:chgData name="George Stephen, Reuben" userId="f36fcdba-2387-45bd-94a7-0c45a8a9ccec" providerId="ADAL" clId="{80C4595B-EA55-4BFD-8813-425C14904D0B}" dt="2024-11-09T06:30:26.966" v="5495" actId="1076"/>
        <pc:sldMkLst>
          <pc:docMk/>
          <pc:sldMk cId="1318756202" sldId="2066"/>
        </pc:sldMkLst>
        <pc:spChg chg="mod">
          <ac:chgData name="George Stephen, Reuben" userId="f36fcdba-2387-45bd-94a7-0c45a8a9ccec" providerId="ADAL" clId="{80C4595B-EA55-4BFD-8813-425C14904D0B}" dt="2024-11-08T22:49:48.426" v="4649" actId="20577"/>
          <ac:spMkLst>
            <pc:docMk/>
            <pc:sldMk cId="1318756202" sldId="2066"/>
            <ac:spMk id="2" creationId="{00000000-0000-0000-0000-000000000000}"/>
          </ac:spMkLst>
        </pc:spChg>
        <pc:spChg chg="mod">
          <ac:chgData name="George Stephen, Reuben" userId="f36fcdba-2387-45bd-94a7-0c45a8a9ccec" providerId="ADAL" clId="{80C4595B-EA55-4BFD-8813-425C14904D0B}" dt="2024-11-08T23:20:54.251" v="5409" actId="20577"/>
          <ac:spMkLst>
            <pc:docMk/>
            <pc:sldMk cId="1318756202" sldId="2066"/>
            <ac:spMk id="4" creationId="{11638D45-CE17-40C1-F11F-770D918C473D}"/>
          </ac:spMkLst>
        </pc:spChg>
        <pc:spChg chg="mod">
          <ac:chgData name="George Stephen, Reuben" userId="f36fcdba-2387-45bd-94a7-0c45a8a9ccec" providerId="ADAL" clId="{80C4595B-EA55-4BFD-8813-425C14904D0B}" dt="2024-11-09T06:30:14.777" v="5490"/>
          <ac:spMkLst>
            <pc:docMk/>
            <pc:sldMk cId="1318756202" sldId="2066"/>
            <ac:spMk id="5" creationId="{E65B29DB-5A9C-7B8E-51E4-558C165C5D12}"/>
          </ac:spMkLst>
        </pc:spChg>
        <pc:spChg chg="mod">
          <ac:chgData name="George Stephen, Reuben" userId="f36fcdba-2387-45bd-94a7-0c45a8a9ccec" providerId="ADAL" clId="{80C4595B-EA55-4BFD-8813-425C14904D0B}" dt="2024-11-09T06:30:14.777" v="5490"/>
          <ac:spMkLst>
            <pc:docMk/>
            <pc:sldMk cId="1318756202" sldId="2066"/>
            <ac:spMk id="7" creationId="{C9A82B87-BD70-E0DA-56F5-B30F244EADCA}"/>
          </ac:spMkLst>
        </pc:spChg>
        <pc:spChg chg="mod">
          <ac:chgData name="George Stephen, Reuben" userId="f36fcdba-2387-45bd-94a7-0c45a8a9ccec" providerId="ADAL" clId="{80C4595B-EA55-4BFD-8813-425C14904D0B}" dt="2024-11-09T06:30:17.852" v="5492"/>
          <ac:spMkLst>
            <pc:docMk/>
            <pc:sldMk cId="1318756202" sldId="2066"/>
            <ac:spMk id="9" creationId="{1FCA4875-E814-C231-CEF7-1849C87B1FF7}"/>
          </ac:spMkLst>
        </pc:spChg>
        <pc:spChg chg="mod">
          <ac:chgData name="George Stephen, Reuben" userId="f36fcdba-2387-45bd-94a7-0c45a8a9ccec" providerId="ADAL" clId="{80C4595B-EA55-4BFD-8813-425C14904D0B}" dt="2024-11-09T06:30:17.852" v="5492"/>
          <ac:spMkLst>
            <pc:docMk/>
            <pc:sldMk cId="1318756202" sldId="2066"/>
            <ac:spMk id="10" creationId="{1651BF4A-42C1-56A7-1A01-F748A00275CF}"/>
          </ac:spMkLst>
        </pc:spChg>
        <pc:spChg chg="mod">
          <ac:chgData name="George Stephen, Reuben" userId="f36fcdba-2387-45bd-94a7-0c45a8a9ccec" providerId="ADAL" clId="{80C4595B-EA55-4BFD-8813-425C14904D0B}" dt="2024-11-09T06:30:20.331" v="5494" actId="1076"/>
          <ac:spMkLst>
            <pc:docMk/>
            <pc:sldMk cId="1318756202" sldId="2066"/>
            <ac:spMk id="12" creationId="{2A8C73C2-1E69-0CF2-7BB8-0D38997385C0}"/>
          </ac:spMkLst>
        </pc:spChg>
        <pc:spChg chg="mod">
          <ac:chgData name="George Stephen, Reuben" userId="f36fcdba-2387-45bd-94a7-0c45a8a9ccec" providerId="ADAL" clId="{80C4595B-EA55-4BFD-8813-425C14904D0B}" dt="2024-11-08T22:43:28.184" v="4128"/>
          <ac:spMkLst>
            <pc:docMk/>
            <pc:sldMk cId="1318756202" sldId="2066"/>
            <ac:spMk id="14" creationId="{E221F873-C37A-DAFA-011B-E53360621CFD}"/>
          </ac:spMkLst>
        </pc:spChg>
        <pc:grpChg chg="add mod">
          <ac:chgData name="George Stephen, Reuben" userId="f36fcdba-2387-45bd-94a7-0c45a8a9ccec" providerId="ADAL" clId="{80C4595B-EA55-4BFD-8813-425C14904D0B}" dt="2024-11-09T06:30:17.254" v="5491" actId="1076"/>
          <ac:grpSpMkLst>
            <pc:docMk/>
            <pc:sldMk cId="1318756202" sldId="2066"/>
            <ac:grpSpMk id="3" creationId="{041AB45B-DE5C-ADEF-C618-4140E8561A2E}"/>
          </ac:grpSpMkLst>
        </pc:grpChg>
        <pc:grpChg chg="add mod">
          <ac:chgData name="George Stephen, Reuben" userId="f36fcdba-2387-45bd-94a7-0c45a8a9ccec" providerId="ADAL" clId="{80C4595B-EA55-4BFD-8813-425C14904D0B}" dt="2024-11-09T06:30:26.966" v="5495" actId="1076"/>
          <ac:grpSpMkLst>
            <pc:docMk/>
            <pc:sldMk cId="1318756202" sldId="2066"/>
            <ac:grpSpMk id="8" creationId="{7D02145E-B383-2020-9DD2-88B03BCD5532}"/>
          </ac:grpSpMkLst>
        </pc:grpChg>
      </pc:sldChg>
      <pc:sldChg chg="modSp add mod">
        <pc:chgData name="George Stephen, Reuben" userId="f36fcdba-2387-45bd-94a7-0c45a8a9ccec" providerId="ADAL" clId="{80C4595B-EA55-4BFD-8813-425C14904D0B}" dt="2024-11-08T23:20:58.424" v="5410" actId="20577"/>
        <pc:sldMkLst>
          <pc:docMk/>
          <pc:sldMk cId="4263596549" sldId="2067"/>
        </pc:sldMkLst>
        <pc:spChg chg="mod">
          <ac:chgData name="George Stephen, Reuben" userId="f36fcdba-2387-45bd-94a7-0c45a8a9ccec" providerId="ADAL" clId="{80C4595B-EA55-4BFD-8813-425C14904D0B}" dt="2024-11-08T23:20:58.424" v="5410" actId="20577"/>
          <ac:spMkLst>
            <pc:docMk/>
            <pc:sldMk cId="4263596549" sldId="2067"/>
            <ac:spMk id="4" creationId="{11638D45-CE17-40C1-F11F-770D918C473D}"/>
          </ac:spMkLst>
        </pc:spChg>
        <pc:spChg chg="mod">
          <ac:chgData name="George Stephen, Reuben" userId="f36fcdba-2387-45bd-94a7-0c45a8a9ccec" providerId="ADAL" clId="{80C4595B-EA55-4BFD-8813-425C14904D0B}" dt="2024-11-08T22:44:10.310" v="4133" actId="113"/>
          <ac:spMkLst>
            <pc:docMk/>
            <pc:sldMk cId="4263596549" sldId="2067"/>
            <ac:spMk id="5" creationId="{CF3271A2-FC02-8988-8BC9-1A959BB5915F}"/>
          </ac:spMkLst>
        </pc:spChg>
      </pc:sldChg>
      <pc:sldChg chg="addSp modSp add mod">
        <pc:chgData name="George Stephen, Reuben" userId="f36fcdba-2387-45bd-94a7-0c45a8a9ccec" providerId="ADAL" clId="{80C4595B-EA55-4BFD-8813-425C14904D0B}" dt="2024-11-09T06:30:40.290" v="5499" actId="1076"/>
        <pc:sldMkLst>
          <pc:docMk/>
          <pc:sldMk cId="459500047" sldId="2068"/>
        </pc:sldMkLst>
        <pc:spChg chg="mod">
          <ac:chgData name="George Stephen, Reuben" userId="f36fcdba-2387-45bd-94a7-0c45a8a9ccec" providerId="ADAL" clId="{80C4595B-EA55-4BFD-8813-425C14904D0B}" dt="2024-11-08T22:49:43.315" v="4646" actId="20577"/>
          <ac:spMkLst>
            <pc:docMk/>
            <pc:sldMk cId="459500047" sldId="2068"/>
            <ac:spMk id="2" creationId="{00000000-0000-0000-0000-000000000000}"/>
          </ac:spMkLst>
        </pc:spChg>
        <pc:spChg chg="mod">
          <ac:chgData name="George Stephen, Reuben" userId="f36fcdba-2387-45bd-94a7-0c45a8a9ccec" providerId="ADAL" clId="{80C4595B-EA55-4BFD-8813-425C14904D0B}" dt="2024-11-08T23:22:19.052" v="5432" actId="20577"/>
          <ac:spMkLst>
            <pc:docMk/>
            <pc:sldMk cId="459500047" sldId="2068"/>
            <ac:spMk id="4" creationId="{11638D45-CE17-40C1-F11F-770D918C473D}"/>
          </ac:spMkLst>
        </pc:spChg>
        <pc:spChg chg="mod">
          <ac:chgData name="George Stephen, Reuben" userId="f36fcdba-2387-45bd-94a7-0c45a8a9ccec" providerId="ADAL" clId="{80C4595B-EA55-4BFD-8813-425C14904D0B}" dt="2024-11-09T06:30:30.798" v="5496"/>
          <ac:spMkLst>
            <pc:docMk/>
            <pc:sldMk cId="459500047" sldId="2068"/>
            <ac:spMk id="5" creationId="{2148C7EF-0F64-082C-0DFC-5A908F811D42}"/>
          </ac:spMkLst>
        </pc:spChg>
        <pc:spChg chg="mod">
          <ac:chgData name="George Stephen, Reuben" userId="f36fcdba-2387-45bd-94a7-0c45a8a9ccec" providerId="ADAL" clId="{80C4595B-EA55-4BFD-8813-425C14904D0B}" dt="2024-11-09T06:30:30.798" v="5496"/>
          <ac:spMkLst>
            <pc:docMk/>
            <pc:sldMk cId="459500047" sldId="2068"/>
            <ac:spMk id="7" creationId="{3AFADCFC-9BA7-DE90-5950-FC2226236B10}"/>
          </ac:spMkLst>
        </pc:spChg>
        <pc:spChg chg="mod">
          <ac:chgData name="George Stephen, Reuben" userId="f36fcdba-2387-45bd-94a7-0c45a8a9ccec" providerId="ADAL" clId="{80C4595B-EA55-4BFD-8813-425C14904D0B}" dt="2024-11-09T06:30:35.472" v="5498"/>
          <ac:spMkLst>
            <pc:docMk/>
            <pc:sldMk cId="459500047" sldId="2068"/>
            <ac:spMk id="9" creationId="{BF177963-F241-67E7-F53F-7B1CCBF1ACA0}"/>
          </ac:spMkLst>
        </pc:spChg>
        <pc:spChg chg="mod">
          <ac:chgData name="George Stephen, Reuben" userId="f36fcdba-2387-45bd-94a7-0c45a8a9ccec" providerId="ADAL" clId="{80C4595B-EA55-4BFD-8813-425C14904D0B}" dt="2024-11-09T06:30:35.472" v="5498"/>
          <ac:spMkLst>
            <pc:docMk/>
            <pc:sldMk cId="459500047" sldId="2068"/>
            <ac:spMk id="10" creationId="{CCB66BC8-BC7E-B17F-3F43-B769223F9A0A}"/>
          </ac:spMkLst>
        </pc:spChg>
        <pc:spChg chg="mod">
          <ac:chgData name="George Stephen, Reuben" userId="f36fcdba-2387-45bd-94a7-0c45a8a9ccec" providerId="ADAL" clId="{80C4595B-EA55-4BFD-8813-425C14904D0B}" dt="2024-11-08T22:45:42.683" v="4298" actId="12788"/>
          <ac:spMkLst>
            <pc:docMk/>
            <pc:sldMk cId="459500047" sldId="2068"/>
            <ac:spMk id="12" creationId="{2A8C73C2-1E69-0CF2-7BB8-0D38997385C0}"/>
          </ac:spMkLst>
        </pc:spChg>
        <pc:spChg chg="mod">
          <ac:chgData name="George Stephen, Reuben" userId="f36fcdba-2387-45bd-94a7-0c45a8a9ccec" providerId="ADAL" clId="{80C4595B-EA55-4BFD-8813-425C14904D0B}" dt="2024-11-08T22:44:36.203" v="4141" actId="403"/>
          <ac:spMkLst>
            <pc:docMk/>
            <pc:sldMk cId="459500047" sldId="2068"/>
            <ac:spMk id="14" creationId="{E221F873-C37A-DAFA-011B-E53360621CFD}"/>
          </ac:spMkLst>
        </pc:spChg>
        <pc:grpChg chg="add mod">
          <ac:chgData name="George Stephen, Reuben" userId="f36fcdba-2387-45bd-94a7-0c45a8a9ccec" providerId="ADAL" clId="{80C4595B-EA55-4BFD-8813-425C14904D0B}" dt="2024-11-09T06:30:34.509" v="5497" actId="1076"/>
          <ac:grpSpMkLst>
            <pc:docMk/>
            <pc:sldMk cId="459500047" sldId="2068"/>
            <ac:grpSpMk id="3" creationId="{1A9921A0-673C-22D1-79E8-8B33D8886B9D}"/>
          </ac:grpSpMkLst>
        </pc:grpChg>
        <pc:grpChg chg="add mod">
          <ac:chgData name="George Stephen, Reuben" userId="f36fcdba-2387-45bd-94a7-0c45a8a9ccec" providerId="ADAL" clId="{80C4595B-EA55-4BFD-8813-425C14904D0B}" dt="2024-11-09T06:30:40.290" v="5499" actId="1076"/>
          <ac:grpSpMkLst>
            <pc:docMk/>
            <pc:sldMk cId="459500047" sldId="2068"/>
            <ac:grpSpMk id="8" creationId="{9EBE666E-75B5-14F5-4926-FF30F8ABA689}"/>
          </ac:grpSpMkLst>
        </pc:grpChg>
      </pc:sldChg>
      <pc:sldChg chg="modSp add mod">
        <pc:chgData name="George Stephen, Reuben" userId="f36fcdba-2387-45bd-94a7-0c45a8a9ccec" providerId="ADAL" clId="{80C4595B-EA55-4BFD-8813-425C14904D0B}" dt="2024-11-08T23:22:27.947" v="5437" actId="20577"/>
        <pc:sldMkLst>
          <pc:docMk/>
          <pc:sldMk cId="1396315635" sldId="2069"/>
        </pc:sldMkLst>
        <pc:spChg chg="mod">
          <ac:chgData name="George Stephen, Reuben" userId="f36fcdba-2387-45bd-94a7-0c45a8a9ccec" providerId="ADAL" clId="{80C4595B-EA55-4BFD-8813-425C14904D0B}" dt="2024-11-08T23:22:27.947" v="5437" actId="20577"/>
          <ac:spMkLst>
            <pc:docMk/>
            <pc:sldMk cId="1396315635" sldId="2069"/>
            <ac:spMk id="4" creationId="{11638D45-CE17-40C1-F11F-770D918C473D}"/>
          </ac:spMkLst>
        </pc:spChg>
      </pc:sldChg>
      <pc:sldChg chg="addSp modSp add mod">
        <pc:chgData name="George Stephen, Reuben" userId="f36fcdba-2387-45bd-94a7-0c45a8a9ccec" providerId="ADAL" clId="{80C4595B-EA55-4BFD-8813-425C14904D0B}" dt="2024-11-09T06:30:59.080" v="5505" actId="1076"/>
        <pc:sldMkLst>
          <pc:docMk/>
          <pc:sldMk cId="2323990441" sldId="2070"/>
        </pc:sldMkLst>
        <pc:spChg chg="mod">
          <ac:chgData name="George Stephen, Reuben" userId="f36fcdba-2387-45bd-94a7-0c45a8a9ccec" providerId="ADAL" clId="{80C4595B-EA55-4BFD-8813-425C14904D0B}" dt="2024-11-08T22:49:39.687" v="4643" actId="20577"/>
          <ac:spMkLst>
            <pc:docMk/>
            <pc:sldMk cId="2323990441" sldId="2070"/>
            <ac:spMk id="2" creationId="{00000000-0000-0000-0000-000000000000}"/>
          </ac:spMkLst>
        </pc:spChg>
        <pc:spChg chg="mod">
          <ac:chgData name="George Stephen, Reuben" userId="f36fcdba-2387-45bd-94a7-0c45a8a9ccec" providerId="ADAL" clId="{80C4595B-EA55-4BFD-8813-425C14904D0B}" dt="2024-11-08T23:22:34.273" v="5439" actId="20577"/>
          <ac:spMkLst>
            <pc:docMk/>
            <pc:sldMk cId="2323990441" sldId="2070"/>
            <ac:spMk id="4" creationId="{11638D45-CE17-40C1-F11F-770D918C473D}"/>
          </ac:spMkLst>
        </pc:spChg>
        <pc:spChg chg="mod">
          <ac:chgData name="George Stephen, Reuben" userId="f36fcdba-2387-45bd-94a7-0c45a8a9ccec" providerId="ADAL" clId="{80C4595B-EA55-4BFD-8813-425C14904D0B}" dt="2024-11-09T06:30:44.828" v="5500"/>
          <ac:spMkLst>
            <pc:docMk/>
            <pc:sldMk cId="2323990441" sldId="2070"/>
            <ac:spMk id="5" creationId="{4102CD33-F8AD-98D9-C58D-28D930BD6B6B}"/>
          </ac:spMkLst>
        </pc:spChg>
        <pc:spChg chg="mod">
          <ac:chgData name="George Stephen, Reuben" userId="f36fcdba-2387-45bd-94a7-0c45a8a9ccec" providerId="ADAL" clId="{80C4595B-EA55-4BFD-8813-425C14904D0B}" dt="2024-11-09T06:30:44.828" v="5500"/>
          <ac:spMkLst>
            <pc:docMk/>
            <pc:sldMk cId="2323990441" sldId="2070"/>
            <ac:spMk id="7" creationId="{AC7A07DF-F379-B804-2161-3DB7F89769A1}"/>
          </ac:spMkLst>
        </pc:spChg>
        <pc:spChg chg="mod">
          <ac:chgData name="George Stephen, Reuben" userId="f36fcdba-2387-45bd-94a7-0c45a8a9ccec" providerId="ADAL" clId="{80C4595B-EA55-4BFD-8813-425C14904D0B}" dt="2024-11-09T06:30:48.073" v="5502"/>
          <ac:spMkLst>
            <pc:docMk/>
            <pc:sldMk cId="2323990441" sldId="2070"/>
            <ac:spMk id="9" creationId="{996A32F8-2B2B-5332-A6BB-7E4DF5320B87}"/>
          </ac:spMkLst>
        </pc:spChg>
        <pc:spChg chg="mod">
          <ac:chgData name="George Stephen, Reuben" userId="f36fcdba-2387-45bd-94a7-0c45a8a9ccec" providerId="ADAL" clId="{80C4595B-EA55-4BFD-8813-425C14904D0B}" dt="2024-11-09T06:30:48.073" v="5502"/>
          <ac:spMkLst>
            <pc:docMk/>
            <pc:sldMk cId="2323990441" sldId="2070"/>
            <ac:spMk id="10" creationId="{188FCDDE-ECD3-C880-C6AC-A3EDB0015F0C}"/>
          </ac:spMkLst>
        </pc:spChg>
        <pc:spChg chg="mod">
          <ac:chgData name="George Stephen, Reuben" userId="f36fcdba-2387-45bd-94a7-0c45a8a9ccec" providerId="ADAL" clId="{80C4595B-EA55-4BFD-8813-425C14904D0B}" dt="2024-11-09T06:30:52.149" v="5504" actId="1076"/>
          <ac:spMkLst>
            <pc:docMk/>
            <pc:sldMk cId="2323990441" sldId="2070"/>
            <ac:spMk id="12" creationId="{2A8C73C2-1E69-0CF2-7BB8-0D38997385C0}"/>
          </ac:spMkLst>
        </pc:spChg>
        <pc:spChg chg="mod">
          <ac:chgData name="George Stephen, Reuben" userId="f36fcdba-2387-45bd-94a7-0c45a8a9ccec" providerId="ADAL" clId="{80C4595B-EA55-4BFD-8813-425C14904D0B}" dt="2024-11-08T22:46:31.292" v="4311" actId="12788"/>
          <ac:spMkLst>
            <pc:docMk/>
            <pc:sldMk cId="2323990441" sldId="2070"/>
            <ac:spMk id="14" creationId="{E221F873-C37A-DAFA-011B-E53360621CFD}"/>
          </ac:spMkLst>
        </pc:spChg>
        <pc:grpChg chg="add mod">
          <ac:chgData name="George Stephen, Reuben" userId="f36fcdba-2387-45bd-94a7-0c45a8a9ccec" providerId="ADAL" clId="{80C4595B-EA55-4BFD-8813-425C14904D0B}" dt="2024-11-09T06:30:47.450" v="5501" actId="1076"/>
          <ac:grpSpMkLst>
            <pc:docMk/>
            <pc:sldMk cId="2323990441" sldId="2070"/>
            <ac:grpSpMk id="3" creationId="{A614BE2A-4C7F-73C2-7DD8-6B954ECA4705}"/>
          </ac:grpSpMkLst>
        </pc:grpChg>
        <pc:grpChg chg="add mod">
          <ac:chgData name="George Stephen, Reuben" userId="f36fcdba-2387-45bd-94a7-0c45a8a9ccec" providerId="ADAL" clId="{80C4595B-EA55-4BFD-8813-425C14904D0B}" dt="2024-11-09T06:30:59.080" v="5505" actId="1076"/>
          <ac:grpSpMkLst>
            <pc:docMk/>
            <pc:sldMk cId="2323990441" sldId="2070"/>
            <ac:grpSpMk id="8" creationId="{577A05F0-DA92-CADD-D655-161D92DE131F}"/>
          </ac:grpSpMkLst>
        </pc:grpChg>
      </pc:sldChg>
      <pc:sldChg chg="modSp add mod">
        <pc:chgData name="George Stephen, Reuben" userId="f36fcdba-2387-45bd-94a7-0c45a8a9ccec" providerId="ADAL" clId="{80C4595B-EA55-4BFD-8813-425C14904D0B}" dt="2024-11-08T23:22:42.695" v="5445" actId="20577"/>
        <pc:sldMkLst>
          <pc:docMk/>
          <pc:sldMk cId="2035137315" sldId="2071"/>
        </pc:sldMkLst>
        <pc:spChg chg="mod">
          <ac:chgData name="George Stephen, Reuben" userId="f36fcdba-2387-45bd-94a7-0c45a8a9ccec" providerId="ADAL" clId="{80C4595B-EA55-4BFD-8813-425C14904D0B}" dt="2024-11-08T23:22:42.695" v="5445" actId="20577"/>
          <ac:spMkLst>
            <pc:docMk/>
            <pc:sldMk cId="2035137315" sldId="2071"/>
            <ac:spMk id="4" creationId="{11638D45-CE17-40C1-F11F-770D918C473D}"/>
          </ac:spMkLst>
        </pc:spChg>
      </pc:sldChg>
      <pc:sldChg chg="addSp modSp add mod">
        <pc:chgData name="George Stephen, Reuben" userId="f36fcdba-2387-45bd-94a7-0c45a8a9ccec" providerId="ADAL" clId="{80C4595B-EA55-4BFD-8813-425C14904D0B}" dt="2024-11-09T06:31:11.177" v="5509" actId="1076"/>
        <pc:sldMkLst>
          <pc:docMk/>
          <pc:sldMk cId="2635066596" sldId="2072"/>
        </pc:sldMkLst>
        <pc:spChg chg="mod">
          <ac:chgData name="George Stephen, Reuben" userId="f36fcdba-2387-45bd-94a7-0c45a8a9ccec" providerId="ADAL" clId="{80C4595B-EA55-4BFD-8813-425C14904D0B}" dt="2024-11-08T22:50:01.108" v="4655" actId="20577"/>
          <ac:spMkLst>
            <pc:docMk/>
            <pc:sldMk cId="2635066596" sldId="2072"/>
            <ac:spMk id="2" creationId="{00000000-0000-0000-0000-000000000000}"/>
          </ac:spMkLst>
        </pc:spChg>
        <pc:spChg chg="mod">
          <ac:chgData name="George Stephen, Reuben" userId="f36fcdba-2387-45bd-94a7-0c45a8a9ccec" providerId="ADAL" clId="{80C4595B-EA55-4BFD-8813-425C14904D0B}" dt="2024-11-08T23:22:48.352" v="5448" actId="20577"/>
          <ac:spMkLst>
            <pc:docMk/>
            <pc:sldMk cId="2635066596" sldId="2072"/>
            <ac:spMk id="4" creationId="{11638D45-CE17-40C1-F11F-770D918C473D}"/>
          </ac:spMkLst>
        </pc:spChg>
        <pc:spChg chg="mod">
          <ac:chgData name="George Stephen, Reuben" userId="f36fcdba-2387-45bd-94a7-0c45a8a9ccec" providerId="ADAL" clId="{80C4595B-EA55-4BFD-8813-425C14904D0B}" dt="2024-11-09T06:31:03.954" v="5506"/>
          <ac:spMkLst>
            <pc:docMk/>
            <pc:sldMk cId="2635066596" sldId="2072"/>
            <ac:spMk id="5" creationId="{F9427CA5-7BBC-B517-6FC6-1FDB9DC4FB9A}"/>
          </ac:spMkLst>
        </pc:spChg>
        <pc:spChg chg="mod">
          <ac:chgData name="George Stephen, Reuben" userId="f36fcdba-2387-45bd-94a7-0c45a8a9ccec" providerId="ADAL" clId="{80C4595B-EA55-4BFD-8813-425C14904D0B}" dt="2024-11-09T06:31:03.954" v="5506"/>
          <ac:spMkLst>
            <pc:docMk/>
            <pc:sldMk cId="2635066596" sldId="2072"/>
            <ac:spMk id="7" creationId="{AA0BD51E-EEF4-B7E5-486C-A0D018DA5CD8}"/>
          </ac:spMkLst>
        </pc:spChg>
        <pc:spChg chg="mod">
          <ac:chgData name="George Stephen, Reuben" userId="f36fcdba-2387-45bd-94a7-0c45a8a9ccec" providerId="ADAL" clId="{80C4595B-EA55-4BFD-8813-425C14904D0B}" dt="2024-11-09T06:31:07.992" v="5508"/>
          <ac:spMkLst>
            <pc:docMk/>
            <pc:sldMk cId="2635066596" sldId="2072"/>
            <ac:spMk id="9" creationId="{4EDC0741-430C-C4AF-D966-4E883AF87998}"/>
          </ac:spMkLst>
        </pc:spChg>
        <pc:spChg chg="mod">
          <ac:chgData name="George Stephen, Reuben" userId="f36fcdba-2387-45bd-94a7-0c45a8a9ccec" providerId="ADAL" clId="{80C4595B-EA55-4BFD-8813-425C14904D0B}" dt="2024-11-09T06:31:07.992" v="5508"/>
          <ac:spMkLst>
            <pc:docMk/>
            <pc:sldMk cId="2635066596" sldId="2072"/>
            <ac:spMk id="10" creationId="{365D4932-6B03-76AC-9FE4-850E6C0D141F}"/>
          </ac:spMkLst>
        </pc:spChg>
        <pc:spChg chg="mod">
          <ac:chgData name="George Stephen, Reuben" userId="f36fcdba-2387-45bd-94a7-0c45a8a9ccec" providerId="ADAL" clId="{80C4595B-EA55-4BFD-8813-425C14904D0B}" dt="2024-11-08T22:49:24.991" v="4640" actId="12788"/>
          <ac:spMkLst>
            <pc:docMk/>
            <pc:sldMk cId="2635066596" sldId="2072"/>
            <ac:spMk id="12" creationId="{2A8C73C2-1E69-0CF2-7BB8-0D38997385C0}"/>
          </ac:spMkLst>
        </pc:spChg>
        <pc:spChg chg="mod">
          <ac:chgData name="George Stephen, Reuben" userId="f36fcdba-2387-45bd-94a7-0c45a8a9ccec" providerId="ADAL" clId="{80C4595B-EA55-4BFD-8813-425C14904D0B}" dt="2024-11-08T22:52:03.428" v="4660" actId="12788"/>
          <ac:spMkLst>
            <pc:docMk/>
            <pc:sldMk cId="2635066596" sldId="2072"/>
            <ac:spMk id="14" creationId="{E221F873-C37A-DAFA-011B-E53360621CFD}"/>
          </ac:spMkLst>
        </pc:spChg>
        <pc:grpChg chg="add mod">
          <ac:chgData name="George Stephen, Reuben" userId="f36fcdba-2387-45bd-94a7-0c45a8a9ccec" providerId="ADAL" clId="{80C4595B-EA55-4BFD-8813-425C14904D0B}" dt="2024-11-09T06:31:07.241" v="5507" actId="1076"/>
          <ac:grpSpMkLst>
            <pc:docMk/>
            <pc:sldMk cId="2635066596" sldId="2072"/>
            <ac:grpSpMk id="3" creationId="{A2BF8AF2-1A23-EF93-CE74-4795DF228789}"/>
          </ac:grpSpMkLst>
        </pc:grpChg>
        <pc:grpChg chg="add mod">
          <ac:chgData name="George Stephen, Reuben" userId="f36fcdba-2387-45bd-94a7-0c45a8a9ccec" providerId="ADAL" clId="{80C4595B-EA55-4BFD-8813-425C14904D0B}" dt="2024-11-09T06:31:11.177" v="5509" actId="1076"/>
          <ac:grpSpMkLst>
            <pc:docMk/>
            <pc:sldMk cId="2635066596" sldId="2072"/>
            <ac:grpSpMk id="8" creationId="{AA5AA6ED-27B1-0E3B-7AE4-EDAF840208A1}"/>
          </ac:grpSpMkLst>
        </pc:grpChg>
      </pc:sldChg>
      <pc:sldChg chg="modSp add mod">
        <pc:chgData name="George Stephen, Reuben" userId="f36fcdba-2387-45bd-94a7-0c45a8a9ccec" providerId="ADAL" clId="{80C4595B-EA55-4BFD-8813-425C14904D0B}" dt="2024-11-08T23:22:54.719" v="5451" actId="20577"/>
        <pc:sldMkLst>
          <pc:docMk/>
          <pc:sldMk cId="2948381090" sldId="2073"/>
        </pc:sldMkLst>
        <pc:spChg chg="mod">
          <ac:chgData name="George Stephen, Reuben" userId="f36fcdba-2387-45bd-94a7-0c45a8a9ccec" providerId="ADAL" clId="{80C4595B-EA55-4BFD-8813-425C14904D0B}" dt="2024-11-08T23:22:54.719" v="5451" actId="20577"/>
          <ac:spMkLst>
            <pc:docMk/>
            <pc:sldMk cId="2948381090" sldId="2073"/>
            <ac:spMk id="4" creationId="{11638D45-CE17-40C1-F11F-770D918C473D}"/>
          </ac:spMkLst>
        </pc:spChg>
      </pc:sldChg>
      <pc:sldChg chg="addSp modSp add mod">
        <pc:chgData name="George Stephen, Reuben" userId="f36fcdba-2387-45bd-94a7-0c45a8a9ccec" providerId="ADAL" clId="{80C4595B-EA55-4BFD-8813-425C14904D0B}" dt="2024-11-09T06:31:23.190" v="5513" actId="1076"/>
        <pc:sldMkLst>
          <pc:docMk/>
          <pc:sldMk cId="2647351736" sldId="2074"/>
        </pc:sldMkLst>
        <pc:spChg chg="mod">
          <ac:chgData name="George Stephen, Reuben" userId="f36fcdba-2387-45bd-94a7-0c45a8a9ccec" providerId="ADAL" clId="{80C4595B-EA55-4BFD-8813-425C14904D0B}" dt="2024-11-08T23:23:06.982" v="5456" actId="20577"/>
          <ac:spMkLst>
            <pc:docMk/>
            <pc:sldMk cId="2647351736" sldId="2074"/>
            <ac:spMk id="4" creationId="{11638D45-CE17-40C1-F11F-770D918C473D}"/>
          </ac:spMkLst>
        </pc:spChg>
        <pc:spChg chg="mod">
          <ac:chgData name="George Stephen, Reuben" userId="f36fcdba-2387-45bd-94a7-0c45a8a9ccec" providerId="ADAL" clId="{80C4595B-EA55-4BFD-8813-425C14904D0B}" dt="2024-11-09T06:31:13.426" v="5510"/>
          <ac:spMkLst>
            <pc:docMk/>
            <pc:sldMk cId="2647351736" sldId="2074"/>
            <ac:spMk id="5" creationId="{2B1E44EF-FCA3-0951-48A1-1DC3DA19EF62}"/>
          </ac:spMkLst>
        </pc:spChg>
        <pc:spChg chg="mod">
          <ac:chgData name="George Stephen, Reuben" userId="f36fcdba-2387-45bd-94a7-0c45a8a9ccec" providerId="ADAL" clId="{80C4595B-EA55-4BFD-8813-425C14904D0B}" dt="2024-11-09T06:31:13.426" v="5510"/>
          <ac:spMkLst>
            <pc:docMk/>
            <pc:sldMk cId="2647351736" sldId="2074"/>
            <ac:spMk id="7" creationId="{88DA5F21-32EA-47CA-4F88-4DC6B19CC301}"/>
          </ac:spMkLst>
        </pc:spChg>
        <pc:spChg chg="mod">
          <ac:chgData name="George Stephen, Reuben" userId="f36fcdba-2387-45bd-94a7-0c45a8a9ccec" providerId="ADAL" clId="{80C4595B-EA55-4BFD-8813-425C14904D0B}" dt="2024-11-09T06:31:19.412" v="5512"/>
          <ac:spMkLst>
            <pc:docMk/>
            <pc:sldMk cId="2647351736" sldId="2074"/>
            <ac:spMk id="9" creationId="{779F2D08-2F14-FF54-0C28-801D924963DC}"/>
          </ac:spMkLst>
        </pc:spChg>
        <pc:spChg chg="mod">
          <ac:chgData name="George Stephen, Reuben" userId="f36fcdba-2387-45bd-94a7-0c45a8a9ccec" providerId="ADAL" clId="{80C4595B-EA55-4BFD-8813-425C14904D0B}" dt="2024-11-09T06:31:19.412" v="5512"/>
          <ac:spMkLst>
            <pc:docMk/>
            <pc:sldMk cId="2647351736" sldId="2074"/>
            <ac:spMk id="10" creationId="{BEFADD0F-A03D-B56C-50BB-D5EB4548B89E}"/>
          </ac:spMkLst>
        </pc:spChg>
        <pc:spChg chg="mod">
          <ac:chgData name="George Stephen, Reuben" userId="f36fcdba-2387-45bd-94a7-0c45a8a9ccec" providerId="ADAL" clId="{80C4595B-EA55-4BFD-8813-425C14904D0B}" dt="2024-11-08T22:53:58.254" v="4858" actId="12788"/>
          <ac:spMkLst>
            <pc:docMk/>
            <pc:sldMk cId="2647351736" sldId="2074"/>
            <ac:spMk id="12" creationId="{2A8C73C2-1E69-0CF2-7BB8-0D38997385C0}"/>
          </ac:spMkLst>
        </pc:spChg>
        <pc:spChg chg="mod">
          <ac:chgData name="George Stephen, Reuben" userId="f36fcdba-2387-45bd-94a7-0c45a8a9ccec" providerId="ADAL" clId="{80C4595B-EA55-4BFD-8813-425C14904D0B}" dt="2024-11-08T22:54:02.521" v="4859" actId="12788"/>
          <ac:spMkLst>
            <pc:docMk/>
            <pc:sldMk cId="2647351736" sldId="2074"/>
            <ac:spMk id="14" creationId="{E221F873-C37A-DAFA-011B-E53360621CFD}"/>
          </ac:spMkLst>
        </pc:spChg>
        <pc:grpChg chg="add mod">
          <ac:chgData name="George Stephen, Reuben" userId="f36fcdba-2387-45bd-94a7-0c45a8a9ccec" providerId="ADAL" clId="{80C4595B-EA55-4BFD-8813-425C14904D0B}" dt="2024-11-09T06:31:18.534" v="5511" actId="1076"/>
          <ac:grpSpMkLst>
            <pc:docMk/>
            <pc:sldMk cId="2647351736" sldId="2074"/>
            <ac:grpSpMk id="3" creationId="{0208460E-8AC1-6AAC-7005-103C183C3E2E}"/>
          </ac:grpSpMkLst>
        </pc:grpChg>
        <pc:grpChg chg="add mod">
          <ac:chgData name="George Stephen, Reuben" userId="f36fcdba-2387-45bd-94a7-0c45a8a9ccec" providerId="ADAL" clId="{80C4595B-EA55-4BFD-8813-425C14904D0B}" dt="2024-11-09T06:31:23.190" v="5513" actId="1076"/>
          <ac:grpSpMkLst>
            <pc:docMk/>
            <pc:sldMk cId="2647351736" sldId="2074"/>
            <ac:grpSpMk id="8" creationId="{F3429313-4F23-2AAF-C7FE-9ED96CE9C8A0}"/>
          </ac:grpSpMkLst>
        </pc:grpChg>
      </pc:sldChg>
      <pc:sldChg chg="modSp add mod">
        <pc:chgData name="George Stephen, Reuben" userId="f36fcdba-2387-45bd-94a7-0c45a8a9ccec" providerId="ADAL" clId="{80C4595B-EA55-4BFD-8813-425C14904D0B}" dt="2024-11-08T23:23:15.100" v="5461" actId="20577"/>
        <pc:sldMkLst>
          <pc:docMk/>
          <pc:sldMk cId="378837819" sldId="2075"/>
        </pc:sldMkLst>
        <pc:spChg chg="mod">
          <ac:chgData name="George Stephen, Reuben" userId="f36fcdba-2387-45bd-94a7-0c45a8a9ccec" providerId="ADAL" clId="{80C4595B-EA55-4BFD-8813-425C14904D0B}" dt="2024-11-08T23:23:15.100" v="5461" actId="20577"/>
          <ac:spMkLst>
            <pc:docMk/>
            <pc:sldMk cId="378837819" sldId="2075"/>
            <ac:spMk id="4" creationId="{11638D45-CE17-40C1-F11F-770D918C473D}"/>
          </ac:spMkLst>
        </pc:spChg>
      </pc:sldChg>
      <pc:sldChg chg="addSp modSp add mod">
        <pc:chgData name="George Stephen, Reuben" userId="f36fcdba-2387-45bd-94a7-0c45a8a9ccec" providerId="ADAL" clId="{80C4595B-EA55-4BFD-8813-425C14904D0B}" dt="2024-11-09T06:31:36.718" v="5517" actId="1076"/>
        <pc:sldMkLst>
          <pc:docMk/>
          <pc:sldMk cId="567449688" sldId="2076"/>
        </pc:sldMkLst>
        <pc:spChg chg="mod">
          <ac:chgData name="George Stephen, Reuben" userId="f36fcdba-2387-45bd-94a7-0c45a8a9ccec" providerId="ADAL" clId="{80C4595B-EA55-4BFD-8813-425C14904D0B}" dt="2024-11-08T23:23:24.763" v="5466" actId="20577"/>
          <ac:spMkLst>
            <pc:docMk/>
            <pc:sldMk cId="567449688" sldId="2076"/>
            <ac:spMk id="4" creationId="{11638D45-CE17-40C1-F11F-770D918C473D}"/>
          </ac:spMkLst>
        </pc:spChg>
        <pc:spChg chg="mod">
          <ac:chgData name="George Stephen, Reuben" userId="f36fcdba-2387-45bd-94a7-0c45a8a9ccec" providerId="ADAL" clId="{80C4595B-EA55-4BFD-8813-425C14904D0B}" dt="2024-11-09T06:31:27.207" v="5514"/>
          <ac:spMkLst>
            <pc:docMk/>
            <pc:sldMk cId="567449688" sldId="2076"/>
            <ac:spMk id="5" creationId="{4DF87079-D30C-7114-0EE4-9BAEBF89EF49}"/>
          </ac:spMkLst>
        </pc:spChg>
        <pc:spChg chg="mod">
          <ac:chgData name="George Stephen, Reuben" userId="f36fcdba-2387-45bd-94a7-0c45a8a9ccec" providerId="ADAL" clId="{80C4595B-EA55-4BFD-8813-425C14904D0B}" dt="2024-11-09T06:31:27.207" v="5514"/>
          <ac:spMkLst>
            <pc:docMk/>
            <pc:sldMk cId="567449688" sldId="2076"/>
            <ac:spMk id="7" creationId="{48163323-B087-CA71-4EE4-CCE209126343}"/>
          </ac:spMkLst>
        </pc:spChg>
        <pc:spChg chg="mod">
          <ac:chgData name="George Stephen, Reuben" userId="f36fcdba-2387-45bd-94a7-0c45a8a9ccec" providerId="ADAL" clId="{80C4595B-EA55-4BFD-8813-425C14904D0B}" dt="2024-11-09T06:31:30.994" v="5516"/>
          <ac:spMkLst>
            <pc:docMk/>
            <pc:sldMk cId="567449688" sldId="2076"/>
            <ac:spMk id="9" creationId="{3F53ADD1-7D3A-7BCF-E5B6-5E41E70D2CDD}"/>
          </ac:spMkLst>
        </pc:spChg>
        <pc:spChg chg="mod">
          <ac:chgData name="George Stephen, Reuben" userId="f36fcdba-2387-45bd-94a7-0c45a8a9ccec" providerId="ADAL" clId="{80C4595B-EA55-4BFD-8813-425C14904D0B}" dt="2024-11-09T06:31:30.994" v="5516"/>
          <ac:spMkLst>
            <pc:docMk/>
            <pc:sldMk cId="567449688" sldId="2076"/>
            <ac:spMk id="10" creationId="{FA6F5BD5-91A5-0939-760A-85FC9DA35045}"/>
          </ac:spMkLst>
        </pc:spChg>
        <pc:spChg chg="mod">
          <ac:chgData name="George Stephen, Reuben" userId="f36fcdba-2387-45bd-94a7-0c45a8a9ccec" providerId="ADAL" clId="{80C4595B-EA55-4BFD-8813-425C14904D0B}" dt="2024-11-08T22:55:48.835" v="5035" actId="12788"/>
          <ac:spMkLst>
            <pc:docMk/>
            <pc:sldMk cId="567449688" sldId="2076"/>
            <ac:spMk id="12" creationId="{2A8C73C2-1E69-0CF2-7BB8-0D38997385C0}"/>
          </ac:spMkLst>
        </pc:spChg>
        <pc:spChg chg="mod">
          <ac:chgData name="George Stephen, Reuben" userId="f36fcdba-2387-45bd-94a7-0c45a8a9ccec" providerId="ADAL" clId="{80C4595B-EA55-4BFD-8813-425C14904D0B}" dt="2024-11-08T22:54:55.214" v="4874" actId="12788"/>
          <ac:spMkLst>
            <pc:docMk/>
            <pc:sldMk cId="567449688" sldId="2076"/>
            <ac:spMk id="14" creationId="{E221F873-C37A-DAFA-011B-E53360621CFD}"/>
          </ac:spMkLst>
        </pc:spChg>
        <pc:grpChg chg="add mod">
          <ac:chgData name="George Stephen, Reuben" userId="f36fcdba-2387-45bd-94a7-0c45a8a9ccec" providerId="ADAL" clId="{80C4595B-EA55-4BFD-8813-425C14904D0B}" dt="2024-11-09T06:31:30.510" v="5515" actId="1076"/>
          <ac:grpSpMkLst>
            <pc:docMk/>
            <pc:sldMk cId="567449688" sldId="2076"/>
            <ac:grpSpMk id="3" creationId="{30F8A156-716A-5464-E2C6-5A413E103FA4}"/>
          </ac:grpSpMkLst>
        </pc:grpChg>
        <pc:grpChg chg="add mod">
          <ac:chgData name="George Stephen, Reuben" userId="f36fcdba-2387-45bd-94a7-0c45a8a9ccec" providerId="ADAL" clId="{80C4595B-EA55-4BFD-8813-425C14904D0B}" dt="2024-11-09T06:31:36.718" v="5517" actId="1076"/>
          <ac:grpSpMkLst>
            <pc:docMk/>
            <pc:sldMk cId="567449688" sldId="2076"/>
            <ac:grpSpMk id="8" creationId="{6064B667-333A-E292-1C45-C3592DFC850F}"/>
          </ac:grpSpMkLst>
        </pc:grpChg>
      </pc:sldChg>
      <pc:sldChg chg="modSp add mod">
        <pc:chgData name="George Stephen, Reuben" userId="f36fcdba-2387-45bd-94a7-0c45a8a9ccec" providerId="ADAL" clId="{80C4595B-EA55-4BFD-8813-425C14904D0B}" dt="2024-11-08T23:23:32.284" v="5471" actId="20577"/>
        <pc:sldMkLst>
          <pc:docMk/>
          <pc:sldMk cId="2064259429" sldId="2077"/>
        </pc:sldMkLst>
        <pc:spChg chg="mod">
          <ac:chgData name="George Stephen, Reuben" userId="f36fcdba-2387-45bd-94a7-0c45a8a9ccec" providerId="ADAL" clId="{80C4595B-EA55-4BFD-8813-425C14904D0B}" dt="2024-11-08T23:23:32.284" v="5471" actId="20577"/>
          <ac:spMkLst>
            <pc:docMk/>
            <pc:sldMk cId="2064259429" sldId="2077"/>
            <ac:spMk id="4" creationId="{11638D45-CE17-40C1-F11F-770D918C473D}"/>
          </ac:spMkLst>
        </pc:spChg>
      </pc:sldChg>
      <pc:sldMasterChg chg="delSldLayout">
        <pc:chgData name="George Stephen, Reuben" userId="f36fcdba-2387-45bd-94a7-0c45a8a9ccec" providerId="ADAL" clId="{80C4595B-EA55-4BFD-8813-425C14904D0B}" dt="2024-11-08T23:07:21.786" v="5239" actId="47"/>
        <pc:sldMasterMkLst>
          <pc:docMk/>
          <pc:sldMasterMk cId="1106396256" sldId="2147483763"/>
        </pc:sldMasterMkLst>
        <pc:sldLayoutChg chg="del">
          <pc:chgData name="George Stephen, Reuben" userId="f36fcdba-2387-45bd-94a7-0c45a8a9ccec" providerId="ADAL" clId="{80C4595B-EA55-4BFD-8813-425C14904D0B}" dt="2024-11-08T23:07:21.786" v="5239" actId="47"/>
          <pc:sldLayoutMkLst>
            <pc:docMk/>
            <pc:sldMasterMk cId="1106396256" sldId="2147483763"/>
            <pc:sldLayoutMk cId="1977576722" sldId="2147483775"/>
          </pc:sldLayoutMkLst>
        </pc:sldLayoutChg>
        <pc:sldLayoutChg chg="del">
          <pc:chgData name="George Stephen, Reuben" userId="f36fcdba-2387-45bd-94a7-0c45a8a9ccec" providerId="ADAL" clId="{80C4595B-EA55-4BFD-8813-425C14904D0B}" dt="2024-11-08T23:07:18.684" v="5238" actId="47"/>
          <pc:sldLayoutMkLst>
            <pc:docMk/>
            <pc:sldMasterMk cId="1106396256" sldId="2147483763"/>
            <pc:sldLayoutMk cId="3555596842" sldId="2147483778"/>
          </pc:sldLayoutMkLst>
        </pc:sldLayoutChg>
      </pc:sldMasterChg>
      <pc:sldMasterChg chg="del delSldLayout">
        <pc:chgData name="George Stephen, Reuben" userId="f36fcdba-2387-45bd-94a7-0c45a8a9ccec" providerId="ADAL" clId="{80C4595B-EA55-4BFD-8813-425C14904D0B}" dt="2024-11-08T23:15:34.283" v="5355" actId="47"/>
        <pc:sldMasterMkLst>
          <pc:docMk/>
          <pc:sldMasterMk cId="1911530801" sldId="2147483780"/>
        </pc:sldMasterMkLst>
        <pc:sldLayoutChg chg="del">
          <pc:chgData name="George Stephen, Reuben" userId="f36fcdba-2387-45bd-94a7-0c45a8a9ccec" providerId="ADAL" clId="{80C4595B-EA55-4BFD-8813-425C14904D0B}" dt="2024-11-08T23:15:34.283" v="5355" actId="47"/>
          <pc:sldLayoutMkLst>
            <pc:docMk/>
            <pc:sldMasterMk cId="1911530801" sldId="2147483780"/>
            <pc:sldLayoutMk cId="4130077133" sldId="2147483781"/>
          </pc:sldLayoutMkLst>
        </pc:sldLayoutChg>
        <pc:sldLayoutChg chg="del">
          <pc:chgData name="George Stephen, Reuben" userId="f36fcdba-2387-45bd-94a7-0c45a8a9ccec" providerId="ADAL" clId="{80C4595B-EA55-4BFD-8813-425C14904D0B}" dt="2024-11-08T23:15:34.283" v="5355" actId="47"/>
          <pc:sldLayoutMkLst>
            <pc:docMk/>
            <pc:sldMasterMk cId="1911530801" sldId="2147483780"/>
            <pc:sldLayoutMk cId="4114586457" sldId="2147483782"/>
          </pc:sldLayoutMkLst>
        </pc:sldLayoutChg>
        <pc:sldLayoutChg chg="del">
          <pc:chgData name="George Stephen, Reuben" userId="f36fcdba-2387-45bd-94a7-0c45a8a9ccec" providerId="ADAL" clId="{80C4595B-EA55-4BFD-8813-425C14904D0B}" dt="2024-11-08T23:15:34.283" v="5355" actId="47"/>
          <pc:sldLayoutMkLst>
            <pc:docMk/>
            <pc:sldMasterMk cId="1911530801" sldId="2147483780"/>
            <pc:sldLayoutMk cId="3185989494" sldId="2147483783"/>
          </pc:sldLayoutMkLst>
        </pc:sldLayoutChg>
        <pc:sldLayoutChg chg="del">
          <pc:chgData name="George Stephen, Reuben" userId="f36fcdba-2387-45bd-94a7-0c45a8a9ccec" providerId="ADAL" clId="{80C4595B-EA55-4BFD-8813-425C14904D0B}" dt="2024-11-08T23:15:34.283" v="5355" actId="47"/>
          <pc:sldLayoutMkLst>
            <pc:docMk/>
            <pc:sldMasterMk cId="1911530801" sldId="2147483780"/>
            <pc:sldLayoutMk cId="290728653" sldId="2147483784"/>
          </pc:sldLayoutMkLst>
        </pc:sldLayoutChg>
        <pc:sldLayoutChg chg="del">
          <pc:chgData name="George Stephen, Reuben" userId="f36fcdba-2387-45bd-94a7-0c45a8a9ccec" providerId="ADAL" clId="{80C4595B-EA55-4BFD-8813-425C14904D0B}" dt="2024-11-08T23:15:34.283" v="5355" actId="47"/>
          <pc:sldLayoutMkLst>
            <pc:docMk/>
            <pc:sldMasterMk cId="1911530801" sldId="2147483780"/>
            <pc:sldLayoutMk cId="4011363692" sldId="2147483785"/>
          </pc:sldLayoutMkLst>
        </pc:sldLayoutChg>
        <pc:sldLayoutChg chg="del">
          <pc:chgData name="George Stephen, Reuben" userId="f36fcdba-2387-45bd-94a7-0c45a8a9ccec" providerId="ADAL" clId="{80C4595B-EA55-4BFD-8813-425C14904D0B}" dt="2024-11-08T23:15:34.283" v="5355" actId="47"/>
          <pc:sldLayoutMkLst>
            <pc:docMk/>
            <pc:sldMasterMk cId="1911530801" sldId="2147483780"/>
            <pc:sldLayoutMk cId="4194250922" sldId="2147483786"/>
          </pc:sldLayoutMkLst>
        </pc:sldLayoutChg>
        <pc:sldLayoutChg chg="del">
          <pc:chgData name="George Stephen, Reuben" userId="f36fcdba-2387-45bd-94a7-0c45a8a9ccec" providerId="ADAL" clId="{80C4595B-EA55-4BFD-8813-425C14904D0B}" dt="2024-11-08T23:15:34.283" v="5355" actId="47"/>
          <pc:sldLayoutMkLst>
            <pc:docMk/>
            <pc:sldMasterMk cId="1911530801" sldId="2147483780"/>
            <pc:sldLayoutMk cId="1123783177" sldId="2147483787"/>
          </pc:sldLayoutMkLst>
        </pc:sldLayoutChg>
        <pc:sldLayoutChg chg="del">
          <pc:chgData name="George Stephen, Reuben" userId="f36fcdba-2387-45bd-94a7-0c45a8a9ccec" providerId="ADAL" clId="{80C4595B-EA55-4BFD-8813-425C14904D0B}" dt="2024-11-08T23:15:34.283" v="5355" actId="47"/>
          <pc:sldLayoutMkLst>
            <pc:docMk/>
            <pc:sldMasterMk cId="1911530801" sldId="2147483780"/>
            <pc:sldLayoutMk cId="1956687247" sldId="2147483788"/>
          </pc:sldLayoutMkLst>
        </pc:sldLayoutChg>
        <pc:sldLayoutChg chg="del">
          <pc:chgData name="George Stephen, Reuben" userId="f36fcdba-2387-45bd-94a7-0c45a8a9ccec" providerId="ADAL" clId="{80C4595B-EA55-4BFD-8813-425C14904D0B}" dt="2024-11-08T23:15:34.283" v="5355" actId="47"/>
          <pc:sldLayoutMkLst>
            <pc:docMk/>
            <pc:sldMasterMk cId="1911530801" sldId="2147483780"/>
            <pc:sldLayoutMk cId="4161600660" sldId="2147483789"/>
          </pc:sldLayoutMkLst>
        </pc:sldLayoutChg>
        <pc:sldLayoutChg chg="del">
          <pc:chgData name="George Stephen, Reuben" userId="f36fcdba-2387-45bd-94a7-0c45a8a9ccec" providerId="ADAL" clId="{80C4595B-EA55-4BFD-8813-425C14904D0B}" dt="2024-11-08T23:15:34.283" v="5355" actId="47"/>
          <pc:sldLayoutMkLst>
            <pc:docMk/>
            <pc:sldMasterMk cId="1911530801" sldId="2147483780"/>
            <pc:sldLayoutMk cId="1170860394" sldId="2147483790"/>
          </pc:sldLayoutMkLst>
        </pc:sldLayoutChg>
        <pc:sldLayoutChg chg="del">
          <pc:chgData name="George Stephen, Reuben" userId="f36fcdba-2387-45bd-94a7-0c45a8a9ccec" providerId="ADAL" clId="{80C4595B-EA55-4BFD-8813-425C14904D0B}" dt="2024-11-08T23:15:34.283" v="5355" actId="47"/>
          <pc:sldLayoutMkLst>
            <pc:docMk/>
            <pc:sldMasterMk cId="1911530801" sldId="2147483780"/>
            <pc:sldLayoutMk cId="2166132711" sldId="2147483791"/>
          </pc:sldLayoutMkLst>
        </pc:sldLayoutChg>
        <pc:sldLayoutChg chg="del">
          <pc:chgData name="George Stephen, Reuben" userId="f36fcdba-2387-45bd-94a7-0c45a8a9ccec" providerId="ADAL" clId="{80C4595B-EA55-4BFD-8813-425C14904D0B}" dt="2024-11-07T04:43:58.107" v="977" actId="47"/>
          <pc:sldLayoutMkLst>
            <pc:docMk/>
            <pc:sldMasterMk cId="1911530801" sldId="2147483780"/>
            <pc:sldLayoutMk cId="3220974838" sldId="2147483792"/>
          </pc:sldLayoutMkLst>
        </pc:sldLayoutChg>
        <pc:sldLayoutChg chg="del">
          <pc:chgData name="George Stephen, Reuben" userId="f36fcdba-2387-45bd-94a7-0c45a8a9ccec" providerId="ADAL" clId="{80C4595B-EA55-4BFD-8813-425C14904D0B}" dt="2024-11-08T23:15:34.283" v="5355" actId="47"/>
          <pc:sldLayoutMkLst>
            <pc:docMk/>
            <pc:sldMasterMk cId="1911530801" sldId="2147483780"/>
            <pc:sldLayoutMk cId="979017342" sldId="2147483837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563A1F-755C-0546-8932-E860F2147B1A}" type="datetimeFigureOut">
              <a:rPr lang="en-GB" smtClean="0"/>
              <a:t>09/11/2024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4E53EA-ED27-5247-B6F2-F078340520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9564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17218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84698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313678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263347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234232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503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54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2327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181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242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070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7557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4933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01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530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5384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6694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layalam HC - 03 Jan 2021, 9:00AM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0" y="4841404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Malayalam Holy Communion Service – 01 September 2024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A10FA4-5B68-A6DF-6394-CB1B3CC7EF93}"/>
              </a:ext>
            </a:extLst>
          </p:cNvPr>
          <p:cNvSpPr txBox="1"/>
          <p:nvPr userDrawn="1"/>
        </p:nvSpPr>
        <p:spPr>
          <a:xfrm>
            <a:off x="0" y="1761795"/>
            <a:ext cx="914400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3200" dirty="0">
                <a:latin typeface="Algerian" panose="04020705040A02060702" pitchFamily="82" charset="0"/>
              </a:rPr>
              <a:t>Senior Citizens Day</a:t>
            </a:r>
            <a:endParaRPr lang="en-US" sz="3200" dirty="0">
              <a:latin typeface="Algerian" panose="04020705040A02060702" pitchFamily="82" charset="0"/>
            </a:endParaRPr>
          </a:p>
          <a:p>
            <a:pPr algn="ctr"/>
            <a:endParaRPr lang="en-US" sz="2800" dirty="0"/>
          </a:p>
          <a:p>
            <a:pPr algn="ctr"/>
            <a:r>
              <a:rPr lang="en-US" sz="2800" dirty="0">
                <a:latin typeface="Amasis MT Pro Medium" panose="02040604050005020304" pitchFamily="18" charset="0"/>
              </a:rPr>
              <a:t>Senior Citizens – Model for the generations</a:t>
            </a:r>
            <a:endParaRPr lang="en-SG" sz="2800" dirty="0">
              <a:latin typeface="Amasis MT Pro Medium" panose="020406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88894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layalam HC - 03 Jan 202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and brown world map&#10;&#10;Description automatically generated">
            <a:extLst>
              <a:ext uri="{FF2B5EF4-FFF2-40B4-BE49-F238E27FC236}">
                <a16:creationId xmlns:a16="http://schemas.microsoft.com/office/drawing/2014/main" id="{AC254632-74E4-F909-D24F-744916F79C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9143999" cy="514349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4020BE0-76F2-4CE7-89A1-2558CC1F1B9A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BC3181-23C2-4E58-A642-35AA820BC599}"/>
              </a:ext>
            </a:extLst>
          </p:cNvPr>
          <p:cNvSpPr txBox="1"/>
          <p:nvPr userDrawn="1"/>
        </p:nvSpPr>
        <p:spPr>
          <a:xfrm>
            <a:off x="0" y="4781663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Malayalam Holy Communion Service – 01 September 2024</a:t>
            </a:r>
          </a:p>
        </p:txBody>
      </p:sp>
    </p:spTree>
    <p:extLst>
      <p:ext uri="{BB962C8B-B14F-4D97-AF65-F5344CB8AC3E}">
        <p14:creationId xmlns:p14="http://schemas.microsoft.com/office/powerpoint/2010/main" val="18001467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4055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8167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1928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30405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16720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37181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34815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14109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06930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44812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11/9/2024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36503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layalam HC - 03 Jan 2021, 9:00AM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Malayalam Holy Communion Service – 01 September 2024, 9:00 AM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DC64EF-3E9A-589C-9260-2A50B81E5C90}"/>
              </a:ext>
            </a:extLst>
          </p:cNvPr>
          <p:cNvSpPr txBox="1"/>
          <p:nvPr userDrawn="1"/>
        </p:nvSpPr>
        <p:spPr>
          <a:xfrm>
            <a:off x="0" y="1761795"/>
            <a:ext cx="914400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3200" dirty="0">
                <a:latin typeface="Algerian" panose="04020705040A02060702" pitchFamily="82" charset="0"/>
              </a:rPr>
              <a:t>Senior Citizens Day</a:t>
            </a:r>
            <a:endParaRPr lang="en-US" sz="3200" dirty="0">
              <a:latin typeface="Algerian" panose="04020705040A02060702" pitchFamily="82" charset="0"/>
            </a:endParaRPr>
          </a:p>
          <a:p>
            <a:pPr algn="ctr"/>
            <a:endParaRPr lang="en-US" sz="2800" dirty="0"/>
          </a:p>
          <a:p>
            <a:pPr algn="ctr"/>
            <a:r>
              <a:rPr lang="en-US" sz="2800" dirty="0">
                <a:latin typeface="Amasis MT Pro Medium" panose="02040604050005020304" pitchFamily="18" charset="0"/>
              </a:rPr>
              <a:t>Senior Citizens – Model for the generations</a:t>
            </a:r>
            <a:endParaRPr lang="en-SG" sz="2800" dirty="0">
              <a:latin typeface="Amasis MT Pro Medium" panose="020406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44201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layalam HC - 03 Jan 2021, 9:00AM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Malayalam Holy Communion Service – 01 September 2024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4DABB4-F91D-E087-5A4D-DE7A6630411F}"/>
              </a:ext>
            </a:extLst>
          </p:cNvPr>
          <p:cNvSpPr txBox="1"/>
          <p:nvPr userDrawn="1"/>
        </p:nvSpPr>
        <p:spPr>
          <a:xfrm>
            <a:off x="0" y="1761795"/>
            <a:ext cx="914400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3200" dirty="0">
                <a:latin typeface="Algerian" panose="04020705040A02060702" pitchFamily="82" charset="0"/>
              </a:rPr>
              <a:t>Senior Citizens Day</a:t>
            </a:r>
            <a:endParaRPr lang="en-US" sz="3200" dirty="0">
              <a:latin typeface="Algerian" panose="04020705040A02060702" pitchFamily="82" charset="0"/>
            </a:endParaRPr>
          </a:p>
          <a:p>
            <a:pPr algn="ctr"/>
            <a:endParaRPr lang="en-US" sz="2800" dirty="0"/>
          </a:p>
          <a:p>
            <a:pPr algn="ctr"/>
            <a:r>
              <a:rPr lang="en-US" sz="2800" dirty="0">
                <a:latin typeface="Amasis MT Pro Medium" panose="02040604050005020304" pitchFamily="18" charset="0"/>
              </a:rPr>
              <a:t>Senior Citizens – Model for the generations</a:t>
            </a:r>
            <a:endParaRPr lang="en-SG" sz="2800" dirty="0">
              <a:latin typeface="Amasis MT Pro Medium" panose="020406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51510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layalam HC - 03 Jan 202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and brown world map&#10;&#10;Description automatically generated">
            <a:extLst>
              <a:ext uri="{FF2B5EF4-FFF2-40B4-BE49-F238E27FC236}">
                <a16:creationId xmlns:a16="http://schemas.microsoft.com/office/drawing/2014/main" id="{87FF1F41-5E55-5E2D-5882-6AC866D6F2D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9143999" cy="514349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4020BE0-76F2-4CE7-89A1-2558CC1F1B9A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BC3181-23C2-4E58-A642-35AA820BC599}"/>
              </a:ext>
            </a:extLst>
          </p:cNvPr>
          <p:cNvSpPr txBox="1"/>
          <p:nvPr userDrawn="1"/>
        </p:nvSpPr>
        <p:spPr>
          <a:xfrm>
            <a:off x="0" y="4781663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Malayalam Holy Communion Service – 01 September 2024</a:t>
            </a:r>
          </a:p>
        </p:txBody>
      </p:sp>
    </p:spTree>
    <p:extLst>
      <p:ext uri="{BB962C8B-B14F-4D97-AF65-F5344CB8AC3E}">
        <p14:creationId xmlns:p14="http://schemas.microsoft.com/office/powerpoint/2010/main" val="28482400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9/11/2024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5016711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9/11/2024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1542322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9/11/2024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8636356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9/11/2024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0000690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9/11/2024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4904719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9/11/2024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9769656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9/11/2024</a:t>
            </a:fld>
            <a:endParaRPr lang="en-S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5202775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9/11/2024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2172348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9/11/2024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1078234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9/11/2024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0423558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9/11/2024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2685244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84094"/>
          </a:xfr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n-US" sz="2400" b="0" i="0" dirty="0">
                <a:solidFill>
                  <a:schemeClr val="tx1"/>
                </a:solidFill>
                <a:latin typeface="Gill Sans MT" panose="020B0502020104020203" pitchFamily="34" charset="0"/>
                <a:cs typeface="Segoe UI" panose="020B0502040204020203" pitchFamily="34" charset="0"/>
              </a:defRPr>
            </a:lvl1pPr>
          </a:lstStyle>
          <a:p>
            <a:pPr lvl="0" algn="ctr"/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11214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layalam HC - 03 Jan 2021, 9:00AM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Malayalam Holy Communion Service – 01 September 2024, 9:00 AM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DC64EF-3E9A-589C-9260-2A50B81E5C90}"/>
              </a:ext>
            </a:extLst>
          </p:cNvPr>
          <p:cNvSpPr txBox="1"/>
          <p:nvPr userDrawn="1"/>
        </p:nvSpPr>
        <p:spPr>
          <a:xfrm>
            <a:off x="0" y="1761795"/>
            <a:ext cx="914400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3200" dirty="0">
                <a:latin typeface="Algerian" panose="04020705040A02060702" pitchFamily="82" charset="0"/>
              </a:rPr>
              <a:t>Senior Citizens Day</a:t>
            </a:r>
            <a:endParaRPr lang="en-US" sz="3200" dirty="0">
              <a:latin typeface="Algerian" panose="04020705040A02060702" pitchFamily="82" charset="0"/>
            </a:endParaRPr>
          </a:p>
          <a:p>
            <a:pPr algn="ctr"/>
            <a:endParaRPr lang="en-US" sz="2800" dirty="0"/>
          </a:p>
          <a:p>
            <a:pPr algn="ctr"/>
            <a:r>
              <a:rPr lang="en-US" sz="2800" dirty="0">
                <a:latin typeface="Amasis MT Pro Medium" panose="02040604050005020304" pitchFamily="18" charset="0"/>
              </a:rPr>
              <a:t>Senior Citizens – Model for the generations</a:t>
            </a:r>
            <a:endParaRPr lang="en-SG" sz="2800" dirty="0">
              <a:latin typeface="Amasis MT Pro Medium" panose="020406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7171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74914"/>
          </a:xfrm>
          <a:solidFill>
            <a:schemeClr val="accent2">
              <a:lumMod val="75000"/>
            </a:schemeClr>
          </a:solidFill>
        </p:spPr>
        <p:txBody>
          <a:bodyPr>
            <a:norm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algn="ctr"/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790746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9/11/2024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200299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9/11/2024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2716833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7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7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9/11/2024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5102357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8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8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9/11/2024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4160993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9/11/2024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8231639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9/11/2024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7255605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9/11/2024</a:t>
            </a:fld>
            <a:endParaRPr lang="en-S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2622557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9/11/2024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5382317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9/11/2024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2616505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9/11/2024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825356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3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3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9/11/2024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837631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-4187" y="-1"/>
            <a:ext cx="9144000" cy="486000"/>
          </a:xfrm>
          <a:solidFill>
            <a:srgbClr val="E8D3D3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400" b="0">
                <a:solidFill>
                  <a:schemeClr val="tx1"/>
                </a:solidFill>
              </a:defRPr>
            </a:lvl1pPr>
          </a:lstStyle>
          <a:p>
            <a:pPr algn="ctr"/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6780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layalam HC - 03 Jan 2021, 9:00AM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Malayalam Holy Communion Service – 01 September 2024, 9:00 AM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DC64EF-3E9A-589C-9260-2A50B81E5C90}"/>
              </a:ext>
            </a:extLst>
          </p:cNvPr>
          <p:cNvSpPr txBox="1"/>
          <p:nvPr userDrawn="1"/>
        </p:nvSpPr>
        <p:spPr>
          <a:xfrm>
            <a:off x="0" y="1761795"/>
            <a:ext cx="914400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3200" dirty="0">
                <a:latin typeface="Algerian" panose="04020705040A02060702" pitchFamily="82" charset="0"/>
              </a:rPr>
              <a:t>Senior Citizens Day</a:t>
            </a:r>
            <a:endParaRPr lang="en-US" sz="3200" dirty="0">
              <a:latin typeface="Algerian" panose="04020705040A02060702" pitchFamily="82" charset="0"/>
            </a:endParaRPr>
          </a:p>
          <a:p>
            <a:pPr algn="ctr"/>
            <a:endParaRPr lang="en-US" sz="2800" dirty="0"/>
          </a:p>
          <a:p>
            <a:pPr algn="ctr"/>
            <a:r>
              <a:rPr lang="en-US" sz="2800" dirty="0">
                <a:latin typeface="Amasis MT Pro Medium" panose="02040604050005020304" pitchFamily="18" charset="0"/>
              </a:rPr>
              <a:t>Senior Citizens – Model for the generations</a:t>
            </a:r>
            <a:endParaRPr lang="en-SG" sz="2800" dirty="0">
              <a:latin typeface="Amasis MT Pro Medium" panose="020406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02407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40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9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Relationship Id="rId14" Type="http://schemas.openxmlformats.org/officeDocument/2006/relationships/slideLayout" Target="../slideLayouts/slideLayout4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9.xml"/><Relationship Id="rId13" Type="http://schemas.openxmlformats.org/officeDocument/2006/relationships/slideLayout" Target="../slideLayouts/slideLayout54.xml"/><Relationship Id="rId3" Type="http://schemas.openxmlformats.org/officeDocument/2006/relationships/slideLayout" Target="../slideLayouts/slideLayout44.xml"/><Relationship Id="rId7" Type="http://schemas.openxmlformats.org/officeDocument/2006/relationships/slideLayout" Target="../slideLayouts/slideLayout48.xml"/><Relationship Id="rId12" Type="http://schemas.openxmlformats.org/officeDocument/2006/relationships/slideLayout" Target="../slideLayouts/slideLayout53.xml"/><Relationship Id="rId2" Type="http://schemas.openxmlformats.org/officeDocument/2006/relationships/slideLayout" Target="../slideLayouts/slideLayout43.xml"/><Relationship Id="rId1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7.xml"/><Relationship Id="rId11" Type="http://schemas.openxmlformats.org/officeDocument/2006/relationships/slideLayout" Target="../slideLayouts/slideLayout52.xml"/><Relationship Id="rId5" Type="http://schemas.openxmlformats.org/officeDocument/2006/relationships/slideLayout" Target="../slideLayouts/slideLayout46.xml"/><Relationship Id="rId10" Type="http://schemas.openxmlformats.org/officeDocument/2006/relationships/slideLayout" Target="../slideLayouts/slideLayout51.xml"/><Relationship Id="rId4" Type="http://schemas.openxmlformats.org/officeDocument/2006/relationships/slideLayout" Target="../slideLayouts/slideLayout45.xml"/><Relationship Id="rId9" Type="http://schemas.openxmlformats.org/officeDocument/2006/relationships/slideLayout" Target="../slideLayouts/slideLayout50.xml"/><Relationship Id="rId14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11/9/2024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6A35C0-E370-32B5-1E9B-723017E94ECF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401312" y="5021580"/>
            <a:ext cx="36988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2021402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723" r:id="rId12"/>
    <p:sldLayoutId id="2147483722" r:id="rId13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11/9/2024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396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65" r:id="rId2"/>
    <p:sldLayoutId id="2147483766" r:id="rId3"/>
    <p:sldLayoutId id="2147483767" r:id="rId4"/>
    <p:sldLayoutId id="2147483768" r:id="rId5"/>
    <p:sldLayoutId id="2147483769" r:id="rId6"/>
    <p:sldLayoutId id="2147483770" r:id="rId7"/>
    <p:sldLayoutId id="2147483771" r:id="rId8"/>
    <p:sldLayoutId id="2147483772" r:id="rId9"/>
    <p:sldLayoutId id="2147483773" r:id="rId10"/>
    <p:sldLayoutId id="2147483774" r:id="rId11"/>
    <p:sldLayoutId id="2147483776" r:id="rId12"/>
    <p:sldLayoutId id="2147483777" r:id="rId13"/>
    <p:sldLayoutId id="2147483779" r:id="rId14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8EFD2F-98B3-4E20-9488-48E9EABF7AD7}" type="datetimeFigureOut">
              <a:rPr lang="en-SG" smtClean="0"/>
              <a:t>9/11/2024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70830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814" r:id="rId4"/>
    <p:sldLayoutId id="2147483815" r:id="rId5"/>
    <p:sldLayoutId id="2147483816" r:id="rId6"/>
    <p:sldLayoutId id="2147483817" r:id="rId7"/>
    <p:sldLayoutId id="2147483818" r:id="rId8"/>
    <p:sldLayoutId id="2147483819" r:id="rId9"/>
    <p:sldLayoutId id="2147483820" r:id="rId10"/>
    <p:sldLayoutId id="2147483821" r:id="rId11"/>
    <p:sldLayoutId id="2147483822" r:id="rId12"/>
    <p:sldLayoutId id="2147483839" r:id="rId13"/>
    <p:sldLayoutId id="2147483840" r:id="rId14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8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5CCC00-496A-47A6-84BD-F8B47B0F7754}" type="datetimeFigureOut">
              <a:rPr lang="en-SG" smtClean="0"/>
              <a:t>9/11/2024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829453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4" r:id="rId1"/>
    <p:sldLayoutId id="2147483825" r:id="rId2"/>
    <p:sldLayoutId id="2147483826" r:id="rId3"/>
    <p:sldLayoutId id="2147483827" r:id="rId4"/>
    <p:sldLayoutId id="2147483828" r:id="rId5"/>
    <p:sldLayoutId id="2147483829" r:id="rId6"/>
    <p:sldLayoutId id="2147483830" r:id="rId7"/>
    <p:sldLayoutId id="2147483831" r:id="rId8"/>
    <p:sldLayoutId id="2147483832" r:id="rId9"/>
    <p:sldLayoutId id="2147483833" r:id="rId10"/>
    <p:sldLayoutId id="2147483834" r:id="rId11"/>
    <p:sldLayoutId id="2147483836" r:id="rId12"/>
    <p:sldLayoutId id="2147483838" r:id="rId13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5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5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5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5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5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5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5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5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9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9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9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9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9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9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9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9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81607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310C7A2-B140-7C31-BCBA-76CAF5F59BEF}"/>
              </a:ext>
            </a:extLst>
          </p:cNvPr>
          <p:cNvSpPr txBox="1">
            <a:spLocks/>
          </p:cNvSpPr>
          <p:nvPr/>
        </p:nvSpPr>
        <p:spPr>
          <a:xfrm>
            <a:off x="-12031" y="1679968"/>
            <a:ext cx="9156031" cy="1783563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tabLst>
                <a:tab pos="1423952" algn="l"/>
              </a:tabLst>
            </a:pP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Opening Hymn</a:t>
            </a:r>
          </a:p>
          <a:p>
            <a:pPr marL="0" indent="0" algn="ctr">
              <a:buNone/>
              <a:tabLst>
                <a:tab pos="1423952" algn="l"/>
              </a:tabLst>
            </a:pP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Hymn No. 17 </a:t>
            </a:r>
          </a:p>
        </p:txBody>
      </p:sp>
    </p:spTree>
    <p:extLst>
      <p:ext uri="{BB962C8B-B14F-4D97-AF65-F5344CB8AC3E}">
        <p14:creationId xmlns:p14="http://schemas.microsoft.com/office/powerpoint/2010/main" val="23296912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Opening Song – Hymn 17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3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638D45-CE17-40C1-F11F-770D918C473D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Opening: 1 of 6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AD38E4-2FFE-92B6-2E7F-5AE5C074EC16}"/>
              </a:ext>
            </a:extLst>
          </p:cNvPr>
          <p:cNvSpPr txBox="1"/>
          <p:nvPr/>
        </p:nvSpPr>
        <p:spPr>
          <a:xfrm>
            <a:off x="995026" y="2715262"/>
            <a:ext cx="7153949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a¶ht\! atlm¶Xm </a:t>
            </a:r>
          </a:p>
          <a:p>
            <a:r>
              <a:rPr lang="pt-BR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\ns¶ R§Ä h</a:t>
            </a:r>
            <a:r>
              <a:rPr lang="en-US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\</a:t>
            </a:r>
            <a:r>
              <a:rPr lang="en-US" sz="32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v</a:t>
            </a:r>
            <a:r>
              <a:rPr lang="en-US" sz="320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Z</a:t>
            </a:r>
            <a:r>
              <a:rPr lang="pt-BR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n¡p¶p </a:t>
            </a:r>
          </a:p>
          <a:p>
            <a:r>
              <a:rPr lang="en-US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C²cbnÂ \</a:t>
            </a:r>
            <a:r>
              <a:rPr lang="en-US" sz="32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osbmgnªnÃmcptaþ</a:t>
            </a:r>
            <a:endParaRPr lang="en-US" sz="3200" b="0" i="0" u="none" strike="noStrike" baseline="0" dirty="0">
              <a:solidFill>
                <a:srgbClr val="000000"/>
              </a:solidFill>
              <a:latin typeface="ML-TTKarthika" panose="04000000000000000000" pitchFamily="82" charset="0"/>
            </a:endParaRPr>
          </a:p>
          <a:p>
            <a:r>
              <a:rPr lang="en-US" sz="32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R§Ä¡m</a:t>
            </a:r>
            <a:r>
              <a:rPr lang="en-US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{</a:t>
            </a:r>
            <a:r>
              <a:rPr lang="en-US" sz="32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ibambv</a:t>
            </a:r>
            <a:r>
              <a:rPr lang="en-US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32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taenepw</a:t>
            </a:r>
            <a:r>
              <a:rPr lang="en-US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\o am{</a:t>
            </a:r>
            <a:r>
              <a:rPr lang="en-US" sz="32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Xta</a:t>
            </a:r>
            <a:r>
              <a:rPr lang="en-US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endParaRPr lang="en-US" sz="36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05A2DF-1131-91B8-F9F4-29C2BA98F4E1}"/>
              </a:ext>
            </a:extLst>
          </p:cNvPr>
          <p:cNvSpPr txBox="1"/>
          <p:nvPr/>
        </p:nvSpPr>
        <p:spPr>
          <a:xfrm>
            <a:off x="319654" y="612356"/>
            <a:ext cx="850469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 fontAlgn="base"/>
            <a:r>
              <a:rPr lang="en-US" sz="28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mannavane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mahonnatha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</a:p>
          <a:p>
            <a:pPr algn="l" rtl="0" fontAlgn="base"/>
            <a:r>
              <a:rPr lang="en-US" sz="28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ninne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njangal</a:t>
            </a:r>
            <a:r>
              <a:rPr lang="en-US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h</a:t>
            </a:r>
            <a:r>
              <a:rPr lang="en-US" sz="28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vandikkunnu</a:t>
            </a:r>
            <a:endParaRPr lang="en-US" sz="2800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pPr algn="l" rtl="0" fontAlgn="base"/>
            <a:r>
              <a:rPr lang="en-US" sz="2800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iddharayil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nee </a:t>
            </a:r>
            <a:r>
              <a:rPr lang="en-US" sz="2800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ozhinjillaarume</a:t>
            </a:r>
            <a:endParaRPr lang="en-US" sz="28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en-US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njangalhkk-aashrayamaay</a:t>
            </a:r>
            <a:r>
              <a:rPr lang="en-US" sz="28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melilum</a:t>
            </a:r>
            <a:r>
              <a:rPr lang="en-US" sz="2800" dirty="0">
                <a:solidFill>
                  <a:srgbClr val="000000"/>
                </a:solidFill>
                <a:latin typeface="Segoe UI" panose="020B0502040204020203" pitchFamily="34" charset="0"/>
              </a:rPr>
              <a:t> nee </a:t>
            </a:r>
            <a:r>
              <a:rPr lang="en-US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maathrame</a:t>
            </a:r>
            <a:endParaRPr lang="en-US" sz="28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4046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Opening Song – Hymn 17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4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638D45-CE17-40C1-F11F-770D918C473D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Opening: 2 of 6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AD38E4-2FFE-92B6-2E7F-5AE5C074EC16}"/>
              </a:ext>
            </a:extLst>
          </p:cNvPr>
          <p:cNvSpPr txBox="1"/>
          <p:nvPr/>
        </p:nvSpPr>
        <p:spPr>
          <a:xfrm>
            <a:off x="529816" y="2715262"/>
            <a:ext cx="8084369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ssZhZqX</a:t>
            </a:r>
            <a:r>
              <a:rPr lang="en-US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32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ssk</a:t>
            </a:r>
            <a:r>
              <a:rPr lang="en-US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\</a:t>
            </a:r>
            <a:r>
              <a:rPr lang="en-US" sz="32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yw</a:t>
            </a:r>
            <a:r>
              <a:rPr lang="en-US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\ns¶ </a:t>
            </a:r>
          </a:p>
          <a:p>
            <a:r>
              <a:rPr lang="en-US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\</a:t>
            </a:r>
            <a:r>
              <a:rPr lang="en-US" sz="32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an¡p¶p</a:t>
            </a:r>
            <a:r>
              <a:rPr lang="en-US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]cnip²m! </a:t>
            </a:r>
          </a:p>
          <a:p>
            <a:r>
              <a:rPr lang="en-US" sz="32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tZmjnIfmw</a:t>
            </a:r>
            <a:r>
              <a:rPr lang="en-US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32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R§fnXns</a:t>
            </a:r>
            <a:r>
              <a:rPr lang="en-US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\´</a:t>
            </a:r>
            <a:r>
              <a:rPr lang="en-US" sz="32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pÅp</a:t>
            </a:r>
            <a:endParaRPr lang="en-US" sz="3200" b="0" i="0" u="none" strike="noStrike" baseline="0" dirty="0">
              <a:solidFill>
                <a:srgbClr val="000000"/>
              </a:solidFill>
              <a:latin typeface="ML-TTKarthika" panose="04000000000000000000" pitchFamily="82" charset="0"/>
            </a:endParaRPr>
          </a:p>
          <a:p>
            <a:r>
              <a:rPr lang="en-US" sz="32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HmÀ¯mÂ</a:t>
            </a:r>
            <a:r>
              <a:rPr lang="en-US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\</a:t>
            </a:r>
            <a:r>
              <a:rPr lang="en-US" sz="32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nsâ</a:t>
            </a:r>
            <a:r>
              <a:rPr lang="en-US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\maw </a:t>
            </a:r>
            <a:r>
              <a:rPr lang="en-US" sz="32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sNmÃnSm</a:t>
            </a:r>
            <a:r>
              <a:rPr lang="en-US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\pw t]</a:t>
            </a:r>
            <a:r>
              <a:rPr lang="en-US" sz="32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mcmtb</a:t>
            </a:r>
            <a:r>
              <a:rPr lang="en-US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endParaRPr lang="en-US" sz="54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05A2DF-1131-91B8-F9F4-29C2BA98F4E1}"/>
              </a:ext>
            </a:extLst>
          </p:cNvPr>
          <p:cNvSpPr txBox="1"/>
          <p:nvPr/>
        </p:nvSpPr>
        <p:spPr>
          <a:xfrm>
            <a:off x="783282" y="534679"/>
            <a:ext cx="757743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 fontAlgn="base"/>
            <a:r>
              <a:rPr lang="en-US" sz="28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daivadootha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sainyam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ninne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</a:p>
          <a:p>
            <a:pPr algn="l" rtl="0" fontAlgn="base"/>
            <a:r>
              <a:rPr lang="en-US" sz="28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namikkunnu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parishuddha</a:t>
            </a:r>
            <a:endParaRPr lang="en-US" sz="2800" b="0" i="0" u="none" strike="noStrike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en-US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doshikalhaam</a:t>
            </a:r>
            <a:r>
              <a:rPr lang="en-US" sz="28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njangalhithinenthullhu</a:t>
            </a:r>
            <a:endParaRPr lang="en-US" sz="2800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pPr algn="l" rtl="0" fontAlgn="base"/>
            <a:r>
              <a:rPr lang="en-US" sz="2800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orththaal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sz="2800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ninte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sz="2800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naamam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sz="2800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chollidaanum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sz="2800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poraaye</a:t>
            </a:r>
            <a:endParaRPr lang="en-US" sz="28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69869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Opening Song – Hymn 17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5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638D45-CE17-40C1-F11F-770D918C473D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Opening: 3 of 6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AD38E4-2FFE-92B6-2E7F-5AE5C074EC16}"/>
              </a:ext>
            </a:extLst>
          </p:cNvPr>
          <p:cNvSpPr txBox="1"/>
          <p:nvPr/>
        </p:nvSpPr>
        <p:spPr>
          <a:xfrm>
            <a:off x="1257196" y="2715262"/>
            <a:ext cx="662960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almtZhm</a:t>
            </a:r>
            <a:r>
              <a:rPr lang="en-US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! </a:t>
            </a:r>
            <a:r>
              <a:rPr lang="en-US" sz="32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a¡Ä</a:t>
            </a:r>
            <a:r>
              <a:rPr lang="en-US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R§Ä </a:t>
            </a:r>
          </a:p>
          <a:p>
            <a:r>
              <a:rPr lang="en-US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Xncpap¼nÂ </a:t>
            </a:r>
            <a:r>
              <a:rPr lang="en-US" sz="32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hW§p¶p</a:t>
            </a:r>
            <a:r>
              <a:rPr lang="en-US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US" sz="32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amcnt</a:t>
            </a:r>
            <a:r>
              <a:rPr lang="en-US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]men¶\p{</a:t>
            </a:r>
            <a:r>
              <a:rPr lang="en-US" sz="32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Klw</a:t>
            </a:r>
            <a:r>
              <a:rPr lang="en-US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\</a:t>
            </a:r>
            <a:r>
              <a:rPr lang="en-US" sz="32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ÂIWwþkÀÆ</a:t>
            </a:r>
            <a:r>
              <a:rPr lang="en-US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US" sz="32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tJZhpw</a:t>
            </a:r>
            <a:r>
              <a:rPr lang="en-US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32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XoÀ¯p</a:t>
            </a:r>
            <a:r>
              <a:rPr lang="en-US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\o </a:t>
            </a:r>
            <a:r>
              <a:rPr lang="en-US" sz="32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R§Ä¡mIWw</a:t>
            </a:r>
            <a:r>
              <a:rPr lang="en-US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endParaRPr lang="en-US" sz="80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05A2DF-1131-91B8-F9F4-29C2BA98F4E1}"/>
              </a:ext>
            </a:extLst>
          </p:cNvPr>
          <p:cNvSpPr txBox="1"/>
          <p:nvPr/>
        </p:nvSpPr>
        <p:spPr>
          <a:xfrm>
            <a:off x="143873" y="612356"/>
            <a:ext cx="885625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 fontAlgn="base"/>
            <a:r>
              <a:rPr lang="en-US" sz="28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mahaa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deva </a:t>
            </a:r>
            <a:r>
              <a:rPr lang="en-US" sz="28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makkalh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njangalh</a:t>
            </a:r>
            <a:endParaRPr lang="en-US" sz="2800" b="0" i="0" u="none" strike="noStrike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en-US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thirumunpil</a:t>
            </a:r>
            <a:r>
              <a:rPr lang="en-US" sz="28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vanhangunnu</a:t>
            </a:r>
            <a:endParaRPr lang="en-US" sz="2800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pPr algn="l" rtl="0" fontAlgn="base"/>
            <a:r>
              <a:rPr lang="en-US" sz="2800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maari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sz="2800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polinnanugraham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sz="2800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nalkanham</a:t>
            </a:r>
            <a:endParaRPr lang="en-US" sz="28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en-US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sarvva</a:t>
            </a:r>
            <a:r>
              <a:rPr lang="en-US" sz="28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khedavum</a:t>
            </a:r>
            <a:r>
              <a:rPr lang="en-US" sz="28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theerththu</a:t>
            </a:r>
            <a:r>
              <a:rPr lang="en-US" sz="2800" dirty="0">
                <a:solidFill>
                  <a:srgbClr val="000000"/>
                </a:solidFill>
                <a:latin typeface="Segoe UI" panose="020B0502040204020203" pitchFamily="34" charset="0"/>
              </a:rPr>
              <a:t> nee </a:t>
            </a:r>
            <a:r>
              <a:rPr lang="en-US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njangalhkkaakanham</a:t>
            </a:r>
            <a:endParaRPr lang="en-US" sz="28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09004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Opening Song – Hymn 17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6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638D45-CE17-40C1-F11F-770D918C473D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Opening: 4 of 6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AD38E4-2FFE-92B6-2E7F-5AE5C074EC16}"/>
              </a:ext>
            </a:extLst>
          </p:cNvPr>
          <p:cNvSpPr txBox="1"/>
          <p:nvPr/>
        </p:nvSpPr>
        <p:spPr>
          <a:xfrm>
            <a:off x="812786" y="2715262"/>
            <a:ext cx="7518429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\</a:t>
            </a:r>
            <a:r>
              <a:rPr lang="en-US" sz="32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ns¶t¸mtemÀ</a:t>
            </a:r>
            <a:r>
              <a:rPr lang="en-US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[\</a:t>
            </a:r>
            <a:r>
              <a:rPr lang="en-US" sz="32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anÃ</a:t>
            </a:r>
            <a:r>
              <a:rPr lang="en-US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US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\</a:t>
            </a:r>
            <a:r>
              <a:rPr lang="en-US" sz="32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ns¶t¸msemÀ</a:t>
            </a:r>
            <a:r>
              <a:rPr lang="en-US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32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kpJanÃ</a:t>
            </a:r>
            <a:r>
              <a:rPr lang="en-US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US" sz="32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Fs¶t</a:t>
            </a:r>
            <a:r>
              <a:rPr lang="en-US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¶¡pw \n³apJ¯nÂ hmgphm³</a:t>
            </a:r>
          </a:p>
          <a:p>
            <a:r>
              <a:rPr lang="en-US" sz="32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ZmkÀ</a:t>
            </a:r>
            <a:r>
              <a:rPr lang="en-US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¡\</a:t>
            </a:r>
            <a:r>
              <a:rPr lang="en-US" sz="32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phmZw</a:t>
            </a:r>
            <a:r>
              <a:rPr lang="en-US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32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X¶p</a:t>
            </a:r>
            <a:r>
              <a:rPr lang="en-US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32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amÀÆnÂ</a:t>
            </a:r>
            <a:r>
              <a:rPr lang="en-US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32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tNÀ¡Ww</a:t>
            </a:r>
            <a:r>
              <a:rPr lang="en-US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endParaRPr lang="en-US" sz="138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05A2DF-1131-91B8-F9F4-29C2BA98F4E1}"/>
              </a:ext>
            </a:extLst>
          </p:cNvPr>
          <p:cNvSpPr txBox="1"/>
          <p:nvPr/>
        </p:nvSpPr>
        <p:spPr>
          <a:xfrm>
            <a:off x="783282" y="720117"/>
            <a:ext cx="757743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 fontAlgn="base"/>
            <a:r>
              <a:rPr lang="en-US" sz="24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ninne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sz="24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polorh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sz="24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dhanamilla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</a:p>
          <a:p>
            <a:pPr algn="l" rtl="0" fontAlgn="base"/>
            <a:r>
              <a:rPr lang="en-US" sz="2400" dirty="0" err="1">
                <a:solidFill>
                  <a:srgbClr val="000000"/>
                </a:solidFill>
                <a:latin typeface="Segoe UI" panose="020B0502040204020203" pitchFamily="34" charset="0"/>
              </a:rPr>
              <a:t>ninne</a:t>
            </a:r>
            <a:r>
              <a:rPr lang="en-US" sz="24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egoe UI" panose="020B0502040204020203" pitchFamily="34" charset="0"/>
              </a:rPr>
              <a:t>polorh</a:t>
            </a:r>
            <a:r>
              <a:rPr lang="en-US" sz="24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egoe UI" panose="020B0502040204020203" pitchFamily="34" charset="0"/>
              </a:rPr>
              <a:t>sukhamilla</a:t>
            </a:r>
            <a:endParaRPr lang="en-US" sz="2400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pPr algn="l" rtl="0" fontAlgn="base"/>
            <a:r>
              <a:rPr lang="en-US" sz="2400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ennennekkum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sz="2400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nin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sz="2400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mukhaththil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sz="2400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vaazhuvaan</a:t>
            </a:r>
            <a:endParaRPr lang="en-US" sz="24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en-US" sz="2400" dirty="0" err="1">
                <a:solidFill>
                  <a:srgbClr val="000000"/>
                </a:solidFill>
                <a:latin typeface="Segoe UI" panose="020B0502040204020203" pitchFamily="34" charset="0"/>
              </a:rPr>
              <a:t>daasarhkkanuvaadam</a:t>
            </a:r>
            <a:r>
              <a:rPr lang="en-US" sz="24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egoe UI" panose="020B0502040204020203" pitchFamily="34" charset="0"/>
              </a:rPr>
              <a:t>thannu</a:t>
            </a:r>
            <a:r>
              <a:rPr lang="en-US" sz="24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egoe UI" panose="020B0502040204020203" pitchFamily="34" charset="0"/>
              </a:rPr>
              <a:t>maarhvil</a:t>
            </a:r>
            <a:r>
              <a:rPr lang="en-US" sz="24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egoe UI" panose="020B0502040204020203" pitchFamily="34" charset="0"/>
              </a:rPr>
              <a:t>cherhkkanham</a:t>
            </a:r>
            <a:endParaRPr lang="en-US" sz="24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21474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Opening Song – Hymn 17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7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638D45-CE17-40C1-F11F-770D918C473D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Opening: 5 of 6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AD38E4-2FFE-92B6-2E7F-5AE5C074EC16}"/>
              </a:ext>
            </a:extLst>
          </p:cNvPr>
          <p:cNvSpPr txBox="1"/>
          <p:nvPr/>
        </p:nvSpPr>
        <p:spPr>
          <a:xfrm>
            <a:off x="1011012" y="2715262"/>
            <a:ext cx="7121977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s]m¶p\mYm! t]m¶p\mYm! </a:t>
            </a:r>
            <a:endParaRPr lang="en-US" sz="3200" b="0" i="0" u="none" strike="noStrike" baseline="0" dirty="0">
              <a:solidFill>
                <a:srgbClr val="000000"/>
              </a:solidFill>
              <a:latin typeface="ML-TTKarthika" panose="04000000000000000000" pitchFamily="82" charset="0"/>
            </a:endParaRPr>
          </a:p>
          <a:p>
            <a:r>
              <a:rPr lang="pl-PL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\n³apJw I¬Sm\</a:t>
            </a:r>
            <a:r>
              <a:rPr lang="en-US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\</a:t>
            </a:r>
            <a:r>
              <a:rPr lang="en-US" sz="32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v</a:t>
            </a:r>
            <a:r>
              <a:rPr lang="en-US" sz="320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Z</a:t>
            </a:r>
            <a:r>
              <a:rPr lang="pl-PL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n¸m³ </a:t>
            </a:r>
          </a:p>
          <a:p>
            <a:r>
              <a:rPr lang="en-US" sz="32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kzÀ¤tZis</a:t>
            </a:r>
            <a:r>
              <a:rPr lang="en-US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¯¶p </a:t>
            </a:r>
            <a:r>
              <a:rPr lang="en-US" sz="32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h¶ptNÀ¶nSpw</a:t>
            </a:r>
            <a:endParaRPr lang="en-US" sz="3200" b="0" i="0" u="none" strike="noStrike" baseline="0" dirty="0">
              <a:solidFill>
                <a:srgbClr val="000000"/>
              </a:solidFill>
              <a:latin typeface="ML-TTKarthika" panose="04000000000000000000" pitchFamily="82" charset="0"/>
            </a:endParaRPr>
          </a:p>
          <a:p>
            <a:r>
              <a:rPr lang="en-US" sz="32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temI</a:t>
            </a:r>
            <a:r>
              <a:rPr lang="en-US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32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k¦S§sfmgn</a:t>
            </a:r>
            <a:r>
              <a:rPr lang="en-US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ª§p hmgphm³ </a:t>
            </a:r>
            <a:endParaRPr lang="en-US" sz="287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05A2DF-1131-91B8-F9F4-29C2BA98F4E1}"/>
              </a:ext>
            </a:extLst>
          </p:cNvPr>
          <p:cNvSpPr txBox="1"/>
          <p:nvPr/>
        </p:nvSpPr>
        <p:spPr>
          <a:xfrm>
            <a:off x="936747" y="612356"/>
            <a:ext cx="727050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sz="28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ponnu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naathha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ponnu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naathha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endParaRPr lang="en-US" sz="28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en-US" sz="2800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nin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sz="2800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mukham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sz="2800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kanhdaanandippaan</a:t>
            </a:r>
            <a:endParaRPr lang="en-US" sz="28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en-US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swarggadeshaththennu</a:t>
            </a:r>
            <a:r>
              <a:rPr lang="en-US" sz="28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vannu</a:t>
            </a:r>
            <a:r>
              <a:rPr lang="en-US" sz="28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cherhnnidum</a:t>
            </a:r>
            <a:endParaRPr lang="en-US" sz="2800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pPr algn="l" rtl="0" fontAlgn="base"/>
            <a:r>
              <a:rPr lang="en-US" sz="2800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loka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sz="2800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sankadangalh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sz="2800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ozhinjangu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sz="2800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vaazhuvaan</a:t>
            </a:r>
            <a:endParaRPr lang="en-US" sz="28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17615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Opening Song – Hymn 17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8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638D45-CE17-40C1-F11F-770D918C473D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Opening: 6 of 6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AD38E4-2FFE-92B6-2E7F-5AE5C074EC16}"/>
              </a:ext>
            </a:extLst>
          </p:cNvPr>
          <p:cNvSpPr txBox="1"/>
          <p:nvPr/>
        </p:nvSpPr>
        <p:spPr>
          <a:xfrm>
            <a:off x="953462" y="2715262"/>
            <a:ext cx="7237076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`à·mtc! cm¸IÂ \mw </a:t>
            </a:r>
          </a:p>
          <a:p>
            <a:r>
              <a:rPr lang="pt-BR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Xncpap¼nemcm[n¸m³ </a:t>
            </a:r>
          </a:p>
          <a:p>
            <a:r>
              <a:rPr lang="en-US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F{</a:t>
            </a:r>
            <a:r>
              <a:rPr lang="en-US" sz="32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XthKw</a:t>
            </a:r>
            <a:r>
              <a:rPr lang="en-US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hm\</a:t>
            </a:r>
            <a:r>
              <a:rPr lang="en-US" sz="32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cmtPy</a:t>
            </a:r>
            <a:r>
              <a:rPr lang="en-US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t]</a:t>
            </a:r>
            <a:r>
              <a:rPr lang="en-US" sz="32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mbnSmw</a:t>
            </a:r>
            <a:endParaRPr lang="en-US" sz="3200" b="0" i="0" u="none" strike="noStrike" baseline="0" dirty="0">
              <a:solidFill>
                <a:srgbClr val="000000"/>
              </a:solidFill>
              <a:latin typeface="ML-TTKarthika" panose="04000000000000000000" pitchFamily="82" charset="0"/>
            </a:endParaRPr>
          </a:p>
          <a:p>
            <a:r>
              <a:rPr lang="en-US" sz="32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kÀÆ</a:t>
            </a:r>
            <a:r>
              <a:rPr lang="en-US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kt½mZhpw </a:t>
            </a:r>
            <a:r>
              <a:rPr lang="en-US" sz="32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e`ns</a:t>
            </a:r>
            <a:r>
              <a:rPr lang="en-US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¨¶pw ]</a:t>
            </a:r>
            <a:r>
              <a:rPr lang="en-US" sz="32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mÀ¯oSmw</a:t>
            </a:r>
            <a:endParaRPr lang="en-US" sz="595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05A2DF-1131-91B8-F9F4-29C2BA98F4E1}"/>
              </a:ext>
            </a:extLst>
          </p:cNvPr>
          <p:cNvSpPr txBox="1"/>
          <p:nvPr/>
        </p:nvSpPr>
        <p:spPr>
          <a:xfrm>
            <a:off x="717756" y="707119"/>
            <a:ext cx="770848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sz="24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bhakthanmaare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sz="24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raappakal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naam</a:t>
            </a:r>
          </a:p>
          <a:p>
            <a:pPr fontAlgn="base"/>
            <a:r>
              <a:rPr lang="en-US" sz="2400" dirty="0" err="1">
                <a:solidFill>
                  <a:srgbClr val="000000"/>
                </a:solidFill>
                <a:latin typeface="Segoe UI" panose="020B0502040204020203" pitchFamily="34" charset="0"/>
              </a:rPr>
              <a:t>thirumunpil</a:t>
            </a:r>
            <a:r>
              <a:rPr lang="en-US" sz="24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egoe UI" panose="020B0502040204020203" pitchFamily="34" charset="0"/>
              </a:rPr>
              <a:t>aaraadhippaan</a:t>
            </a:r>
            <a:endParaRPr lang="en-US" sz="2400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pPr fontAlgn="base"/>
            <a:r>
              <a:rPr lang="en-US" sz="2400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ethra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sz="2400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vegam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sz="2400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vaanaraajye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sz="2400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poyidaam</a:t>
            </a:r>
            <a:endParaRPr lang="en-US" sz="24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fontAlgn="base"/>
            <a:r>
              <a:rPr lang="en-US" sz="2400" dirty="0" err="1">
                <a:solidFill>
                  <a:srgbClr val="000000"/>
                </a:solidFill>
                <a:latin typeface="Segoe UI" panose="020B0502040204020203" pitchFamily="34" charset="0"/>
              </a:rPr>
              <a:t>sarvva</a:t>
            </a:r>
            <a:r>
              <a:rPr lang="en-US" sz="24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egoe UI" panose="020B0502040204020203" pitchFamily="34" charset="0"/>
              </a:rPr>
              <a:t>sammodavum</a:t>
            </a:r>
            <a:r>
              <a:rPr lang="en-US" sz="24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egoe UI" panose="020B0502040204020203" pitchFamily="34" charset="0"/>
              </a:rPr>
              <a:t>labhichchennum</a:t>
            </a:r>
            <a:r>
              <a:rPr lang="en-US" sz="24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egoe UI" panose="020B0502040204020203" pitchFamily="34" charset="0"/>
              </a:rPr>
              <a:t>paarththeedaam</a:t>
            </a:r>
            <a:endParaRPr lang="en-US" sz="24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24651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D02174-DEBC-400F-A4DF-B2DD71DE45B9}"/>
              </a:ext>
            </a:extLst>
          </p:cNvPr>
          <p:cNvSpPr txBox="1">
            <a:spLocks/>
          </p:cNvSpPr>
          <p:nvPr/>
        </p:nvSpPr>
        <p:spPr>
          <a:xfrm>
            <a:off x="0" y="1955904"/>
            <a:ext cx="9144000" cy="1231692"/>
          </a:xfrm>
          <a:prstGeom prst="rect">
            <a:avLst/>
          </a:prstGeom>
          <a:noFill/>
          <a:ln w="19050">
            <a:noFill/>
          </a:ln>
        </p:spPr>
        <p:txBody>
          <a:bodyPr anchor="ctr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tabLst>
                <a:tab pos="1423880" algn="l"/>
              </a:tabLst>
            </a:pPr>
            <a:r>
              <a:rPr lang="en-GB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Thanksgiving Prayers</a:t>
            </a:r>
          </a:p>
        </p:txBody>
      </p:sp>
    </p:spTree>
    <p:extLst>
      <p:ext uri="{BB962C8B-B14F-4D97-AF65-F5344CB8AC3E}">
        <p14:creationId xmlns:p14="http://schemas.microsoft.com/office/powerpoint/2010/main" val="3477597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Thanksgiving Prayers 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10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638D45-CE17-40C1-F11F-770D918C473D}"/>
              </a:ext>
            </a:extLst>
          </p:cNvPr>
          <p:cNvSpPr txBox="1"/>
          <p:nvPr/>
        </p:nvSpPr>
        <p:spPr>
          <a:xfrm>
            <a:off x="7068968" y="4835725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Thanksgiving: 1 of 1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E79D6D-45E0-4529-650E-55EE2C2D70A7}"/>
              </a:ext>
            </a:extLst>
          </p:cNvPr>
          <p:cNvSpPr txBox="1"/>
          <p:nvPr/>
        </p:nvSpPr>
        <p:spPr>
          <a:xfrm>
            <a:off x="2563375" y="2752806"/>
            <a:ext cx="4017251" cy="190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>
              <a:lnSpc>
                <a:spcPct val="150000"/>
              </a:lnSpc>
            </a:pPr>
            <a:r>
              <a:rPr lang="ml-IN" sz="20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  <a:cs typeface="ML-TTKarthika" panose="04000000000000000000" pitchFamily="82" charset="0"/>
              </a:rPr>
              <a:t>നന്ദിയുണ്ട് ദൈവമേ </a:t>
            </a:r>
          </a:p>
          <a:p>
            <a:pPr algn="l" rtl="0" fontAlgn="base">
              <a:lnSpc>
                <a:spcPct val="150000"/>
              </a:lnSpc>
            </a:pPr>
            <a:r>
              <a:rPr lang="ml-IN" sz="20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  <a:cs typeface="ML-TTKarthika" panose="04000000000000000000" pitchFamily="82" charset="0"/>
              </a:rPr>
              <a:t>നന്മകൾക്കായ് എന്നുമേ </a:t>
            </a:r>
          </a:p>
          <a:p>
            <a:pPr algn="l" rtl="0" fontAlgn="base">
              <a:lnSpc>
                <a:spcPct val="150000"/>
              </a:lnSpc>
            </a:pPr>
            <a:r>
              <a:rPr lang="ml-IN" sz="20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  <a:cs typeface="ML-TTKarthika" panose="04000000000000000000" pitchFamily="82" charset="0"/>
              </a:rPr>
              <a:t>ഉള്ളതെല്ലാം നിൻ ദാനം</a:t>
            </a:r>
          </a:p>
          <a:p>
            <a:pPr algn="l" rtl="0" fontAlgn="base">
              <a:lnSpc>
                <a:spcPct val="150000"/>
              </a:lnSpc>
            </a:pPr>
            <a:r>
              <a:rPr lang="ml-IN" sz="20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  <a:cs typeface="ML-TTKarthika" panose="04000000000000000000" pitchFamily="82" charset="0"/>
              </a:rPr>
              <a:t>ജീവകാലം വാഴ്ത്തീടുമേ</a:t>
            </a:r>
            <a:endParaRPr lang="en-US" sz="20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12F03D-55E6-0116-F164-9E2DBAF627B1}"/>
              </a:ext>
            </a:extLst>
          </p:cNvPr>
          <p:cNvSpPr txBox="1"/>
          <p:nvPr/>
        </p:nvSpPr>
        <p:spPr>
          <a:xfrm>
            <a:off x="1974885" y="754525"/>
            <a:ext cx="5194231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/>
            <a:r>
              <a:rPr lang="en-US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n</a:t>
            </a:r>
            <a:r>
              <a:rPr lang="en-US" sz="28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andiyund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daivame</a:t>
            </a:r>
            <a:endParaRPr lang="en-US" sz="2800" b="0" i="0" u="none" strike="noStrike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en-US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n</a:t>
            </a:r>
            <a:r>
              <a:rPr lang="en-US" sz="28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anmakalhkkaay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ennume</a:t>
            </a:r>
            <a:endParaRPr lang="en-US" sz="2800" b="0" i="0" u="none" strike="noStrike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en-US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u</a:t>
            </a:r>
            <a:r>
              <a:rPr lang="en-US" sz="28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llhathellaam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nin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daanam</a:t>
            </a:r>
            <a:endParaRPr lang="en-US" sz="2800" b="0" i="0" u="none" strike="noStrike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en-US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j</a:t>
            </a:r>
            <a:r>
              <a:rPr lang="en-US" sz="28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eevakaalam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vaazhtheedume</a:t>
            </a:r>
            <a:endParaRPr lang="en-US" sz="28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84886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D02174-DEBC-400F-A4DF-B2DD71DE45B9}"/>
              </a:ext>
            </a:extLst>
          </p:cNvPr>
          <p:cNvSpPr txBox="1">
            <a:spLocks/>
          </p:cNvSpPr>
          <p:nvPr/>
        </p:nvSpPr>
        <p:spPr>
          <a:xfrm>
            <a:off x="0" y="1955904"/>
            <a:ext cx="9144000" cy="1231692"/>
          </a:xfrm>
          <a:prstGeom prst="rect">
            <a:avLst/>
          </a:prstGeom>
          <a:noFill/>
          <a:ln w="19050">
            <a:noFill/>
          </a:ln>
        </p:spPr>
        <p:txBody>
          <a:bodyPr anchor="ctr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tabLst>
                <a:tab pos="1423880" algn="l"/>
              </a:tabLst>
            </a:pPr>
            <a:r>
              <a:rPr lang="en-GB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Thanksgiving Prayers</a:t>
            </a:r>
          </a:p>
        </p:txBody>
      </p:sp>
    </p:spTree>
    <p:extLst>
      <p:ext uri="{BB962C8B-B14F-4D97-AF65-F5344CB8AC3E}">
        <p14:creationId xmlns:p14="http://schemas.microsoft.com/office/powerpoint/2010/main" val="36906303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4B59398-515B-40E4-9922-357DB2AB5477}"/>
              </a:ext>
            </a:extLst>
          </p:cNvPr>
          <p:cNvSpPr txBox="1">
            <a:spLocks/>
          </p:cNvSpPr>
          <p:nvPr/>
        </p:nvSpPr>
        <p:spPr>
          <a:xfrm>
            <a:off x="1517227" y="2029031"/>
            <a:ext cx="6109545" cy="1098984"/>
          </a:xfrm>
          <a:prstGeom prst="rect">
            <a:avLst/>
          </a:prstGeom>
          <a:noFill/>
          <a:ln w="19050">
            <a:noFill/>
          </a:ln>
        </p:spPr>
        <p:txBody>
          <a:bodyPr anchor="ctr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tabLst>
                <a:tab pos="1423880" algn="l"/>
              </a:tabLst>
            </a:pP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Offertory - 33</a:t>
            </a:r>
          </a:p>
        </p:txBody>
      </p:sp>
    </p:spTree>
    <p:extLst>
      <p:ext uri="{BB962C8B-B14F-4D97-AF65-F5344CB8AC3E}">
        <p14:creationId xmlns:p14="http://schemas.microsoft.com/office/powerpoint/2010/main" val="37499897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Offertory Hymn 33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4DE8CA-B187-EC06-A4FA-4F11CB386D6A}"/>
              </a:ext>
            </a:extLst>
          </p:cNvPr>
          <p:cNvSpPr txBox="1"/>
          <p:nvPr/>
        </p:nvSpPr>
        <p:spPr>
          <a:xfrm>
            <a:off x="0" y="492355"/>
            <a:ext cx="4763832" cy="179279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 rtl="0" fontAlgn="base"/>
            <a:r>
              <a:rPr lang="en-SG" sz="28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saanniddhyam</a:t>
            </a:r>
            <a:r>
              <a:rPr lang="en-SG" sz="28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SG" sz="28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aakenham</a:t>
            </a:r>
            <a:endParaRPr lang="en-SG" sz="2800" b="0" i="0" u="none" strike="noStrike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en-SG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karththaadhi</a:t>
            </a:r>
            <a:r>
              <a:rPr lang="en-SG" sz="28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SG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karththaave</a:t>
            </a:r>
            <a:endParaRPr lang="en-SG" sz="2800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pPr algn="l" rtl="0" fontAlgn="base"/>
            <a:r>
              <a:rPr lang="en-SG" sz="2800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ee</a:t>
            </a:r>
            <a:r>
              <a:rPr lang="en-SG" sz="28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SG" sz="2800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yogam</a:t>
            </a:r>
            <a:r>
              <a:rPr lang="en-SG" sz="28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SG" sz="2800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innu</a:t>
            </a:r>
            <a:r>
              <a:rPr lang="en-SG" sz="28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SG" sz="2800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kelhkkanham</a:t>
            </a:r>
            <a:endParaRPr lang="en-SG" sz="28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en-SG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nin</a:t>
            </a:r>
            <a:r>
              <a:rPr lang="en-SG" sz="28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SG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shakthi</a:t>
            </a:r>
            <a:r>
              <a:rPr lang="en-SG" sz="28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SG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vaakkine</a:t>
            </a:r>
            <a:endParaRPr lang="en-SG" sz="2800" dirty="0">
              <a:solidFill>
                <a:srgbClr val="000000"/>
              </a:solidFill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E21420-34C8-30C5-50CE-1D01ED744F93}"/>
              </a:ext>
            </a:extLst>
          </p:cNvPr>
          <p:cNvSpPr txBox="1"/>
          <p:nvPr/>
        </p:nvSpPr>
        <p:spPr>
          <a:xfrm>
            <a:off x="7453211" y="4835725"/>
            <a:ext cx="16907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457178">
              <a:defRPr/>
            </a:pPr>
            <a:r>
              <a:rPr lang="en-SG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Offertory: 1 of 8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48E332-DDF4-60DA-31C4-B2218744FD6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4129" y="1935479"/>
            <a:ext cx="2723929" cy="2723929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0BD5696-85A7-DDD4-3D7A-82F0B5AFE44E}"/>
              </a:ext>
            </a:extLst>
          </p:cNvPr>
          <p:cNvSpPr txBox="1">
            <a:spLocks/>
          </p:cNvSpPr>
          <p:nvPr/>
        </p:nvSpPr>
        <p:spPr>
          <a:xfrm>
            <a:off x="6209463" y="1476018"/>
            <a:ext cx="2985576" cy="45946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85766">
              <a:spcBef>
                <a:spcPts val="563"/>
              </a:spcBef>
              <a:buNone/>
              <a:tabLst>
                <a:tab pos="1423880" algn="l"/>
              </a:tabLst>
              <a:defRPr/>
            </a:pPr>
            <a:r>
              <a:rPr lang="en-GB" sz="2400" dirty="0">
                <a:solidFill>
                  <a:prstClr val="black"/>
                </a:solidFill>
                <a:latin typeface="Bahnschrift" panose="020B0502040204020203" pitchFamily="34" charset="0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AE222E-4671-212B-25A7-CE983FDD0D35}"/>
              </a:ext>
            </a:extLst>
          </p:cNvPr>
          <p:cNvSpPr txBox="1"/>
          <p:nvPr/>
        </p:nvSpPr>
        <p:spPr>
          <a:xfrm>
            <a:off x="0" y="2866610"/>
            <a:ext cx="4572000" cy="1792798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km¶n²yw 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BtIWwþ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pt-BR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IÀ¯m[n IÀ¯mth </a:t>
            </a:r>
          </a:p>
          <a:p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Cu 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tbmKw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C¶p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tIÄ¡Ww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\n³ 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iàn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hm¡ns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\</a:t>
            </a:r>
            <a:endParaRPr lang="en-US" sz="36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87566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Offertory Hymn 33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4DE8CA-B187-EC06-A4FA-4F11CB386D6A}"/>
              </a:ext>
            </a:extLst>
          </p:cNvPr>
          <p:cNvSpPr txBox="1"/>
          <p:nvPr/>
        </p:nvSpPr>
        <p:spPr>
          <a:xfrm>
            <a:off x="0" y="492355"/>
            <a:ext cx="5115524" cy="205946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 rtl="0" fontAlgn="base"/>
            <a:r>
              <a:rPr lang="en-SG" sz="2800" dirty="0" err="1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j</a:t>
            </a:r>
            <a:r>
              <a:rPr lang="en-SG" sz="2800" b="0" i="0" u="none" strike="noStrike" dirty="0" err="1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eevan</a:t>
            </a:r>
            <a:r>
              <a:rPr lang="en-SG" sz="2800" b="0" i="0" u="none" strike="noStrike" dirty="0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 </a:t>
            </a:r>
            <a:r>
              <a:rPr lang="en-SG" sz="2800" b="0" i="0" u="none" strike="noStrike" dirty="0" err="1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nalkeedenham</a:t>
            </a:r>
            <a:endParaRPr lang="en-SG" sz="2800" b="0" i="0" u="none" strike="noStrike" dirty="0">
              <a:solidFill>
                <a:srgbClr val="000000"/>
              </a:solidFill>
              <a:effectLst/>
              <a:highlight>
                <a:srgbClr val="F5F5F5"/>
              </a:highlight>
              <a:latin typeface="Segoe UI" panose="020B0502040204020203" pitchFamily="34" charset="0"/>
            </a:endParaRPr>
          </a:p>
          <a:p>
            <a:pPr algn="l" rtl="0" fontAlgn="base"/>
            <a:r>
              <a:rPr lang="en-SG" sz="2800" dirty="0" err="1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vandikkum</a:t>
            </a:r>
            <a:r>
              <a:rPr lang="en-SG" sz="2800" dirty="0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 </a:t>
            </a:r>
            <a:r>
              <a:rPr lang="en-SG" sz="2800" dirty="0" err="1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nerame</a:t>
            </a:r>
            <a:endParaRPr lang="en-SG" sz="2800" dirty="0">
              <a:solidFill>
                <a:srgbClr val="000000"/>
              </a:solidFill>
              <a:highlight>
                <a:srgbClr val="F5F5F5"/>
              </a:highlight>
              <a:latin typeface="Segoe UI" panose="020B0502040204020203" pitchFamily="34" charset="0"/>
            </a:endParaRPr>
          </a:p>
          <a:p>
            <a:pPr algn="l" rtl="0" fontAlgn="base"/>
            <a:r>
              <a:rPr lang="en-SG" sz="2800" b="0" i="0" dirty="0" err="1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aasheervaadam</a:t>
            </a:r>
            <a:r>
              <a:rPr lang="en-SG" sz="2800" b="0" i="0" dirty="0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 </a:t>
            </a:r>
            <a:r>
              <a:rPr lang="en-SG" sz="2800" b="0" i="0" dirty="0" err="1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nalkeedenham</a:t>
            </a:r>
            <a:endParaRPr lang="en-SG" sz="2800" b="0" i="0" dirty="0">
              <a:solidFill>
                <a:srgbClr val="000000"/>
              </a:solidFill>
              <a:effectLst/>
              <a:highlight>
                <a:srgbClr val="F5F5F5"/>
              </a:highlight>
              <a:latin typeface="Segoe UI" panose="020B0502040204020203" pitchFamily="34" charset="0"/>
            </a:endParaRPr>
          </a:p>
          <a:p>
            <a:pPr algn="l" rtl="0" fontAlgn="base"/>
            <a:r>
              <a:rPr lang="en-SG" sz="2800" dirty="0" err="1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kaarunhya</a:t>
            </a:r>
            <a:r>
              <a:rPr lang="en-SG" sz="2800" dirty="0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 </a:t>
            </a:r>
            <a:r>
              <a:rPr lang="en-SG" sz="2800" dirty="0" err="1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vaaridhe</a:t>
            </a:r>
            <a:endParaRPr lang="en-SG" sz="2800" dirty="0">
              <a:solidFill>
                <a:srgbClr val="000000"/>
              </a:solidFill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E21420-34C8-30C5-50CE-1D01ED744F93}"/>
              </a:ext>
            </a:extLst>
          </p:cNvPr>
          <p:cNvSpPr txBox="1"/>
          <p:nvPr/>
        </p:nvSpPr>
        <p:spPr>
          <a:xfrm>
            <a:off x="7453211" y="4835725"/>
            <a:ext cx="16907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457178">
              <a:defRPr/>
            </a:pPr>
            <a:r>
              <a:rPr lang="en-SG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Offertory: 2 of 8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48E332-DDF4-60DA-31C4-B2218744FD6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4129" y="1935479"/>
            <a:ext cx="2723929" cy="2723929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0BD5696-85A7-DDD4-3D7A-82F0B5AFE44E}"/>
              </a:ext>
            </a:extLst>
          </p:cNvPr>
          <p:cNvSpPr txBox="1">
            <a:spLocks/>
          </p:cNvSpPr>
          <p:nvPr/>
        </p:nvSpPr>
        <p:spPr>
          <a:xfrm>
            <a:off x="6209463" y="1476018"/>
            <a:ext cx="2985576" cy="45946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85766">
              <a:spcBef>
                <a:spcPts val="563"/>
              </a:spcBef>
              <a:buNone/>
              <a:tabLst>
                <a:tab pos="1423880" algn="l"/>
              </a:tabLst>
              <a:defRPr/>
            </a:pPr>
            <a:r>
              <a:rPr lang="en-GB" sz="2400" dirty="0">
                <a:solidFill>
                  <a:prstClr val="black"/>
                </a:solidFill>
                <a:latin typeface="Bahnschrift" panose="020B0502040204020203" pitchFamily="34" charset="0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AE222E-4671-212B-25A7-CE983FDD0D35}"/>
              </a:ext>
            </a:extLst>
          </p:cNvPr>
          <p:cNvSpPr txBox="1"/>
          <p:nvPr/>
        </p:nvSpPr>
        <p:spPr>
          <a:xfrm>
            <a:off x="0" y="2858347"/>
            <a:ext cx="4572000" cy="1792798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Pnh³ \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evIotSWw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h</a:t>
            </a:r>
            <a:r>
              <a:rPr lang="en-US" sz="28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\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v</a:t>
            </a:r>
            <a:r>
              <a:rPr lang="en-US" sz="280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Z</a:t>
            </a:r>
            <a:r>
              <a:rPr lang="pl-PL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n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¡pw t\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cta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BioÀhmZw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\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ÂIotSWwþ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ImcpWyhmcnt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[!þ</a:t>
            </a:r>
            <a:endParaRPr lang="en-US" sz="36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51851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Offertory Hymn 33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4DE8CA-B187-EC06-A4FA-4F11CB386D6A}"/>
              </a:ext>
            </a:extLst>
          </p:cNvPr>
          <p:cNvSpPr txBox="1"/>
          <p:nvPr/>
        </p:nvSpPr>
        <p:spPr>
          <a:xfrm>
            <a:off x="0" y="492355"/>
            <a:ext cx="4572000" cy="16614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 rtl="0" fontAlgn="base"/>
            <a:r>
              <a:rPr lang="en-US" sz="24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saanniddhyam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sz="24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aakenham</a:t>
            </a:r>
            <a:endParaRPr lang="en-US" sz="2400" b="0" i="0" u="none" strike="noStrike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en-US" sz="2400" dirty="0" err="1">
                <a:solidFill>
                  <a:srgbClr val="000000"/>
                </a:solidFill>
                <a:latin typeface="Segoe UI" panose="020B0502040204020203" pitchFamily="34" charset="0"/>
              </a:rPr>
              <a:t>nin</a:t>
            </a:r>
            <a:r>
              <a:rPr lang="en-US" sz="24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egoe UI" panose="020B0502040204020203" pitchFamily="34" charset="0"/>
              </a:rPr>
              <a:t>naamam</a:t>
            </a:r>
            <a:r>
              <a:rPr lang="en-US" sz="24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egoe UI" panose="020B0502040204020203" pitchFamily="34" charset="0"/>
              </a:rPr>
              <a:t>vaazhatte</a:t>
            </a:r>
            <a:endParaRPr lang="en-US" sz="2400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pPr algn="l" rtl="0" fontAlgn="base"/>
            <a:r>
              <a:rPr lang="en-US" sz="2400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nin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sz="2400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sneham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sz="2400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oro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sz="2400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nenjakam</a:t>
            </a:r>
            <a:endParaRPr lang="en-US" sz="24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en-US" sz="2400" dirty="0" err="1">
                <a:solidFill>
                  <a:srgbClr val="000000"/>
                </a:solidFill>
                <a:latin typeface="Segoe UI" panose="020B0502040204020203" pitchFamily="34" charset="0"/>
              </a:rPr>
              <a:t>jwalichchu</a:t>
            </a:r>
            <a:r>
              <a:rPr lang="en-US" sz="24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Segoe UI" panose="020B0502040204020203" pitchFamily="34" charset="0"/>
              </a:rPr>
              <a:t>veeshatte</a:t>
            </a:r>
            <a:endParaRPr lang="en-SG" sz="2800" dirty="0">
              <a:solidFill>
                <a:srgbClr val="000000"/>
              </a:solidFill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E21420-34C8-30C5-50CE-1D01ED744F93}"/>
              </a:ext>
            </a:extLst>
          </p:cNvPr>
          <p:cNvSpPr txBox="1"/>
          <p:nvPr/>
        </p:nvSpPr>
        <p:spPr>
          <a:xfrm>
            <a:off x="7453211" y="4835725"/>
            <a:ext cx="16907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457178">
              <a:defRPr/>
            </a:pPr>
            <a:r>
              <a:rPr lang="en-SG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Offertory: 3 of 8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48E332-DDF4-60DA-31C4-B2218744FD6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4129" y="1935479"/>
            <a:ext cx="2723929" cy="2723929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0BD5696-85A7-DDD4-3D7A-82F0B5AFE44E}"/>
              </a:ext>
            </a:extLst>
          </p:cNvPr>
          <p:cNvSpPr txBox="1">
            <a:spLocks/>
          </p:cNvSpPr>
          <p:nvPr/>
        </p:nvSpPr>
        <p:spPr>
          <a:xfrm>
            <a:off x="6209463" y="1476018"/>
            <a:ext cx="2985576" cy="45946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85766">
              <a:spcBef>
                <a:spcPts val="563"/>
              </a:spcBef>
              <a:buNone/>
              <a:tabLst>
                <a:tab pos="1423880" algn="l"/>
              </a:tabLst>
              <a:defRPr/>
            </a:pPr>
            <a:r>
              <a:rPr lang="en-GB" sz="2400" dirty="0">
                <a:solidFill>
                  <a:prstClr val="black"/>
                </a:solidFill>
                <a:latin typeface="Bahnschrift" panose="020B0502040204020203" pitchFamily="34" charset="0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AE222E-4671-212B-25A7-CE983FDD0D35}"/>
              </a:ext>
            </a:extLst>
          </p:cNvPr>
          <p:cNvSpPr txBox="1"/>
          <p:nvPr/>
        </p:nvSpPr>
        <p:spPr>
          <a:xfrm>
            <a:off x="1" y="2591679"/>
            <a:ext cx="4572000" cy="1792798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km¶n²yw 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BIWwþ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\n³\maw 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hmgs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«! </a:t>
            </a:r>
          </a:p>
          <a:p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\n³kvt\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lw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Hmtcms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\©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Iw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fi-FI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Pzen¨p hois«</a:t>
            </a:r>
            <a:endParaRPr lang="en-US" sz="32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96292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Offertory Hymn 33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4DE8CA-B187-EC06-A4FA-4F11CB386D6A}"/>
              </a:ext>
            </a:extLst>
          </p:cNvPr>
          <p:cNvSpPr txBox="1"/>
          <p:nvPr/>
        </p:nvSpPr>
        <p:spPr>
          <a:xfrm>
            <a:off x="0" y="492355"/>
            <a:ext cx="5115524" cy="205946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 rtl="0" fontAlgn="base"/>
            <a:r>
              <a:rPr lang="en-SG" sz="2800" dirty="0" err="1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j</a:t>
            </a:r>
            <a:r>
              <a:rPr lang="en-SG" sz="2800" b="0" i="0" u="none" strike="noStrike" dirty="0" err="1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eevan</a:t>
            </a:r>
            <a:r>
              <a:rPr lang="en-SG" sz="2800" b="0" i="0" u="none" strike="noStrike" dirty="0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 </a:t>
            </a:r>
            <a:r>
              <a:rPr lang="en-SG" sz="2800" b="0" i="0" u="none" strike="noStrike" dirty="0" err="1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nalkeedenham</a:t>
            </a:r>
            <a:endParaRPr lang="en-SG" sz="2800" b="0" i="0" u="none" strike="noStrike" dirty="0">
              <a:solidFill>
                <a:srgbClr val="000000"/>
              </a:solidFill>
              <a:effectLst/>
              <a:highlight>
                <a:srgbClr val="F5F5F5"/>
              </a:highlight>
              <a:latin typeface="Segoe UI" panose="020B0502040204020203" pitchFamily="34" charset="0"/>
            </a:endParaRPr>
          </a:p>
          <a:p>
            <a:pPr algn="l" rtl="0" fontAlgn="base"/>
            <a:r>
              <a:rPr lang="en-SG" sz="2800" dirty="0" err="1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vandikkum</a:t>
            </a:r>
            <a:r>
              <a:rPr lang="en-SG" sz="2800" dirty="0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 </a:t>
            </a:r>
            <a:r>
              <a:rPr lang="en-SG" sz="2800" dirty="0" err="1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nerame</a:t>
            </a:r>
            <a:endParaRPr lang="en-SG" sz="2800" dirty="0">
              <a:solidFill>
                <a:srgbClr val="000000"/>
              </a:solidFill>
              <a:highlight>
                <a:srgbClr val="F5F5F5"/>
              </a:highlight>
              <a:latin typeface="Segoe UI" panose="020B0502040204020203" pitchFamily="34" charset="0"/>
            </a:endParaRPr>
          </a:p>
          <a:p>
            <a:pPr algn="l" rtl="0" fontAlgn="base"/>
            <a:r>
              <a:rPr lang="en-SG" sz="2800" b="0" i="0" dirty="0" err="1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aasheervaadam</a:t>
            </a:r>
            <a:r>
              <a:rPr lang="en-SG" sz="2800" b="0" i="0" dirty="0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 </a:t>
            </a:r>
            <a:r>
              <a:rPr lang="en-SG" sz="2800" b="0" i="0" dirty="0" err="1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nalkeedenham</a:t>
            </a:r>
            <a:endParaRPr lang="en-SG" sz="2800" b="0" i="0" dirty="0">
              <a:solidFill>
                <a:srgbClr val="000000"/>
              </a:solidFill>
              <a:effectLst/>
              <a:highlight>
                <a:srgbClr val="F5F5F5"/>
              </a:highlight>
              <a:latin typeface="Segoe UI" panose="020B0502040204020203" pitchFamily="34" charset="0"/>
            </a:endParaRPr>
          </a:p>
          <a:p>
            <a:pPr algn="l" rtl="0" fontAlgn="base"/>
            <a:r>
              <a:rPr lang="en-SG" sz="2800" dirty="0" err="1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kaarunhya</a:t>
            </a:r>
            <a:r>
              <a:rPr lang="en-SG" sz="2800" dirty="0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 </a:t>
            </a:r>
            <a:r>
              <a:rPr lang="en-SG" sz="2800" dirty="0" err="1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vaaridhe</a:t>
            </a:r>
            <a:endParaRPr lang="en-SG" sz="2800" dirty="0">
              <a:solidFill>
                <a:srgbClr val="000000"/>
              </a:solidFill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E21420-34C8-30C5-50CE-1D01ED744F93}"/>
              </a:ext>
            </a:extLst>
          </p:cNvPr>
          <p:cNvSpPr txBox="1"/>
          <p:nvPr/>
        </p:nvSpPr>
        <p:spPr>
          <a:xfrm>
            <a:off x="7453211" y="4835725"/>
            <a:ext cx="16907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457178">
              <a:defRPr/>
            </a:pPr>
            <a:r>
              <a:rPr lang="en-SG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Offertory: 4 of 8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48E332-DDF4-60DA-31C4-B2218744FD6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4129" y="1935479"/>
            <a:ext cx="2723929" cy="2723929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0BD5696-85A7-DDD4-3D7A-82F0B5AFE44E}"/>
              </a:ext>
            </a:extLst>
          </p:cNvPr>
          <p:cNvSpPr txBox="1">
            <a:spLocks/>
          </p:cNvSpPr>
          <p:nvPr/>
        </p:nvSpPr>
        <p:spPr>
          <a:xfrm>
            <a:off x="6209463" y="1476018"/>
            <a:ext cx="2985576" cy="45946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85766">
              <a:spcBef>
                <a:spcPts val="563"/>
              </a:spcBef>
              <a:buNone/>
              <a:tabLst>
                <a:tab pos="1423880" algn="l"/>
              </a:tabLst>
              <a:defRPr/>
            </a:pPr>
            <a:r>
              <a:rPr lang="en-GB" sz="2400" dirty="0">
                <a:solidFill>
                  <a:prstClr val="black"/>
                </a:solidFill>
                <a:latin typeface="Bahnschrift" panose="020B0502040204020203" pitchFamily="34" charset="0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AE222E-4671-212B-25A7-CE983FDD0D35}"/>
              </a:ext>
            </a:extLst>
          </p:cNvPr>
          <p:cNvSpPr txBox="1"/>
          <p:nvPr/>
        </p:nvSpPr>
        <p:spPr>
          <a:xfrm>
            <a:off x="0" y="2858347"/>
            <a:ext cx="4572000" cy="1792798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Pnh³ \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evIotSWw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h</a:t>
            </a:r>
            <a:r>
              <a:rPr lang="en-US" sz="28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\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v</a:t>
            </a:r>
            <a:r>
              <a:rPr lang="en-US" sz="280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Z</a:t>
            </a:r>
            <a:r>
              <a:rPr lang="pl-PL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n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¡pw t\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cta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BioÀhmZw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\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ÂIotSWwþ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ImcpWyhmcnt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[!</a:t>
            </a:r>
            <a:endParaRPr lang="en-US" sz="36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59534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Offertory Hymn 33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4DE8CA-B187-EC06-A4FA-4F11CB386D6A}"/>
              </a:ext>
            </a:extLst>
          </p:cNvPr>
          <p:cNvSpPr txBox="1"/>
          <p:nvPr/>
        </p:nvSpPr>
        <p:spPr>
          <a:xfrm>
            <a:off x="0" y="492355"/>
            <a:ext cx="5141102" cy="218311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 rtl="0" fontAlgn="base"/>
            <a:r>
              <a:rPr lang="en-US" sz="28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saanniddhyam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aakenham</a:t>
            </a:r>
            <a:endParaRPr lang="en-US" sz="2800" b="0" i="0" u="none" strike="noStrike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en-US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nin</a:t>
            </a:r>
            <a:r>
              <a:rPr lang="en-US" sz="28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vaakyam</a:t>
            </a:r>
            <a:r>
              <a:rPr lang="en-US" sz="28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kelhkkayil</a:t>
            </a:r>
            <a:endParaRPr lang="en-US" sz="2800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pPr algn="l" rtl="0" fontAlgn="base"/>
            <a:r>
              <a:rPr lang="en-US" sz="28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nin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aasheervaadam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nalkenham</a:t>
            </a:r>
            <a:endParaRPr lang="en-US" sz="2800" b="0" i="0" u="none" strike="noStrike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en-US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jeevavishwaasaththil</a:t>
            </a:r>
            <a:endParaRPr lang="en-SG" sz="2800" dirty="0">
              <a:solidFill>
                <a:srgbClr val="000000"/>
              </a:solidFill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E21420-34C8-30C5-50CE-1D01ED744F93}"/>
              </a:ext>
            </a:extLst>
          </p:cNvPr>
          <p:cNvSpPr txBox="1"/>
          <p:nvPr/>
        </p:nvSpPr>
        <p:spPr>
          <a:xfrm>
            <a:off x="7453211" y="4835725"/>
            <a:ext cx="16907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457178">
              <a:defRPr/>
            </a:pPr>
            <a:r>
              <a:rPr lang="en-SG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Offertory: 5 of 8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48E332-DDF4-60DA-31C4-B2218744FD6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4129" y="1935479"/>
            <a:ext cx="2723929" cy="2723929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0BD5696-85A7-DDD4-3D7A-82F0B5AFE44E}"/>
              </a:ext>
            </a:extLst>
          </p:cNvPr>
          <p:cNvSpPr txBox="1">
            <a:spLocks/>
          </p:cNvSpPr>
          <p:nvPr/>
        </p:nvSpPr>
        <p:spPr>
          <a:xfrm>
            <a:off x="6209463" y="1476018"/>
            <a:ext cx="2985576" cy="45946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85766">
              <a:spcBef>
                <a:spcPts val="563"/>
              </a:spcBef>
              <a:buNone/>
              <a:tabLst>
                <a:tab pos="1423880" algn="l"/>
              </a:tabLst>
              <a:defRPr/>
            </a:pPr>
            <a:r>
              <a:rPr lang="en-GB" sz="2400" dirty="0">
                <a:solidFill>
                  <a:prstClr val="black"/>
                </a:solidFill>
                <a:latin typeface="Bahnschrift" panose="020B0502040204020203" pitchFamily="34" charset="0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AE222E-4671-212B-25A7-CE983FDD0D35}"/>
              </a:ext>
            </a:extLst>
          </p:cNvPr>
          <p:cNvSpPr txBox="1"/>
          <p:nvPr/>
        </p:nvSpPr>
        <p:spPr>
          <a:xfrm>
            <a:off x="1" y="2686506"/>
            <a:ext cx="4572000" cy="1792798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km¶n²yw 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BtIWwþ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\n³hmIyw 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tIÄ¡bnÂ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\n³ 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BioÀÆmZw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\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ÂtIWw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Pohhnizmk¯nÂ</a:t>
            </a:r>
            <a:endParaRPr lang="en-US" sz="36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73937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Offertory Hymn 33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4DE8CA-B187-EC06-A4FA-4F11CB386D6A}"/>
              </a:ext>
            </a:extLst>
          </p:cNvPr>
          <p:cNvSpPr txBox="1"/>
          <p:nvPr/>
        </p:nvSpPr>
        <p:spPr>
          <a:xfrm>
            <a:off x="0" y="492355"/>
            <a:ext cx="5115524" cy="205946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 rtl="0" fontAlgn="base"/>
            <a:r>
              <a:rPr lang="en-SG" sz="2800" dirty="0" err="1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j</a:t>
            </a:r>
            <a:r>
              <a:rPr lang="en-SG" sz="2800" b="0" i="0" u="none" strike="noStrike" dirty="0" err="1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eevan</a:t>
            </a:r>
            <a:r>
              <a:rPr lang="en-SG" sz="2800" b="0" i="0" u="none" strike="noStrike" dirty="0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 </a:t>
            </a:r>
            <a:r>
              <a:rPr lang="en-SG" sz="2800" b="0" i="0" u="none" strike="noStrike" dirty="0" err="1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nalkeedenham</a:t>
            </a:r>
            <a:endParaRPr lang="en-SG" sz="2800" b="0" i="0" u="none" strike="noStrike" dirty="0">
              <a:solidFill>
                <a:srgbClr val="000000"/>
              </a:solidFill>
              <a:effectLst/>
              <a:highlight>
                <a:srgbClr val="F5F5F5"/>
              </a:highlight>
              <a:latin typeface="Segoe UI" panose="020B0502040204020203" pitchFamily="34" charset="0"/>
            </a:endParaRPr>
          </a:p>
          <a:p>
            <a:pPr algn="l" rtl="0" fontAlgn="base"/>
            <a:r>
              <a:rPr lang="en-SG" sz="2800" dirty="0" err="1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vandikkum</a:t>
            </a:r>
            <a:r>
              <a:rPr lang="en-SG" sz="2800" dirty="0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 </a:t>
            </a:r>
            <a:r>
              <a:rPr lang="en-SG" sz="2800" dirty="0" err="1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nerame</a:t>
            </a:r>
            <a:endParaRPr lang="en-SG" sz="2800" dirty="0">
              <a:solidFill>
                <a:srgbClr val="000000"/>
              </a:solidFill>
              <a:highlight>
                <a:srgbClr val="F5F5F5"/>
              </a:highlight>
              <a:latin typeface="Segoe UI" panose="020B0502040204020203" pitchFamily="34" charset="0"/>
            </a:endParaRPr>
          </a:p>
          <a:p>
            <a:pPr algn="l" rtl="0" fontAlgn="base"/>
            <a:r>
              <a:rPr lang="en-SG" sz="2800" b="0" i="0" dirty="0" err="1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aasheervaadam</a:t>
            </a:r>
            <a:r>
              <a:rPr lang="en-SG" sz="2800" b="0" i="0" dirty="0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 </a:t>
            </a:r>
            <a:r>
              <a:rPr lang="en-SG" sz="2800" b="0" i="0" dirty="0" err="1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nalkeedenham</a:t>
            </a:r>
            <a:endParaRPr lang="en-SG" sz="2800" b="0" i="0" dirty="0">
              <a:solidFill>
                <a:srgbClr val="000000"/>
              </a:solidFill>
              <a:effectLst/>
              <a:highlight>
                <a:srgbClr val="F5F5F5"/>
              </a:highlight>
              <a:latin typeface="Segoe UI" panose="020B0502040204020203" pitchFamily="34" charset="0"/>
            </a:endParaRPr>
          </a:p>
          <a:p>
            <a:pPr algn="l" rtl="0" fontAlgn="base"/>
            <a:r>
              <a:rPr lang="en-SG" sz="2800" dirty="0" err="1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kaarunhya</a:t>
            </a:r>
            <a:r>
              <a:rPr lang="en-SG" sz="2800" dirty="0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 </a:t>
            </a:r>
            <a:r>
              <a:rPr lang="en-SG" sz="2800" dirty="0" err="1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vaaridhe</a:t>
            </a:r>
            <a:endParaRPr lang="en-SG" sz="2800" dirty="0">
              <a:solidFill>
                <a:srgbClr val="000000"/>
              </a:solidFill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E21420-34C8-30C5-50CE-1D01ED744F93}"/>
              </a:ext>
            </a:extLst>
          </p:cNvPr>
          <p:cNvSpPr txBox="1"/>
          <p:nvPr/>
        </p:nvSpPr>
        <p:spPr>
          <a:xfrm>
            <a:off x="7453211" y="4835725"/>
            <a:ext cx="16907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457178">
              <a:defRPr/>
            </a:pPr>
            <a:r>
              <a:rPr lang="en-SG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Offertory: 6 of 8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48E332-DDF4-60DA-31C4-B2218744FD6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4129" y="1935479"/>
            <a:ext cx="2723929" cy="2723929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0BD5696-85A7-DDD4-3D7A-82F0B5AFE44E}"/>
              </a:ext>
            </a:extLst>
          </p:cNvPr>
          <p:cNvSpPr txBox="1">
            <a:spLocks/>
          </p:cNvSpPr>
          <p:nvPr/>
        </p:nvSpPr>
        <p:spPr>
          <a:xfrm>
            <a:off x="6209463" y="1476018"/>
            <a:ext cx="2985576" cy="45946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85766">
              <a:spcBef>
                <a:spcPts val="563"/>
              </a:spcBef>
              <a:buNone/>
              <a:tabLst>
                <a:tab pos="1423880" algn="l"/>
              </a:tabLst>
              <a:defRPr/>
            </a:pPr>
            <a:r>
              <a:rPr lang="en-GB" sz="2400" dirty="0">
                <a:solidFill>
                  <a:prstClr val="black"/>
                </a:solidFill>
                <a:latin typeface="Bahnschrift" panose="020B0502040204020203" pitchFamily="34" charset="0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AE222E-4671-212B-25A7-CE983FDD0D35}"/>
              </a:ext>
            </a:extLst>
          </p:cNvPr>
          <p:cNvSpPr txBox="1"/>
          <p:nvPr/>
        </p:nvSpPr>
        <p:spPr>
          <a:xfrm>
            <a:off x="0" y="2858347"/>
            <a:ext cx="4572000" cy="1792798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Pnh³ \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evIotSWw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h</a:t>
            </a:r>
            <a:r>
              <a:rPr lang="en-US" sz="28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\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v</a:t>
            </a:r>
            <a:r>
              <a:rPr lang="en-US" sz="280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Z</a:t>
            </a:r>
            <a:r>
              <a:rPr lang="pl-PL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n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¡pw t\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cta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BioÀhmZw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\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ÂIotSWwþ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ImcpWyhmcnt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[!</a:t>
            </a:r>
            <a:endParaRPr lang="en-US" sz="36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5096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Offertory Hymn 33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4DE8CA-B187-EC06-A4FA-4F11CB386D6A}"/>
              </a:ext>
            </a:extLst>
          </p:cNvPr>
          <p:cNvSpPr txBox="1"/>
          <p:nvPr/>
        </p:nvSpPr>
        <p:spPr>
          <a:xfrm>
            <a:off x="0" y="492355"/>
            <a:ext cx="7233920" cy="218311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 rtl="0" fontAlgn="base"/>
            <a:r>
              <a:rPr lang="en-US" sz="28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saanniddhyam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aakenham</a:t>
            </a:r>
            <a:endParaRPr lang="en-US" sz="2800" b="0" i="0" u="none" strike="noStrike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en-US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nin</a:t>
            </a:r>
            <a:r>
              <a:rPr lang="en-US" sz="28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aathma</a:t>
            </a:r>
            <a:r>
              <a:rPr lang="en-US" sz="28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shakthiyum</a:t>
            </a:r>
            <a:endParaRPr lang="en-US" sz="2800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pPr algn="l" rtl="0" fontAlgn="base"/>
            <a:r>
              <a:rPr lang="en-US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mahathwam</a:t>
            </a:r>
            <a:r>
              <a:rPr lang="en-US" sz="28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nintethaakanham</a:t>
            </a:r>
            <a:endParaRPr lang="en-US" sz="2800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pPr algn="l" rtl="0" fontAlgn="base"/>
            <a:r>
              <a:rPr lang="en-US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njangalhkku</a:t>
            </a:r>
            <a:r>
              <a:rPr lang="en-US" sz="28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rakshayum</a:t>
            </a:r>
            <a:endParaRPr lang="en-US" sz="2800" b="0" i="0" u="none" strike="noStrike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E21420-34C8-30C5-50CE-1D01ED744F93}"/>
              </a:ext>
            </a:extLst>
          </p:cNvPr>
          <p:cNvSpPr txBox="1"/>
          <p:nvPr/>
        </p:nvSpPr>
        <p:spPr>
          <a:xfrm>
            <a:off x="7453211" y="4835725"/>
            <a:ext cx="16907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457178">
              <a:defRPr/>
            </a:pPr>
            <a:r>
              <a:rPr lang="en-SG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Offertory: 7 of 8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48E332-DDF4-60DA-31C4-B2218744FD6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4129" y="1935479"/>
            <a:ext cx="2723929" cy="2723929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0BD5696-85A7-DDD4-3D7A-82F0B5AFE44E}"/>
              </a:ext>
            </a:extLst>
          </p:cNvPr>
          <p:cNvSpPr txBox="1">
            <a:spLocks/>
          </p:cNvSpPr>
          <p:nvPr/>
        </p:nvSpPr>
        <p:spPr>
          <a:xfrm>
            <a:off x="6209463" y="1476018"/>
            <a:ext cx="2985576" cy="45946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85766">
              <a:spcBef>
                <a:spcPts val="563"/>
              </a:spcBef>
              <a:buNone/>
              <a:tabLst>
                <a:tab pos="1423880" algn="l"/>
              </a:tabLst>
              <a:defRPr/>
            </a:pPr>
            <a:r>
              <a:rPr lang="en-GB" sz="2400" dirty="0">
                <a:solidFill>
                  <a:prstClr val="black"/>
                </a:solidFill>
                <a:latin typeface="Bahnschrift" panose="020B0502040204020203" pitchFamily="34" charset="0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AE222E-4671-212B-25A7-CE983FDD0D35}"/>
              </a:ext>
            </a:extLst>
          </p:cNvPr>
          <p:cNvSpPr txBox="1"/>
          <p:nvPr/>
        </p:nvSpPr>
        <p:spPr>
          <a:xfrm>
            <a:off x="0" y="2686506"/>
            <a:ext cx="6590453" cy="1792798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km¶n²yw 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BtIWwþ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\n³ 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BßiIvXnbpw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alXzw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\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ntâXmIWw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pt-BR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R§Ä¡p c£bpw </a:t>
            </a:r>
            <a:endParaRPr lang="en-US" sz="36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56939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Offertory Hymn 33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4DE8CA-B187-EC06-A4FA-4F11CB386D6A}"/>
              </a:ext>
            </a:extLst>
          </p:cNvPr>
          <p:cNvSpPr txBox="1"/>
          <p:nvPr/>
        </p:nvSpPr>
        <p:spPr>
          <a:xfrm>
            <a:off x="0" y="492355"/>
            <a:ext cx="5115524" cy="205946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 rtl="0" fontAlgn="base"/>
            <a:r>
              <a:rPr lang="en-SG" sz="2800" dirty="0" err="1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j</a:t>
            </a:r>
            <a:r>
              <a:rPr lang="en-SG" sz="2800" b="0" i="0" u="none" strike="noStrike" dirty="0" err="1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eevan</a:t>
            </a:r>
            <a:r>
              <a:rPr lang="en-SG" sz="2800" b="0" i="0" u="none" strike="noStrike" dirty="0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 </a:t>
            </a:r>
            <a:r>
              <a:rPr lang="en-SG" sz="2800" b="0" i="0" u="none" strike="noStrike" dirty="0" err="1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nalkeedenham</a:t>
            </a:r>
            <a:endParaRPr lang="en-SG" sz="2800" b="0" i="0" u="none" strike="noStrike" dirty="0">
              <a:solidFill>
                <a:srgbClr val="000000"/>
              </a:solidFill>
              <a:effectLst/>
              <a:highlight>
                <a:srgbClr val="F5F5F5"/>
              </a:highlight>
              <a:latin typeface="Segoe UI" panose="020B0502040204020203" pitchFamily="34" charset="0"/>
            </a:endParaRPr>
          </a:p>
          <a:p>
            <a:pPr algn="l" rtl="0" fontAlgn="base"/>
            <a:r>
              <a:rPr lang="en-SG" sz="2800" dirty="0" err="1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vandikkum</a:t>
            </a:r>
            <a:r>
              <a:rPr lang="en-SG" sz="2800" dirty="0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 </a:t>
            </a:r>
            <a:r>
              <a:rPr lang="en-SG" sz="2800" dirty="0" err="1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nerame</a:t>
            </a:r>
            <a:endParaRPr lang="en-SG" sz="2800" dirty="0">
              <a:solidFill>
                <a:srgbClr val="000000"/>
              </a:solidFill>
              <a:highlight>
                <a:srgbClr val="F5F5F5"/>
              </a:highlight>
              <a:latin typeface="Segoe UI" panose="020B0502040204020203" pitchFamily="34" charset="0"/>
            </a:endParaRPr>
          </a:p>
          <a:p>
            <a:pPr algn="l" rtl="0" fontAlgn="base"/>
            <a:r>
              <a:rPr lang="en-SG" sz="2800" b="0" i="0" dirty="0" err="1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aasheervaadam</a:t>
            </a:r>
            <a:r>
              <a:rPr lang="en-SG" sz="2800" b="0" i="0" dirty="0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 </a:t>
            </a:r>
            <a:r>
              <a:rPr lang="en-SG" sz="2800" b="0" i="0" dirty="0" err="1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nalkeedenham</a:t>
            </a:r>
            <a:endParaRPr lang="en-SG" sz="2800" b="0" i="0" dirty="0">
              <a:solidFill>
                <a:srgbClr val="000000"/>
              </a:solidFill>
              <a:effectLst/>
              <a:highlight>
                <a:srgbClr val="F5F5F5"/>
              </a:highlight>
              <a:latin typeface="Segoe UI" panose="020B0502040204020203" pitchFamily="34" charset="0"/>
            </a:endParaRPr>
          </a:p>
          <a:p>
            <a:pPr algn="l" rtl="0" fontAlgn="base"/>
            <a:r>
              <a:rPr lang="en-SG" sz="2800" dirty="0" err="1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kaarunhya</a:t>
            </a:r>
            <a:r>
              <a:rPr lang="en-SG" sz="2800" dirty="0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 </a:t>
            </a:r>
            <a:r>
              <a:rPr lang="en-SG" sz="2800" dirty="0" err="1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vaaridhe</a:t>
            </a:r>
            <a:endParaRPr lang="en-SG" sz="2800" dirty="0">
              <a:solidFill>
                <a:srgbClr val="000000"/>
              </a:solidFill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E21420-34C8-30C5-50CE-1D01ED744F93}"/>
              </a:ext>
            </a:extLst>
          </p:cNvPr>
          <p:cNvSpPr txBox="1"/>
          <p:nvPr/>
        </p:nvSpPr>
        <p:spPr>
          <a:xfrm>
            <a:off x="7453211" y="4835725"/>
            <a:ext cx="16907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457178">
              <a:defRPr/>
            </a:pPr>
            <a:r>
              <a:rPr lang="en-SG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Offertory: 8 of 8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48E332-DDF4-60DA-31C4-B2218744FD6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4129" y="1935479"/>
            <a:ext cx="2723929" cy="2723929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0BD5696-85A7-DDD4-3D7A-82F0B5AFE44E}"/>
              </a:ext>
            </a:extLst>
          </p:cNvPr>
          <p:cNvSpPr txBox="1">
            <a:spLocks/>
          </p:cNvSpPr>
          <p:nvPr/>
        </p:nvSpPr>
        <p:spPr>
          <a:xfrm>
            <a:off x="6209463" y="1476018"/>
            <a:ext cx="2985576" cy="45946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85766">
              <a:spcBef>
                <a:spcPts val="563"/>
              </a:spcBef>
              <a:buNone/>
              <a:tabLst>
                <a:tab pos="1423880" algn="l"/>
              </a:tabLst>
              <a:defRPr/>
            </a:pPr>
            <a:r>
              <a:rPr lang="en-GB" sz="2400" dirty="0">
                <a:solidFill>
                  <a:prstClr val="black"/>
                </a:solidFill>
                <a:latin typeface="Bahnschrift" panose="020B0502040204020203" pitchFamily="34" charset="0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AE222E-4671-212B-25A7-CE983FDD0D35}"/>
              </a:ext>
            </a:extLst>
          </p:cNvPr>
          <p:cNvSpPr txBox="1"/>
          <p:nvPr/>
        </p:nvSpPr>
        <p:spPr>
          <a:xfrm>
            <a:off x="0" y="2858347"/>
            <a:ext cx="4572000" cy="1792798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Pnh³ \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evIotSWw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h</a:t>
            </a:r>
            <a:r>
              <a:rPr lang="en-US" sz="28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\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v</a:t>
            </a:r>
            <a:r>
              <a:rPr lang="en-US" sz="280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Z</a:t>
            </a:r>
            <a:r>
              <a:rPr lang="pl-PL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n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¡pw t\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cta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BioÀhmZw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\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ÂIotSWwþ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ImcpWyhmcnt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[!</a:t>
            </a:r>
            <a:endParaRPr lang="en-US" sz="36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22295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4B59398-515B-40E4-9922-357DB2AB5477}"/>
              </a:ext>
            </a:extLst>
          </p:cNvPr>
          <p:cNvSpPr txBox="1">
            <a:spLocks/>
          </p:cNvSpPr>
          <p:nvPr/>
        </p:nvSpPr>
        <p:spPr>
          <a:xfrm>
            <a:off x="2851266" y="2022258"/>
            <a:ext cx="3441468" cy="1098984"/>
          </a:xfrm>
          <a:prstGeom prst="rect">
            <a:avLst/>
          </a:prstGeom>
          <a:noFill/>
          <a:ln w="19050">
            <a:noFill/>
          </a:ln>
        </p:spPr>
        <p:txBody>
          <a:bodyPr anchor="ctr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tabLst>
                <a:tab pos="1423880" algn="l"/>
              </a:tabLst>
            </a:pP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Offertory</a:t>
            </a:r>
          </a:p>
        </p:txBody>
      </p:sp>
    </p:spTree>
    <p:extLst>
      <p:ext uri="{BB962C8B-B14F-4D97-AF65-F5344CB8AC3E}">
        <p14:creationId xmlns:p14="http://schemas.microsoft.com/office/powerpoint/2010/main" val="40854288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A77E361-0731-5941-80D2-641C47A02C93}"/>
              </a:ext>
            </a:extLst>
          </p:cNvPr>
          <p:cNvSpPr txBox="1">
            <a:spLocks/>
          </p:cNvSpPr>
          <p:nvPr/>
        </p:nvSpPr>
        <p:spPr>
          <a:xfrm>
            <a:off x="2959331" y="2015990"/>
            <a:ext cx="3225337" cy="1111519"/>
          </a:xfrm>
          <a:prstGeom prst="rect">
            <a:avLst/>
          </a:prstGeom>
          <a:noFill/>
          <a:ln w="19050">
            <a:noFill/>
          </a:ln>
        </p:spPr>
        <p:txBody>
          <a:bodyPr anchor="ctr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880" algn="l"/>
              </a:tabLst>
              <a:defRPr/>
            </a:pPr>
            <a:r>
              <a:rPr kumimoji="0" lang="en-US" sz="7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abriola" pitchFamily="82" charset="0"/>
                <a:ea typeface="+mn-ea"/>
                <a:cs typeface="+mn-cs"/>
              </a:rPr>
              <a:t>Message</a:t>
            </a:r>
          </a:p>
        </p:txBody>
      </p:sp>
    </p:spTree>
    <p:extLst>
      <p:ext uri="{BB962C8B-B14F-4D97-AF65-F5344CB8AC3E}">
        <p14:creationId xmlns:p14="http://schemas.microsoft.com/office/powerpoint/2010/main" val="20785101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CFF2E4-6CD7-C54A-96A9-EDD25A5854ED}"/>
              </a:ext>
            </a:extLst>
          </p:cNvPr>
          <p:cNvSpPr txBox="1">
            <a:spLocks/>
          </p:cNvSpPr>
          <p:nvPr/>
        </p:nvSpPr>
        <p:spPr>
          <a:xfrm>
            <a:off x="2959331" y="2057774"/>
            <a:ext cx="3225337" cy="1027952"/>
          </a:xfrm>
          <a:prstGeom prst="rect">
            <a:avLst/>
          </a:prstGeom>
          <a:noFill/>
          <a:ln w="19050">
            <a:noFill/>
          </a:ln>
        </p:spPr>
        <p:txBody>
          <a:bodyPr anchor="ctr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880" algn="l"/>
              </a:tabLst>
              <a:defRPr/>
            </a:pPr>
            <a:r>
              <a:rPr kumimoji="0" lang="en-US" sz="6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briola" pitchFamily="82" charset="0"/>
                <a:ea typeface="+mn-ea"/>
                <a:cs typeface="+mn-cs"/>
              </a:rPr>
              <a:t>Prayer</a:t>
            </a:r>
          </a:p>
        </p:txBody>
      </p:sp>
    </p:spTree>
    <p:extLst>
      <p:ext uri="{BB962C8B-B14F-4D97-AF65-F5344CB8AC3E}">
        <p14:creationId xmlns:p14="http://schemas.microsoft.com/office/powerpoint/2010/main" val="2905557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Confession – 164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4DE8CA-B187-EC06-A4FA-4F11CB386D6A}"/>
              </a:ext>
            </a:extLst>
          </p:cNvPr>
          <p:cNvSpPr txBox="1"/>
          <p:nvPr/>
        </p:nvSpPr>
        <p:spPr>
          <a:xfrm>
            <a:off x="203508" y="824396"/>
            <a:ext cx="8879531" cy="178957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rakshithaavine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kaanhka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paapi</a:t>
            </a:r>
            <a:b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ninte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perkallayo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krooshinmel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 err="1">
                <a:latin typeface="Segoe UI" panose="020B0502040204020203" pitchFamily="34" charset="0"/>
                <a:cs typeface="Segoe UI" panose="020B0502040204020203" pitchFamily="34" charset="0"/>
              </a:rPr>
              <a:t>thoongunnu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 (2)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AE222E-4671-212B-25A7-CE983FDD0D35}"/>
              </a:ext>
            </a:extLst>
          </p:cNvPr>
          <p:cNvSpPr txBox="1"/>
          <p:nvPr/>
        </p:nvSpPr>
        <p:spPr>
          <a:xfrm>
            <a:off x="224719" y="2934359"/>
            <a:ext cx="8734872" cy="1177245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en-US" sz="3600" dirty="0" err="1">
                <a:latin typeface="ML-TTKarthika" panose="04000000000000000000" pitchFamily="82" charset="0"/>
              </a:rPr>
              <a:t>c£nXmhns</a:t>
            </a:r>
            <a:r>
              <a:rPr lang="en-US" sz="3600" dirty="0">
                <a:latin typeface="ML-TTKarthika" panose="04000000000000000000" pitchFamily="82" charset="0"/>
              </a:rPr>
              <a:t>\ </a:t>
            </a:r>
            <a:r>
              <a:rPr lang="en-US" sz="3600" dirty="0" err="1">
                <a:latin typeface="ML-TTKarthika" panose="04000000000000000000" pitchFamily="82" charset="0"/>
              </a:rPr>
              <a:t>Im¬I</a:t>
            </a:r>
            <a:r>
              <a:rPr lang="en-US" sz="3600" dirty="0">
                <a:latin typeface="ML-TTKarthika" panose="04000000000000000000" pitchFamily="82" charset="0"/>
              </a:rPr>
              <a:t> ]m]o </a:t>
            </a:r>
          </a:p>
          <a:p>
            <a:r>
              <a:rPr lang="en-US" sz="3600" dirty="0">
                <a:latin typeface="ML-TTKarthika" panose="04000000000000000000" pitchFamily="82" charset="0"/>
              </a:rPr>
              <a:t>\</a:t>
            </a:r>
            <a:r>
              <a:rPr lang="en-US" sz="3600" dirty="0" err="1">
                <a:latin typeface="ML-TTKarthika" panose="04000000000000000000" pitchFamily="82" charset="0"/>
              </a:rPr>
              <a:t>nsâ</a:t>
            </a:r>
            <a:r>
              <a:rPr lang="en-US" sz="3600" dirty="0">
                <a:latin typeface="ML-TTKarthika" panose="04000000000000000000" pitchFamily="82" charset="0"/>
              </a:rPr>
              <a:t> t]</a:t>
            </a:r>
            <a:r>
              <a:rPr lang="en-US" sz="3600" dirty="0" err="1">
                <a:latin typeface="ML-TTKarthika" panose="04000000000000000000" pitchFamily="82" charset="0"/>
              </a:rPr>
              <a:t>À¡Ãtbm</a:t>
            </a:r>
            <a:r>
              <a:rPr lang="en-US" sz="3600" dirty="0">
                <a:latin typeface="ML-TTKarthika" panose="04000000000000000000" pitchFamily="82" charset="0"/>
              </a:rPr>
              <a:t> {</a:t>
            </a:r>
            <a:r>
              <a:rPr lang="en-US" sz="3600" dirty="0" err="1">
                <a:latin typeface="ML-TTKarthika" panose="04000000000000000000" pitchFamily="82" charset="0"/>
              </a:rPr>
              <a:t>Iqint·Â</a:t>
            </a:r>
            <a:r>
              <a:rPr lang="en-US" sz="3600" dirty="0">
                <a:latin typeface="ML-TTKarthika" panose="04000000000000000000" pitchFamily="82" charset="0"/>
              </a:rPr>
              <a:t> </a:t>
            </a:r>
            <a:r>
              <a:rPr lang="en-US" sz="3600" dirty="0" err="1">
                <a:latin typeface="ML-TTKarthika" panose="04000000000000000000" pitchFamily="82" charset="0"/>
              </a:rPr>
              <a:t>Xq§p¶p</a:t>
            </a:r>
            <a:r>
              <a:rPr lang="en-US" sz="3600" dirty="0">
                <a:latin typeface="ML-TTKarthika" panose="04000000000000000000" pitchFamily="82" charset="0"/>
              </a:rPr>
              <a:t> (2)</a:t>
            </a:r>
            <a:endParaRPr lang="en-US" sz="1000" dirty="0">
              <a:solidFill>
                <a:srgbClr val="C00000"/>
              </a:solidFill>
              <a:latin typeface="ML-TTKarthika" panose="04000000000000000000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06281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60022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Holy Communion – </a:t>
            </a:r>
            <a:r>
              <a:rPr lang="en-US" b="0" i="0" u="none" strike="noStrike" dirty="0">
                <a:effectLst/>
                <a:latin typeface="Segoe UI" panose="020B0502040204020203" pitchFamily="34" charset="0"/>
              </a:rPr>
              <a:t>164</a:t>
            </a:r>
            <a:endParaRPr lang="en-US" dirty="0">
              <a:latin typeface="+mn-lt"/>
            </a:endParaRPr>
          </a:p>
        </p:txBody>
      </p:sp>
      <p:pic>
        <p:nvPicPr>
          <p:cNvPr id="4" name="Picture 3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1AF550E5-F564-47AA-B28E-A13F342C3A5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4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635572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+mn-lt"/>
              </a:rPr>
              <a:t>Holy Communion – </a:t>
            </a:r>
            <a:r>
              <a:rPr lang="en-US" b="0" i="0" u="none" strike="noStrike" dirty="0">
                <a:effectLst/>
                <a:latin typeface="Segoe UI" panose="020B0502040204020203" pitchFamily="34" charset="0"/>
              </a:rPr>
              <a:t>164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27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638D45-CE17-40C1-F11F-770D918C473D}"/>
              </a:ext>
            </a:extLst>
          </p:cNvPr>
          <p:cNvSpPr txBox="1"/>
          <p:nvPr/>
        </p:nvSpPr>
        <p:spPr>
          <a:xfrm>
            <a:off x="6895273" y="4835725"/>
            <a:ext cx="22445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1: 1 of 3</a:t>
            </a:r>
          </a:p>
        </p:txBody>
      </p:sp>
      <p:sp>
        <p:nvSpPr>
          <p:cNvPr id="5" name="TextBox 7">
            <a:extLst>
              <a:ext uri="{FF2B5EF4-FFF2-40B4-BE49-F238E27FC236}">
                <a16:creationId xmlns:a16="http://schemas.microsoft.com/office/drawing/2014/main" id="{98CFC8D0-5A92-4986-0C8E-9F3AABDD7932}"/>
              </a:ext>
            </a:extLst>
          </p:cNvPr>
          <p:cNvSpPr txBox="1"/>
          <p:nvPr/>
        </p:nvSpPr>
        <p:spPr>
          <a:xfrm>
            <a:off x="642526" y="2748069"/>
            <a:ext cx="7858948" cy="213767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 err="1">
                <a:latin typeface="ML-TTKarthika" panose="04000000000000000000" pitchFamily="82" charset="0"/>
              </a:rPr>
              <a:t>c£nXmhns</a:t>
            </a:r>
            <a:r>
              <a:rPr lang="en-US" sz="3200" dirty="0">
                <a:latin typeface="ML-TTKarthika" panose="04000000000000000000" pitchFamily="82" charset="0"/>
              </a:rPr>
              <a:t>\ </a:t>
            </a:r>
            <a:r>
              <a:rPr lang="en-US" sz="3200" dirty="0" err="1">
                <a:latin typeface="ML-TTKarthika" panose="04000000000000000000" pitchFamily="82" charset="0"/>
              </a:rPr>
              <a:t>Im¬I</a:t>
            </a:r>
            <a:r>
              <a:rPr lang="en-US" sz="3200" dirty="0">
                <a:latin typeface="ML-TTKarthika" panose="04000000000000000000" pitchFamily="82" charset="0"/>
              </a:rPr>
              <a:t> ]m]o </a:t>
            </a:r>
          </a:p>
          <a:p>
            <a:r>
              <a:rPr lang="en-US" sz="3200" dirty="0">
                <a:latin typeface="ML-TTKarthika" panose="04000000000000000000" pitchFamily="82" charset="0"/>
              </a:rPr>
              <a:t>\</a:t>
            </a:r>
            <a:r>
              <a:rPr lang="en-US" sz="3200" dirty="0" err="1">
                <a:latin typeface="ML-TTKarthika" panose="04000000000000000000" pitchFamily="82" charset="0"/>
              </a:rPr>
              <a:t>nsâ</a:t>
            </a:r>
            <a:r>
              <a:rPr lang="en-US" sz="3200" dirty="0">
                <a:latin typeface="ML-TTKarthika" panose="04000000000000000000" pitchFamily="82" charset="0"/>
              </a:rPr>
              <a:t> t]</a:t>
            </a:r>
            <a:r>
              <a:rPr lang="en-US" sz="3200" dirty="0" err="1">
                <a:latin typeface="ML-TTKarthika" panose="04000000000000000000" pitchFamily="82" charset="0"/>
              </a:rPr>
              <a:t>À¡Ãtbm</a:t>
            </a:r>
            <a:r>
              <a:rPr lang="en-US" sz="3200" dirty="0">
                <a:latin typeface="ML-TTKarthika" panose="04000000000000000000" pitchFamily="82" charset="0"/>
              </a:rPr>
              <a:t> {</a:t>
            </a:r>
            <a:r>
              <a:rPr lang="en-US" sz="3200" dirty="0" err="1">
                <a:latin typeface="ML-TTKarthika" panose="04000000000000000000" pitchFamily="82" charset="0"/>
              </a:rPr>
              <a:t>Iqint·Â</a:t>
            </a:r>
            <a:r>
              <a:rPr lang="en-US" sz="3200" dirty="0">
                <a:latin typeface="ML-TTKarthika" panose="04000000000000000000" pitchFamily="82" charset="0"/>
              </a:rPr>
              <a:t> </a:t>
            </a:r>
            <a:r>
              <a:rPr lang="en-US" sz="3200" dirty="0" err="1">
                <a:latin typeface="ML-TTKarthika" panose="04000000000000000000" pitchFamily="82" charset="0"/>
              </a:rPr>
              <a:t>Xq§p¶p</a:t>
            </a:r>
            <a:r>
              <a:rPr lang="en-US" sz="3200" dirty="0">
                <a:latin typeface="ML-TTKarthika" panose="04000000000000000000" pitchFamily="82" charset="0"/>
              </a:rPr>
              <a:t> (2) </a:t>
            </a:r>
          </a:p>
          <a:p>
            <a:r>
              <a:rPr lang="en-US" sz="1050" dirty="0">
                <a:latin typeface="ML-TTKarthika" panose="04000000000000000000" pitchFamily="82" charset="0"/>
              </a:rPr>
              <a:t> </a:t>
            </a:r>
          </a:p>
          <a:p>
            <a:r>
              <a:rPr lang="en-US" sz="3200" dirty="0" err="1">
                <a:latin typeface="ML-TTKarthika" panose="04000000000000000000" pitchFamily="82" charset="0"/>
              </a:rPr>
              <a:t>ImÂhdn</a:t>
            </a:r>
            <a:r>
              <a:rPr lang="en-US" sz="3200" dirty="0">
                <a:latin typeface="ML-TTKarthika" panose="04000000000000000000" pitchFamily="82" charset="0"/>
              </a:rPr>
              <a:t> </a:t>
            </a:r>
            <a:r>
              <a:rPr lang="en-US" sz="3200" dirty="0" err="1">
                <a:latin typeface="ML-TTKarthika" panose="04000000000000000000" pitchFamily="82" charset="0"/>
              </a:rPr>
              <a:t>aetaÂ</a:t>
            </a:r>
            <a:r>
              <a:rPr lang="en-US" sz="3200" dirty="0">
                <a:latin typeface="ML-TTKarthika" panose="04000000000000000000" pitchFamily="82" charset="0"/>
              </a:rPr>
              <a:t> t\</a:t>
            </a:r>
            <a:r>
              <a:rPr lang="en-US" sz="3200" dirty="0" err="1">
                <a:latin typeface="ML-TTKarthika" panose="04000000000000000000" pitchFamily="82" charset="0"/>
              </a:rPr>
              <a:t>m¡p</a:t>
            </a:r>
            <a:r>
              <a:rPr lang="en-US" sz="3200" dirty="0">
                <a:latin typeface="ML-TTKarthika" panose="04000000000000000000" pitchFamily="82" charset="0"/>
              </a:rPr>
              <a:t> \o </a:t>
            </a:r>
          </a:p>
          <a:p>
            <a:r>
              <a:rPr lang="en-US" sz="3200" dirty="0" err="1">
                <a:latin typeface="ML-TTKarthika" panose="04000000000000000000" pitchFamily="82" charset="0"/>
              </a:rPr>
              <a:t>ImÂIcw</a:t>
            </a:r>
            <a:r>
              <a:rPr lang="en-US" sz="3200" dirty="0">
                <a:latin typeface="ML-TTKarthika" panose="04000000000000000000" pitchFamily="82" charset="0"/>
              </a:rPr>
              <a:t> </a:t>
            </a:r>
            <a:r>
              <a:rPr lang="en-US" sz="3200" dirty="0" err="1">
                <a:latin typeface="ML-TTKarthika" panose="04000000000000000000" pitchFamily="82" charset="0"/>
              </a:rPr>
              <a:t>tNÀ¶nXm</a:t>
            </a:r>
            <a:r>
              <a:rPr lang="en-US" sz="3200" dirty="0">
                <a:latin typeface="ML-TTKarthika" panose="04000000000000000000" pitchFamily="82" charset="0"/>
              </a:rPr>
              <a:t> </a:t>
            </a:r>
            <a:r>
              <a:rPr lang="en-US" sz="3200" dirty="0" err="1">
                <a:latin typeface="ML-TTKarthika" panose="04000000000000000000" pitchFamily="82" charset="0"/>
              </a:rPr>
              <a:t>BWntaÂ</a:t>
            </a:r>
            <a:r>
              <a:rPr lang="en-US" sz="3200" dirty="0">
                <a:latin typeface="ML-TTKarthika" panose="04000000000000000000" pitchFamily="82" charset="0"/>
              </a:rPr>
              <a:t> </a:t>
            </a:r>
            <a:r>
              <a:rPr lang="en-US" sz="3200" dirty="0" err="1">
                <a:latin typeface="ML-TTKarthika" panose="04000000000000000000" pitchFamily="82" charset="0"/>
              </a:rPr>
              <a:t>Xq§p¶p</a:t>
            </a:r>
            <a:r>
              <a:rPr lang="en-US" sz="3200" dirty="0">
                <a:latin typeface="ML-TTKarthika" panose="04000000000000000000" pitchFamily="82" charset="0"/>
              </a:rPr>
              <a:t> (2) </a:t>
            </a:r>
            <a:endParaRPr lang="en-US" sz="3200" i="1" dirty="0">
              <a:latin typeface="ML-TTKarthika" panose="04000000000000000000" pitchFamily="82" charset="0"/>
              <a:cs typeface="Segoe UI" panose="020B0502040204020203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B5C07C5-478F-8C5E-9799-96B690B3C07D}"/>
              </a:ext>
            </a:extLst>
          </p:cNvPr>
          <p:cNvSpPr/>
          <p:nvPr/>
        </p:nvSpPr>
        <p:spPr>
          <a:xfrm>
            <a:off x="792795" y="573206"/>
            <a:ext cx="7558411" cy="2087656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rakshithaavine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kaanhka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paapi</a:t>
            </a:r>
            <a:b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ninte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perkallayo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krooshinmel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thoongunnu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(2)</a:t>
            </a:r>
          </a:p>
          <a:p>
            <a:pPr lvl="0"/>
            <a:endParaRPr lang="en-SG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/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kaalvarhi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malamel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nokku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nee</a:t>
            </a:r>
            <a:b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kaalkaram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chernnitha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aanhimel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thoongunnu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(2)</a:t>
            </a: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01301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+mn-lt"/>
              </a:rPr>
              <a:t>Holy Communion – </a:t>
            </a:r>
            <a:r>
              <a:rPr lang="en-US" b="0" i="0" u="none" strike="noStrike" dirty="0">
                <a:effectLst/>
                <a:latin typeface="Segoe UI" panose="020B0502040204020203" pitchFamily="34" charset="0"/>
              </a:rPr>
              <a:t>164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28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638D45-CE17-40C1-F11F-770D918C473D}"/>
              </a:ext>
            </a:extLst>
          </p:cNvPr>
          <p:cNvSpPr txBox="1"/>
          <p:nvPr/>
        </p:nvSpPr>
        <p:spPr>
          <a:xfrm>
            <a:off x="6895273" y="4835725"/>
            <a:ext cx="22445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1: 2 of 3</a:t>
            </a:r>
          </a:p>
        </p:txBody>
      </p:sp>
      <p:sp>
        <p:nvSpPr>
          <p:cNvPr id="5" name="TextBox 7">
            <a:extLst>
              <a:ext uri="{FF2B5EF4-FFF2-40B4-BE49-F238E27FC236}">
                <a16:creationId xmlns:a16="http://schemas.microsoft.com/office/drawing/2014/main" id="{98CFC8D0-5A92-4986-0C8E-9F3AABDD7932}"/>
              </a:ext>
            </a:extLst>
          </p:cNvPr>
          <p:cNvSpPr txBox="1"/>
          <p:nvPr/>
        </p:nvSpPr>
        <p:spPr>
          <a:xfrm>
            <a:off x="642526" y="2748069"/>
            <a:ext cx="7858948" cy="213767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latin typeface="ML-TTKarthika" panose="04000000000000000000" pitchFamily="82" charset="0"/>
              </a:rPr>
              <a:t>[</a:t>
            </a:r>
            <a:r>
              <a:rPr lang="en-US" sz="3200" dirty="0" err="1">
                <a:latin typeface="ML-TTKarthika" panose="04000000000000000000" pitchFamily="82" charset="0"/>
              </a:rPr>
              <a:t>ym</a:t>
            </a:r>
            <a:r>
              <a:rPr lang="en-US" sz="3200" dirty="0">
                <a:latin typeface="ML-TTKarthika" panose="04000000000000000000" pitchFamily="82" charset="0"/>
              </a:rPr>
              <a:t>\ ]</a:t>
            </a:r>
            <a:r>
              <a:rPr lang="en-US" sz="3200" dirty="0" err="1">
                <a:latin typeface="ML-TTKarthika" panose="04000000000000000000" pitchFamily="82" charset="0"/>
              </a:rPr>
              <a:t>oTaXnÂ</a:t>
            </a:r>
            <a:r>
              <a:rPr lang="en-US" sz="3200" dirty="0">
                <a:latin typeface="ML-TTKarthika" panose="04000000000000000000" pitchFamily="82" charset="0"/>
              </a:rPr>
              <a:t> </a:t>
            </a:r>
            <a:r>
              <a:rPr lang="en-US" sz="3200" dirty="0" err="1">
                <a:latin typeface="ML-TTKarthika" panose="04000000000000000000" pitchFamily="82" charset="0"/>
              </a:rPr>
              <a:t>Ibdn</a:t>
            </a:r>
            <a:r>
              <a:rPr lang="en-US" sz="3200" dirty="0">
                <a:latin typeface="ML-TTKarthika" panose="04000000000000000000" pitchFamily="82" charset="0"/>
              </a:rPr>
              <a:t> </a:t>
            </a:r>
          </a:p>
          <a:p>
            <a:r>
              <a:rPr lang="en-US" sz="3200" dirty="0" err="1">
                <a:latin typeface="ML-TTKarthika" panose="04000000000000000000" pitchFamily="82" charset="0"/>
              </a:rPr>
              <a:t>DÅnse</a:t>
            </a:r>
            <a:r>
              <a:rPr lang="en-US" sz="3200" dirty="0">
                <a:latin typeface="ML-TTKarthika" panose="04000000000000000000" pitchFamily="82" charset="0"/>
              </a:rPr>
              <a:t> </a:t>
            </a:r>
            <a:r>
              <a:rPr lang="en-US" sz="3200" dirty="0" err="1">
                <a:latin typeface="ML-TTKarthika" panose="04000000000000000000" pitchFamily="82" charset="0"/>
              </a:rPr>
              <a:t>I®pIÄ</a:t>
            </a:r>
            <a:r>
              <a:rPr lang="en-US" sz="3200" dirty="0">
                <a:latin typeface="ML-TTKarthika" panose="04000000000000000000" pitchFamily="82" charset="0"/>
              </a:rPr>
              <a:t> </a:t>
            </a:r>
            <a:r>
              <a:rPr lang="en-US" sz="3200" dirty="0" err="1">
                <a:latin typeface="ML-TTKarthika" panose="04000000000000000000" pitchFamily="82" charset="0"/>
              </a:rPr>
              <a:t>sIm¬Sp</a:t>
            </a:r>
            <a:r>
              <a:rPr lang="en-US" sz="3200" dirty="0">
                <a:latin typeface="ML-TTKarthika" panose="04000000000000000000" pitchFamily="82" charset="0"/>
              </a:rPr>
              <a:t> \o </a:t>
            </a:r>
            <a:r>
              <a:rPr lang="en-US" sz="3200" dirty="0" err="1">
                <a:latin typeface="ML-TTKarthika" panose="04000000000000000000" pitchFamily="82" charset="0"/>
              </a:rPr>
              <a:t>ImWpI</a:t>
            </a:r>
            <a:r>
              <a:rPr lang="en-US" sz="3200" dirty="0">
                <a:latin typeface="ML-TTKarthika" panose="04000000000000000000" pitchFamily="82" charset="0"/>
              </a:rPr>
              <a:t> (2) </a:t>
            </a:r>
          </a:p>
          <a:p>
            <a:r>
              <a:rPr lang="en-US" sz="1050" dirty="0">
                <a:latin typeface="ML-TTKarthika" panose="04000000000000000000" pitchFamily="82" charset="0"/>
              </a:rPr>
              <a:t> </a:t>
            </a:r>
          </a:p>
          <a:p>
            <a:r>
              <a:rPr lang="en-US" sz="3200" dirty="0">
                <a:latin typeface="ML-TTKarthika" panose="04000000000000000000" pitchFamily="82" charset="0"/>
              </a:rPr>
              <a:t>]m]¯</a:t>
            </a:r>
            <a:r>
              <a:rPr lang="en-US" sz="3200" dirty="0" err="1">
                <a:latin typeface="ML-TTKarthika" panose="04000000000000000000" pitchFamily="82" charset="0"/>
              </a:rPr>
              <a:t>nÂ</a:t>
            </a:r>
            <a:r>
              <a:rPr lang="en-US" sz="3200" dirty="0">
                <a:latin typeface="ML-TTKarthika" panose="04000000000000000000" pitchFamily="82" charset="0"/>
              </a:rPr>
              <a:t> </a:t>
            </a:r>
            <a:r>
              <a:rPr lang="en-US" sz="3200" dirty="0" err="1">
                <a:latin typeface="ML-TTKarthika" panose="04000000000000000000" pitchFamily="82" charset="0"/>
              </a:rPr>
              <a:t>Pohn¡p¶ht</a:t>
            </a:r>
            <a:r>
              <a:rPr lang="en-US" sz="3200" dirty="0">
                <a:latin typeface="ML-TTKarthika" panose="04000000000000000000" pitchFamily="82" charset="0"/>
              </a:rPr>
              <a:t>\ </a:t>
            </a:r>
          </a:p>
          <a:p>
            <a:r>
              <a:rPr lang="en-US" sz="3200" dirty="0">
                <a:latin typeface="ML-TTKarthika" panose="04000000000000000000" pitchFamily="82" charset="0"/>
              </a:rPr>
              <a:t>\</a:t>
            </a:r>
            <a:r>
              <a:rPr lang="en-US" sz="3200" dirty="0" err="1">
                <a:latin typeface="ML-TTKarthika" panose="04000000000000000000" pitchFamily="82" charset="0"/>
              </a:rPr>
              <a:t>nsâ</a:t>
            </a:r>
            <a:r>
              <a:rPr lang="en-US" sz="3200" dirty="0">
                <a:latin typeface="ML-TTKarthika" panose="04000000000000000000" pitchFamily="82" charset="0"/>
              </a:rPr>
              <a:t> t]</a:t>
            </a:r>
            <a:r>
              <a:rPr lang="en-US" sz="3200" dirty="0" err="1">
                <a:latin typeface="ML-TTKarthika" panose="04000000000000000000" pitchFamily="82" charset="0"/>
              </a:rPr>
              <a:t>À¡Ãtbm</a:t>
            </a:r>
            <a:r>
              <a:rPr lang="en-US" sz="3200" dirty="0">
                <a:latin typeface="ML-TTKarthika" panose="04000000000000000000" pitchFamily="82" charset="0"/>
              </a:rPr>
              <a:t> </a:t>
            </a:r>
            <a:r>
              <a:rPr lang="en-US" sz="3200" dirty="0" err="1">
                <a:latin typeface="ML-TTKarthika" panose="04000000000000000000" pitchFamily="82" charset="0"/>
              </a:rPr>
              <a:t>Xq§p¶o</a:t>
            </a:r>
            <a:r>
              <a:rPr lang="en-US" sz="3200" dirty="0">
                <a:latin typeface="ML-TTKarthika" panose="04000000000000000000" pitchFamily="82" charset="0"/>
              </a:rPr>
              <a:t> c£I³ (2) </a:t>
            </a:r>
            <a:endParaRPr lang="en-US" sz="3200" i="1" dirty="0">
              <a:latin typeface="ML-TTKarthika" panose="04000000000000000000" pitchFamily="82" charset="0"/>
              <a:cs typeface="Segoe UI" panose="020B0502040204020203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B5C07C5-478F-8C5E-9799-96B690B3C07D}"/>
              </a:ext>
            </a:extLst>
          </p:cNvPr>
          <p:cNvSpPr/>
          <p:nvPr/>
        </p:nvSpPr>
        <p:spPr>
          <a:xfrm>
            <a:off x="792795" y="573206"/>
            <a:ext cx="7558411" cy="2087656"/>
          </a:xfrm>
          <a:prstGeom prst="rect">
            <a:avLst/>
          </a:prstGeom>
          <a:noFill/>
        </p:spPr>
        <p:txBody>
          <a:bodyPr wrap="square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dhyaana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peetthhamathil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kayarhi</a:t>
            </a:r>
            <a:b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ullhile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kannhukalh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konhdu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nee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kaanhuka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(2)</a:t>
            </a:r>
          </a:p>
          <a:p>
            <a:pPr lvl="0"/>
            <a:endParaRPr lang="en-SG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/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paapaththil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jeevikkunnavane</a:t>
            </a:r>
            <a:b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ninte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perkkallayo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thoongunnee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rakshakan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(2)</a:t>
            </a: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12235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+mn-lt"/>
              </a:rPr>
              <a:t>Holy Communion – </a:t>
            </a:r>
            <a:r>
              <a:rPr lang="en-US" b="0" i="0" u="none" strike="noStrike" dirty="0">
                <a:effectLst/>
                <a:latin typeface="Segoe UI" panose="020B0502040204020203" pitchFamily="34" charset="0"/>
              </a:rPr>
              <a:t>164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29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638D45-CE17-40C1-F11F-770D918C473D}"/>
              </a:ext>
            </a:extLst>
          </p:cNvPr>
          <p:cNvSpPr txBox="1"/>
          <p:nvPr/>
        </p:nvSpPr>
        <p:spPr>
          <a:xfrm>
            <a:off x="6895273" y="4835725"/>
            <a:ext cx="22445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1: 3 of 3</a:t>
            </a:r>
          </a:p>
        </p:txBody>
      </p:sp>
      <p:sp>
        <p:nvSpPr>
          <p:cNvPr id="5" name="TextBox 7">
            <a:extLst>
              <a:ext uri="{FF2B5EF4-FFF2-40B4-BE49-F238E27FC236}">
                <a16:creationId xmlns:a16="http://schemas.microsoft.com/office/drawing/2014/main" id="{98CFC8D0-5A92-4986-0C8E-9F3AABDD7932}"/>
              </a:ext>
            </a:extLst>
          </p:cNvPr>
          <p:cNvSpPr txBox="1"/>
          <p:nvPr/>
        </p:nvSpPr>
        <p:spPr>
          <a:xfrm>
            <a:off x="642526" y="2748069"/>
            <a:ext cx="7858948" cy="213767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 err="1">
                <a:latin typeface="ML-TTKarthika" panose="04000000000000000000" pitchFamily="82" charset="0"/>
              </a:rPr>
              <a:t>XÅpI</a:t>
            </a:r>
            <a:r>
              <a:rPr lang="en-US" sz="3200" dirty="0">
                <a:latin typeface="ML-TTKarthika" panose="04000000000000000000" pitchFamily="82" charset="0"/>
              </a:rPr>
              <a:t> \</a:t>
            </a:r>
            <a:r>
              <a:rPr lang="en-US" sz="3200" dirty="0" err="1">
                <a:latin typeface="ML-TTKarthika" panose="04000000000000000000" pitchFamily="82" charset="0"/>
              </a:rPr>
              <a:t>nsâ</a:t>
            </a:r>
            <a:r>
              <a:rPr lang="en-US" sz="3200" dirty="0">
                <a:latin typeface="ML-TTKarthika" panose="04000000000000000000" pitchFamily="82" charset="0"/>
              </a:rPr>
              <a:t> ]m]</a:t>
            </a:r>
            <a:r>
              <a:rPr lang="en-US" sz="3200" dirty="0" err="1">
                <a:latin typeface="ML-TTKarthika" panose="04000000000000000000" pitchFamily="82" charset="0"/>
              </a:rPr>
              <a:t>saÃmw</a:t>
            </a:r>
            <a:r>
              <a:rPr lang="en-US" sz="3200" dirty="0">
                <a:latin typeface="ML-TTKarthika" panose="04000000000000000000" pitchFamily="82" charset="0"/>
              </a:rPr>
              <a:t> </a:t>
            </a:r>
          </a:p>
          <a:p>
            <a:r>
              <a:rPr lang="en-US" sz="3200" dirty="0" err="1">
                <a:latin typeface="ML-TTKarthika" panose="04000000000000000000" pitchFamily="82" charset="0"/>
              </a:rPr>
              <a:t>IÅtaXpw</a:t>
            </a:r>
            <a:r>
              <a:rPr lang="en-US" sz="3200" dirty="0">
                <a:latin typeface="ML-TTKarthika" panose="04000000000000000000" pitchFamily="82" charset="0"/>
              </a:rPr>
              <a:t> \n\</a:t>
            </a:r>
            <a:r>
              <a:rPr lang="en-US" sz="3200" dirty="0" err="1">
                <a:latin typeface="ML-TTKarthika" panose="04000000000000000000" pitchFamily="82" charset="0"/>
              </a:rPr>
              <a:t>bvt</a:t>
            </a:r>
            <a:r>
              <a:rPr lang="en-US" sz="3200" dirty="0">
                <a:latin typeface="ML-TTKarthika" panose="04000000000000000000" pitchFamily="82" charset="0"/>
              </a:rPr>
              <a:t>¡¬</a:t>
            </a:r>
            <a:r>
              <a:rPr lang="en-US" sz="3200" dirty="0" err="1">
                <a:latin typeface="ML-TTKarthika" panose="04000000000000000000" pitchFamily="82" charset="0"/>
              </a:rPr>
              <a:t>Sm</a:t>
            </a:r>
            <a:r>
              <a:rPr lang="en-US" sz="3200" dirty="0">
                <a:latin typeface="ML-TTKarthika" panose="04000000000000000000" pitchFamily="82" charset="0"/>
              </a:rPr>
              <a:t> \</a:t>
            </a:r>
            <a:r>
              <a:rPr lang="en-US" sz="3200" dirty="0" err="1">
                <a:latin typeface="ML-TTKarthika" panose="04000000000000000000" pitchFamily="82" charset="0"/>
              </a:rPr>
              <a:t>n¶pÅnÂ</a:t>
            </a:r>
            <a:r>
              <a:rPr lang="en-US" sz="3200" dirty="0">
                <a:latin typeface="ML-TTKarthika" panose="04000000000000000000" pitchFamily="82" charset="0"/>
              </a:rPr>
              <a:t> \o (2) </a:t>
            </a:r>
          </a:p>
          <a:p>
            <a:r>
              <a:rPr lang="en-US" sz="1050" dirty="0">
                <a:latin typeface="ML-TTKarthika" panose="04000000000000000000" pitchFamily="82" charset="0"/>
              </a:rPr>
              <a:t> </a:t>
            </a:r>
          </a:p>
          <a:p>
            <a:r>
              <a:rPr lang="en-US" sz="3200" dirty="0" err="1">
                <a:latin typeface="ML-TTKarthika" panose="04000000000000000000" pitchFamily="82" charset="0"/>
              </a:rPr>
              <a:t>DÅw</a:t>
            </a:r>
            <a:r>
              <a:rPr lang="en-US" sz="3200" dirty="0">
                <a:latin typeface="ML-TTKarthika" panose="04000000000000000000" pitchFamily="82" charset="0"/>
              </a:rPr>
              <a:t> \o apgph³ </a:t>
            </a:r>
            <a:r>
              <a:rPr lang="en-US" sz="3200" dirty="0" err="1">
                <a:latin typeface="ML-TTKarthika" panose="04000000000000000000" pitchFamily="82" charset="0"/>
              </a:rPr>
              <a:t>Xpd¶p</a:t>
            </a:r>
            <a:r>
              <a:rPr lang="en-US" sz="3200" dirty="0">
                <a:latin typeface="ML-TTKarthika" panose="04000000000000000000" pitchFamily="82" charset="0"/>
              </a:rPr>
              <a:t> </a:t>
            </a:r>
          </a:p>
          <a:p>
            <a:r>
              <a:rPr lang="en-US" sz="3200" dirty="0">
                <a:latin typeface="ML-TTKarthika" panose="04000000000000000000" pitchFamily="82" charset="0"/>
              </a:rPr>
              <a:t>XÅbmtaiphn³ </a:t>
            </a:r>
            <a:r>
              <a:rPr lang="en-US" sz="3200" dirty="0" err="1">
                <a:latin typeface="ML-TTKarthika" panose="04000000000000000000" pitchFamily="82" charset="0"/>
              </a:rPr>
              <a:t>ssIbnteev</a:t>
            </a:r>
            <a:r>
              <a:rPr lang="en-US" sz="3200" dirty="0">
                <a:latin typeface="ML-TTKarthika" panose="04000000000000000000" pitchFamily="82" charset="0"/>
              </a:rPr>
              <a:t>]n¡ \o (2) </a:t>
            </a:r>
            <a:endParaRPr lang="en-US" sz="3200" i="1" dirty="0">
              <a:latin typeface="ML-TTKarthika" panose="04000000000000000000" pitchFamily="82" charset="0"/>
              <a:cs typeface="Segoe UI" panose="020B0502040204020203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B5C07C5-478F-8C5E-9799-96B690B3C07D}"/>
              </a:ext>
            </a:extLst>
          </p:cNvPr>
          <p:cNvSpPr/>
          <p:nvPr/>
        </p:nvSpPr>
        <p:spPr>
          <a:xfrm>
            <a:off x="792795" y="573206"/>
            <a:ext cx="7558411" cy="2087656"/>
          </a:xfrm>
          <a:prstGeom prst="rect">
            <a:avLst/>
          </a:prstGeom>
          <a:noFill/>
        </p:spPr>
        <p:txBody>
          <a:bodyPr wrap="square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thallhuka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ninte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paapamellaam</a:t>
            </a:r>
            <a:b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kallhamethum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ninaykkenhda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ninnullhil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nee (2)</a:t>
            </a:r>
          </a:p>
          <a:p>
            <a:pPr lvl="0"/>
            <a:endParaRPr lang="en-SG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ullham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nee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muzhuvan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thurhannu</a:t>
            </a:r>
            <a:b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thallhayaam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yeshuvin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kaiyil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elppikka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nee (2)</a:t>
            </a: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58120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Holy Communion – </a:t>
            </a:r>
            <a:r>
              <a:rPr lang="en-US" dirty="0" err="1">
                <a:latin typeface="+mn-lt"/>
              </a:rPr>
              <a:t>en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yeshu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allaathillenikku</a:t>
            </a:r>
            <a:endParaRPr lang="en-US" dirty="0">
              <a:latin typeface="+mn-lt"/>
            </a:endParaRPr>
          </a:p>
        </p:txBody>
      </p:sp>
      <p:pic>
        <p:nvPicPr>
          <p:cNvPr id="4" name="Picture 3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1AF550E5-F564-47AA-B28E-A13F342C3A5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4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5665293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Communion: </a:t>
            </a:r>
            <a:r>
              <a:rPr lang="en-SG" dirty="0" err="1">
                <a:latin typeface="Segoe UI" panose="020B0502040204020203" pitchFamily="34" charset="0"/>
                <a:cs typeface="Segoe UI" panose="020B0502040204020203" pitchFamily="34" charset="0"/>
              </a:rPr>
              <a:t>en</a:t>
            </a:r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dirty="0" err="1">
                <a:latin typeface="Segoe UI" panose="020B0502040204020203" pitchFamily="34" charset="0"/>
                <a:cs typeface="Segoe UI" panose="020B0502040204020203" pitchFamily="34" charset="0"/>
              </a:rPr>
              <a:t>yeshu</a:t>
            </a:r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dirty="0" err="1">
                <a:latin typeface="Segoe UI" panose="020B0502040204020203" pitchFamily="34" charset="0"/>
                <a:cs typeface="Segoe UI" panose="020B0502040204020203" pitchFamily="34" charset="0"/>
              </a:rPr>
              <a:t>allaathillenikku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31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638D45-CE17-40C1-F11F-770D918C473D}"/>
              </a:ext>
            </a:extLst>
          </p:cNvPr>
          <p:cNvSpPr txBox="1"/>
          <p:nvPr/>
        </p:nvSpPr>
        <p:spPr>
          <a:xfrm>
            <a:off x="7073153" y="4835723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2: 1 of 3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11E9448-57F3-BEE2-3014-88DC125C3AF6}"/>
              </a:ext>
            </a:extLst>
          </p:cNvPr>
          <p:cNvSpPr/>
          <p:nvPr/>
        </p:nvSpPr>
        <p:spPr>
          <a:xfrm>
            <a:off x="610666" y="2571750"/>
            <a:ext cx="7922668" cy="18876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</a:pPr>
            <a:r>
              <a:rPr lang="ml-IN" sz="2000" dirty="0">
                <a:latin typeface="ML-TTKarthika" panose="04000000000000000000" pitchFamily="82" charset="0"/>
              </a:rPr>
              <a:t>എൻ യേശു അല്ലാതില്ലെനിക്കൊരാശ്രയം ഭൂവിൽ </a:t>
            </a:r>
          </a:p>
          <a:p>
            <a:pPr>
              <a:lnSpc>
                <a:spcPts val="2800"/>
              </a:lnSpc>
            </a:pPr>
            <a:r>
              <a:rPr lang="ml-IN" sz="2000" dirty="0">
                <a:latin typeface="ML-TTKarthika" panose="04000000000000000000" pitchFamily="82" charset="0"/>
              </a:rPr>
              <a:t>നിൻ മാർവിലല്ലാതില്ലെനിക്കു വിശ്രമം വേറെ </a:t>
            </a:r>
          </a:p>
          <a:p>
            <a:pPr>
              <a:lnSpc>
                <a:spcPts val="2800"/>
              </a:lnSpc>
            </a:pPr>
            <a:r>
              <a:rPr lang="ml-IN" sz="2000" dirty="0">
                <a:latin typeface="ML-TTKarthika" panose="04000000000000000000" pitchFamily="82" charset="0"/>
              </a:rPr>
              <a:t>ഈ പാരിലും പരത്തിലും നിസ്തുല്യൻ എൻ പ്രിയൻ </a:t>
            </a:r>
          </a:p>
          <a:p>
            <a:pPr>
              <a:lnSpc>
                <a:spcPts val="2800"/>
              </a:lnSpc>
            </a:pPr>
            <a:r>
              <a:rPr lang="ml-IN" sz="2000" dirty="0">
                <a:latin typeface="ML-TTKarthika" panose="04000000000000000000" pitchFamily="82" charset="0"/>
              </a:rPr>
              <a:t>എൻ രക്ഷകാ എൻ ദൈവമേ</a:t>
            </a:r>
            <a:r>
              <a:rPr lang="en-US" sz="2000" dirty="0">
                <a:latin typeface="ML-TTKarthika" panose="04000000000000000000" pitchFamily="82" charset="0"/>
              </a:rPr>
              <a:t> </a:t>
            </a:r>
            <a:r>
              <a:rPr lang="ml-IN" sz="2000" dirty="0">
                <a:latin typeface="ML-TTKarthika" panose="04000000000000000000" pitchFamily="82" charset="0"/>
              </a:rPr>
              <a:t>നീ അല്ലാതില്ലാരും </a:t>
            </a:r>
          </a:p>
          <a:p>
            <a:pPr>
              <a:lnSpc>
                <a:spcPts val="2800"/>
              </a:lnSpc>
            </a:pPr>
            <a:r>
              <a:rPr lang="ml-IN" sz="2000" dirty="0">
                <a:latin typeface="ML-TTKarthika" panose="04000000000000000000" pitchFamily="82" charset="0"/>
              </a:rPr>
              <a:t>എൻ യേശു മാത്രം മതി എനിക്കേതു നേരത്തും </a:t>
            </a:r>
            <a:endParaRPr lang="pt-BR" sz="2000" dirty="0">
              <a:latin typeface="ML-TTKarthika" panose="04000000000000000000" pitchFamily="82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A9E4F5E-F433-A77D-054E-01E586305C40}"/>
              </a:ext>
            </a:extLst>
          </p:cNvPr>
          <p:cNvSpPr txBox="1">
            <a:spLocks/>
          </p:cNvSpPr>
          <p:nvPr/>
        </p:nvSpPr>
        <p:spPr>
          <a:xfrm>
            <a:off x="1158541" y="485999"/>
            <a:ext cx="6826918" cy="208575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en</a:t>
            </a:r>
            <a:r>
              <a:rPr lang="en-SG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yeshu</a:t>
            </a:r>
            <a:r>
              <a:rPr lang="en-SG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allaath-illenikk-oraashrayam</a:t>
            </a:r>
            <a:r>
              <a:rPr lang="en-SG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bhoovil</a:t>
            </a:r>
            <a:endParaRPr lang="en-SG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nin</a:t>
            </a:r>
            <a:r>
              <a:rPr lang="en-SG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maarwilallaath-illenikku</a:t>
            </a:r>
            <a:r>
              <a:rPr lang="en-SG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vishramam</a:t>
            </a:r>
            <a:r>
              <a:rPr lang="en-SG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verhe</a:t>
            </a:r>
            <a:endParaRPr lang="en-SG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ee</a:t>
            </a:r>
            <a:r>
              <a:rPr lang="en-SG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paarilum</a:t>
            </a:r>
            <a:r>
              <a:rPr lang="en-SG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paraththilum</a:t>
            </a:r>
            <a:r>
              <a:rPr lang="en-SG" sz="24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nisthulyan</a:t>
            </a:r>
            <a:r>
              <a:rPr lang="en-SG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en</a:t>
            </a:r>
            <a:r>
              <a:rPr lang="en-SG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priyan</a:t>
            </a:r>
            <a:endParaRPr lang="en-SG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en</a:t>
            </a:r>
            <a:r>
              <a:rPr lang="en-SG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rakshakaa</a:t>
            </a:r>
            <a:r>
              <a:rPr lang="en-SG" sz="24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en</a:t>
            </a:r>
            <a:r>
              <a:rPr lang="en-SG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daivame</a:t>
            </a:r>
            <a:r>
              <a:rPr lang="en-SG" sz="2400" dirty="0">
                <a:latin typeface="Segoe UI" panose="020B0502040204020203" pitchFamily="34" charset="0"/>
                <a:cs typeface="Segoe UI" panose="020B0502040204020203" pitchFamily="34" charset="0"/>
              </a:rPr>
              <a:t> nee </a:t>
            </a:r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allaathillaarum</a:t>
            </a:r>
            <a:endParaRPr lang="en-SG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en</a:t>
            </a:r>
            <a:r>
              <a:rPr lang="en-SG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yeshu</a:t>
            </a:r>
            <a:r>
              <a:rPr lang="en-SG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maathram</a:t>
            </a:r>
            <a:r>
              <a:rPr lang="en-SG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mathi</a:t>
            </a:r>
            <a:r>
              <a:rPr lang="en-SG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enikkethu</a:t>
            </a:r>
            <a:r>
              <a:rPr lang="en-SG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neraththum</a:t>
            </a:r>
            <a:endParaRPr lang="en-SG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018484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Communion: </a:t>
            </a:r>
            <a:r>
              <a:rPr lang="en-SG" dirty="0" err="1">
                <a:latin typeface="Segoe UI" panose="020B0502040204020203" pitchFamily="34" charset="0"/>
                <a:cs typeface="Segoe UI" panose="020B0502040204020203" pitchFamily="34" charset="0"/>
              </a:rPr>
              <a:t>en</a:t>
            </a:r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dirty="0" err="1">
                <a:latin typeface="Segoe UI" panose="020B0502040204020203" pitchFamily="34" charset="0"/>
                <a:cs typeface="Segoe UI" panose="020B0502040204020203" pitchFamily="34" charset="0"/>
              </a:rPr>
              <a:t>yeshu</a:t>
            </a:r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dirty="0" err="1">
                <a:latin typeface="Segoe UI" panose="020B0502040204020203" pitchFamily="34" charset="0"/>
                <a:cs typeface="Segoe UI" panose="020B0502040204020203" pitchFamily="34" charset="0"/>
              </a:rPr>
              <a:t>allaathillenikku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32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11E9448-57F3-BEE2-3014-88DC125C3AF6}"/>
              </a:ext>
            </a:extLst>
          </p:cNvPr>
          <p:cNvSpPr/>
          <p:nvPr/>
        </p:nvSpPr>
        <p:spPr>
          <a:xfrm>
            <a:off x="319720" y="2571750"/>
            <a:ext cx="8504560" cy="18876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</a:pPr>
            <a:r>
              <a:rPr lang="ml-IN" sz="2000" dirty="0">
                <a:latin typeface="ML-TTKarthika" panose="04000000000000000000" pitchFamily="82" charset="0"/>
              </a:rPr>
              <a:t>വൻ ഭാരങ്ങൾ പ്രയാസങ്ങൾ നേരിടും നേരത്തും </a:t>
            </a:r>
          </a:p>
          <a:p>
            <a:pPr>
              <a:lnSpc>
                <a:spcPts val="2800"/>
              </a:lnSpc>
            </a:pPr>
            <a:r>
              <a:rPr lang="ml-IN" sz="2000" dirty="0">
                <a:latin typeface="ML-TTKarthika" panose="04000000000000000000" pitchFamily="82" charset="0"/>
              </a:rPr>
              <a:t>എൻ ചാരവേ ഞാൻ കാണുന്നുണ്ടെൻ സ്നേഹ സഖിയായ് </a:t>
            </a:r>
          </a:p>
          <a:p>
            <a:pPr>
              <a:lnSpc>
                <a:spcPts val="2800"/>
              </a:lnSpc>
            </a:pPr>
            <a:r>
              <a:rPr lang="ml-IN" sz="2000" dirty="0">
                <a:latin typeface="ML-TTKarthika" panose="04000000000000000000" pitchFamily="82" charset="0"/>
              </a:rPr>
              <a:t>ഈ ലോക സഖികളെല്ലാരും മാറി പോയാലും </a:t>
            </a:r>
          </a:p>
          <a:p>
            <a:pPr>
              <a:lnSpc>
                <a:spcPts val="2800"/>
              </a:lnSpc>
            </a:pPr>
            <a:r>
              <a:rPr lang="ml-IN" sz="2000" dirty="0">
                <a:latin typeface="ML-TTKarthika" panose="04000000000000000000" pitchFamily="82" charset="0"/>
              </a:rPr>
              <a:t>എൻ രക്ഷകാ എൻ ദൈവമേ നീ അല്ലാതില്ലാരും </a:t>
            </a:r>
          </a:p>
          <a:p>
            <a:pPr>
              <a:lnSpc>
                <a:spcPts val="2800"/>
              </a:lnSpc>
            </a:pPr>
            <a:r>
              <a:rPr lang="ml-IN" sz="2000" dirty="0">
                <a:latin typeface="ML-TTKarthika" panose="04000000000000000000" pitchFamily="82" charset="0"/>
              </a:rPr>
              <a:t>എൻ യേശു മാത്രം മതി എനിക്കേതു നേരത്തും</a:t>
            </a:r>
            <a:endParaRPr lang="pt-BR" sz="2000" dirty="0">
              <a:latin typeface="ML-TTKarthika" panose="04000000000000000000" pitchFamily="82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A9E4F5E-F433-A77D-054E-01E586305C40}"/>
              </a:ext>
            </a:extLst>
          </p:cNvPr>
          <p:cNvSpPr txBox="1">
            <a:spLocks/>
          </p:cNvSpPr>
          <p:nvPr/>
        </p:nvSpPr>
        <p:spPr>
          <a:xfrm>
            <a:off x="892597" y="485999"/>
            <a:ext cx="7358807" cy="208575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SG" sz="2400" dirty="0">
                <a:latin typeface="Segoe UI" panose="020B0502040204020203" pitchFamily="34" charset="0"/>
                <a:cs typeface="Segoe UI" panose="020B0502040204020203" pitchFamily="34" charset="0"/>
              </a:rPr>
              <a:t>van </a:t>
            </a:r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bhaarangalh</a:t>
            </a:r>
            <a:r>
              <a:rPr lang="en-SG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prayaasangalh</a:t>
            </a:r>
            <a:r>
              <a:rPr lang="en-SG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neridum</a:t>
            </a:r>
            <a:r>
              <a:rPr lang="en-SG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neraththum</a:t>
            </a:r>
            <a:endParaRPr lang="en-SG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en</a:t>
            </a:r>
            <a:r>
              <a:rPr lang="en-SG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chaarave</a:t>
            </a:r>
            <a:r>
              <a:rPr lang="en-SG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njaan</a:t>
            </a:r>
            <a:r>
              <a:rPr lang="en-SG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kaanhunnunden</a:t>
            </a:r>
            <a:r>
              <a:rPr lang="en-SG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sneha</a:t>
            </a:r>
            <a:r>
              <a:rPr lang="en-SG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sakhiyaay</a:t>
            </a:r>
            <a:endParaRPr lang="en-SG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ee</a:t>
            </a:r>
            <a:r>
              <a:rPr lang="en-SG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loka</a:t>
            </a:r>
            <a:r>
              <a:rPr lang="en-SG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sakhikalhellaarum</a:t>
            </a:r>
            <a:r>
              <a:rPr lang="en-SG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maarhi</a:t>
            </a:r>
            <a:r>
              <a:rPr lang="en-SG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poyaalum</a:t>
            </a:r>
            <a:endParaRPr lang="en-SG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en</a:t>
            </a:r>
            <a:r>
              <a:rPr lang="en-SG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rakshakaa</a:t>
            </a:r>
            <a:r>
              <a:rPr lang="en-SG" sz="24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en</a:t>
            </a:r>
            <a:r>
              <a:rPr lang="en-SG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daivame</a:t>
            </a:r>
            <a:r>
              <a:rPr lang="en-SG" sz="2400" dirty="0">
                <a:latin typeface="Segoe UI" panose="020B0502040204020203" pitchFamily="34" charset="0"/>
                <a:cs typeface="Segoe UI" panose="020B0502040204020203" pitchFamily="34" charset="0"/>
              </a:rPr>
              <a:t> nee </a:t>
            </a:r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allaathillaarum</a:t>
            </a:r>
            <a:endParaRPr lang="en-SG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en</a:t>
            </a:r>
            <a:r>
              <a:rPr lang="en-SG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yeshu</a:t>
            </a:r>
            <a:r>
              <a:rPr lang="en-SG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maathram</a:t>
            </a:r>
            <a:r>
              <a:rPr lang="en-SG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mathi</a:t>
            </a:r>
            <a:r>
              <a:rPr lang="en-SG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enikkethu</a:t>
            </a:r>
            <a:r>
              <a:rPr lang="en-SG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neraththum</a:t>
            </a:r>
            <a:endParaRPr lang="en-SG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3EEB62-B8CE-A5C9-E710-8DD790CB9D08}"/>
              </a:ext>
            </a:extLst>
          </p:cNvPr>
          <p:cNvSpPr txBox="1"/>
          <p:nvPr/>
        </p:nvSpPr>
        <p:spPr>
          <a:xfrm>
            <a:off x="7073153" y="4835723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2: 2 of 3 </a:t>
            </a:r>
          </a:p>
        </p:txBody>
      </p:sp>
    </p:spTree>
    <p:extLst>
      <p:ext uri="{BB962C8B-B14F-4D97-AF65-F5344CB8AC3E}">
        <p14:creationId xmlns:p14="http://schemas.microsoft.com/office/powerpoint/2010/main" val="42937121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Communion: </a:t>
            </a:r>
            <a:r>
              <a:rPr lang="en-SG" dirty="0" err="1">
                <a:latin typeface="Segoe UI" panose="020B0502040204020203" pitchFamily="34" charset="0"/>
                <a:cs typeface="Segoe UI" panose="020B0502040204020203" pitchFamily="34" charset="0"/>
              </a:rPr>
              <a:t>en</a:t>
            </a:r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dirty="0" err="1">
                <a:latin typeface="Segoe UI" panose="020B0502040204020203" pitchFamily="34" charset="0"/>
                <a:cs typeface="Segoe UI" panose="020B0502040204020203" pitchFamily="34" charset="0"/>
              </a:rPr>
              <a:t>yeshu</a:t>
            </a:r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dirty="0" err="1">
                <a:latin typeface="Segoe UI" panose="020B0502040204020203" pitchFamily="34" charset="0"/>
                <a:cs typeface="Segoe UI" panose="020B0502040204020203" pitchFamily="34" charset="0"/>
              </a:rPr>
              <a:t>allaathillenikku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33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11E9448-57F3-BEE2-3014-88DC125C3AF6}"/>
              </a:ext>
            </a:extLst>
          </p:cNvPr>
          <p:cNvSpPr/>
          <p:nvPr/>
        </p:nvSpPr>
        <p:spPr>
          <a:xfrm>
            <a:off x="319720" y="2571750"/>
            <a:ext cx="8504560" cy="18876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</a:pPr>
            <a:r>
              <a:rPr lang="ml-IN" sz="2000" dirty="0">
                <a:latin typeface="ML-TTKarthika" panose="04000000000000000000" pitchFamily="82" charset="0"/>
              </a:rPr>
              <a:t>എൻ ക്ഷീണിത രോഗത്തിലും നീ മാത്രം എൻ വൈദ്യൻ </a:t>
            </a:r>
          </a:p>
          <a:p>
            <a:pPr>
              <a:lnSpc>
                <a:spcPts val="2800"/>
              </a:lnSpc>
            </a:pPr>
            <a:r>
              <a:rPr lang="ml-IN" sz="2000" dirty="0">
                <a:latin typeface="ML-TTKarthika" panose="04000000000000000000" pitchFamily="82" charset="0"/>
              </a:rPr>
              <a:t>മറ്റാരെയും ഞാൻ കാണുന്നില്ലെൻ രോഗ ശാന്തിക്കായ് </a:t>
            </a:r>
          </a:p>
          <a:p>
            <a:pPr>
              <a:lnSpc>
                <a:spcPts val="2800"/>
              </a:lnSpc>
            </a:pPr>
            <a:r>
              <a:rPr lang="ml-IN" sz="2000" dirty="0">
                <a:latin typeface="ML-TTKarthika" panose="04000000000000000000" pitchFamily="82" charset="0"/>
              </a:rPr>
              <a:t>നിൻ മാർവിടം എൻ ആശ്രയം എൻ യേശു കർത്താവേ </a:t>
            </a:r>
          </a:p>
          <a:p>
            <a:pPr>
              <a:lnSpc>
                <a:spcPts val="2800"/>
              </a:lnSpc>
            </a:pPr>
            <a:r>
              <a:rPr lang="ml-IN" sz="2000" dirty="0">
                <a:latin typeface="ML-TTKarthika" panose="04000000000000000000" pitchFamily="82" charset="0"/>
              </a:rPr>
              <a:t>എൻ രക്ഷകാ എൻ ദൈവമേ നീ അല്ലാതില്ലാരും </a:t>
            </a:r>
          </a:p>
          <a:p>
            <a:pPr>
              <a:lnSpc>
                <a:spcPts val="2800"/>
              </a:lnSpc>
            </a:pPr>
            <a:r>
              <a:rPr lang="ml-IN" sz="2000" dirty="0">
                <a:latin typeface="ML-TTKarthika" panose="04000000000000000000" pitchFamily="82" charset="0"/>
              </a:rPr>
              <a:t>എൻ യേശു മാത്രം മതി എനിക്കേതു നേരത്തും</a:t>
            </a:r>
            <a:endParaRPr lang="pt-BR" sz="2000" dirty="0">
              <a:latin typeface="ML-TTKarthika" panose="04000000000000000000" pitchFamily="82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A9E4F5E-F433-A77D-054E-01E586305C40}"/>
              </a:ext>
            </a:extLst>
          </p:cNvPr>
          <p:cNvSpPr txBox="1">
            <a:spLocks/>
          </p:cNvSpPr>
          <p:nvPr/>
        </p:nvSpPr>
        <p:spPr>
          <a:xfrm>
            <a:off x="892597" y="485999"/>
            <a:ext cx="7358807" cy="208575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en</a:t>
            </a:r>
            <a:r>
              <a:rPr lang="en-SG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ksheenhitha</a:t>
            </a:r>
            <a:r>
              <a:rPr lang="en-SG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rogaththilum</a:t>
            </a:r>
            <a:r>
              <a:rPr lang="en-SG" sz="2400" dirty="0">
                <a:latin typeface="Segoe UI" panose="020B0502040204020203" pitchFamily="34" charset="0"/>
                <a:cs typeface="Segoe UI" panose="020B0502040204020203" pitchFamily="34" charset="0"/>
              </a:rPr>
              <a:t>, nee </a:t>
            </a:r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maathram</a:t>
            </a:r>
            <a:r>
              <a:rPr lang="en-SG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en</a:t>
            </a:r>
            <a:r>
              <a:rPr lang="en-SG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vaidyan</a:t>
            </a:r>
            <a:endParaRPr lang="en-SG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mattaareyum</a:t>
            </a:r>
            <a:r>
              <a:rPr lang="en-SG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njaan</a:t>
            </a:r>
            <a:r>
              <a:rPr lang="en-SG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kaanhunnillen</a:t>
            </a:r>
            <a:r>
              <a:rPr lang="en-SG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roga</a:t>
            </a:r>
            <a:r>
              <a:rPr lang="en-SG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shaanthikkaay</a:t>
            </a:r>
            <a:endParaRPr lang="en-SG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nin</a:t>
            </a:r>
            <a:r>
              <a:rPr lang="en-SG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maarhvidam</a:t>
            </a:r>
            <a:r>
              <a:rPr lang="en-SG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en</a:t>
            </a:r>
            <a:r>
              <a:rPr lang="en-SG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aashrayam</a:t>
            </a:r>
            <a:r>
              <a:rPr lang="en-SG" sz="24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en</a:t>
            </a:r>
            <a:r>
              <a:rPr lang="en-SG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yeshu</a:t>
            </a:r>
            <a:r>
              <a:rPr lang="en-SG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karththaave</a:t>
            </a:r>
            <a:r>
              <a:rPr lang="en-SG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 algn="l"/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en</a:t>
            </a:r>
            <a:r>
              <a:rPr lang="en-SG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rakshakaa</a:t>
            </a:r>
            <a:r>
              <a:rPr lang="en-SG" sz="24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en</a:t>
            </a:r>
            <a:r>
              <a:rPr lang="en-SG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daivame</a:t>
            </a:r>
            <a:r>
              <a:rPr lang="en-SG" sz="2400" dirty="0">
                <a:latin typeface="Segoe UI" panose="020B0502040204020203" pitchFamily="34" charset="0"/>
                <a:cs typeface="Segoe UI" panose="020B0502040204020203" pitchFamily="34" charset="0"/>
              </a:rPr>
              <a:t> nee </a:t>
            </a:r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allaathillaarum</a:t>
            </a:r>
            <a:endParaRPr lang="en-SG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/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en</a:t>
            </a:r>
            <a:r>
              <a:rPr lang="en-SG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yeshu</a:t>
            </a:r>
            <a:r>
              <a:rPr lang="en-SG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maathram</a:t>
            </a:r>
            <a:r>
              <a:rPr lang="en-SG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mathi</a:t>
            </a:r>
            <a:r>
              <a:rPr lang="en-SG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enikkethu</a:t>
            </a:r>
            <a:r>
              <a:rPr lang="en-SG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neraththum</a:t>
            </a:r>
            <a:endParaRPr lang="en-SG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09E7F0-491C-1F31-F8FC-783E96377E86}"/>
              </a:ext>
            </a:extLst>
          </p:cNvPr>
          <p:cNvSpPr txBox="1"/>
          <p:nvPr/>
        </p:nvSpPr>
        <p:spPr>
          <a:xfrm>
            <a:off x="7073153" y="4835723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2: 3 of 3 </a:t>
            </a:r>
          </a:p>
        </p:txBody>
      </p:sp>
    </p:spTree>
    <p:extLst>
      <p:ext uri="{BB962C8B-B14F-4D97-AF65-F5344CB8AC3E}">
        <p14:creationId xmlns:p14="http://schemas.microsoft.com/office/powerpoint/2010/main" val="219579703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Holy Communion Hymn No. 313</a:t>
            </a:r>
          </a:p>
        </p:txBody>
      </p:sp>
      <p:pic>
        <p:nvPicPr>
          <p:cNvPr id="4" name="Picture 3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1AF550E5-F564-47AA-B28E-A13F342C3A5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4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87407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Communion: Hymn No. 313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35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BF9CA61-6680-419C-A597-2B8F90F492F3}"/>
              </a:ext>
            </a:extLst>
          </p:cNvPr>
          <p:cNvSpPr/>
          <p:nvPr/>
        </p:nvSpPr>
        <p:spPr>
          <a:xfrm>
            <a:off x="1184434" y="533905"/>
            <a:ext cx="6775133" cy="2037845"/>
          </a:xfrm>
          <a:prstGeom prst="rect">
            <a:avLst/>
          </a:prstGeom>
          <a:noFill/>
        </p:spPr>
        <p:txBody>
          <a:bodyPr wrap="square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manassode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shaapa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maraththil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thoongiya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manuvele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daiva-jaatha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!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</a:b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ninakkee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vedana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varuththi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vechath-ee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neechan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njaanayyo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! </a:t>
            </a: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325AF87E-9D48-CE0B-9C0A-5C85175F49A4}"/>
              </a:ext>
            </a:extLst>
          </p:cNvPr>
          <p:cNvSpPr txBox="1"/>
          <p:nvPr/>
        </p:nvSpPr>
        <p:spPr>
          <a:xfrm>
            <a:off x="1986564" y="2782866"/>
            <a:ext cx="5861447" cy="206210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a\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tÊmsS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im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]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ac¯nÂ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Xq§nb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L-TTKarthika" panose="04000000000000000000" pitchFamily="82" charset="0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a\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pthte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!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ssZhPmXm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!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\n\¡o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thZ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\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hcp¯nsh¨Xo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L-TTKarthika" panose="04000000000000000000" pitchFamily="82" charset="0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\oN³ Rm\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t¿m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! 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D9904FA-4288-6E03-6DB0-3045A0C9D27A}"/>
              </a:ext>
            </a:extLst>
          </p:cNvPr>
          <p:cNvGrpSpPr/>
          <p:nvPr/>
        </p:nvGrpSpPr>
        <p:grpSpPr>
          <a:xfrm>
            <a:off x="7430405" y="3959154"/>
            <a:ext cx="529162" cy="606512"/>
            <a:chOff x="6596760" y="3989707"/>
            <a:chExt cx="529162" cy="606511"/>
          </a:xfrm>
        </p:grpSpPr>
        <p:sp>
          <p:nvSpPr>
            <p:cNvPr id="8" name="Right Brace 7">
              <a:extLst>
                <a:ext uri="{FF2B5EF4-FFF2-40B4-BE49-F238E27FC236}">
                  <a16:creationId xmlns:a16="http://schemas.microsoft.com/office/drawing/2014/main" id="{9D40F6BC-1902-3BF0-E1DF-11B3502A324E}"/>
                </a:ext>
              </a:extLst>
            </p:cNvPr>
            <p:cNvSpPr/>
            <p:nvPr/>
          </p:nvSpPr>
          <p:spPr>
            <a:xfrm>
              <a:off x="6596760" y="3989707"/>
              <a:ext cx="227475" cy="606511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D29625C-E751-3F0D-5465-733240A8FA46}"/>
                </a:ext>
              </a:extLst>
            </p:cNvPr>
            <p:cNvSpPr txBox="1"/>
            <p:nvPr/>
          </p:nvSpPr>
          <p:spPr>
            <a:xfrm>
              <a:off x="6824236" y="4141334"/>
              <a:ext cx="301686" cy="369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2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EC91F069-733B-59B6-7E58-E7A194907A16}"/>
              </a:ext>
            </a:extLst>
          </p:cNvPr>
          <p:cNvGrpSpPr/>
          <p:nvPr/>
        </p:nvGrpSpPr>
        <p:grpSpPr>
          <a:xfrm>
            <a:off x="7435330" y="1588210"/>
            <a:ext cx="529162" cy="606512"/>
            <a:chOff x="6596760" y="3989707"/>
            <a:chExt cx="529162" cy="606511"/>
          </a:xfrm>
        </p:grpSpPr>
        <p:sp>
          <p:nvSpPr>
            <p:cNvPr id="11" name="Right Brace 10">
              <a:extLst>
                <a:ext uri="{FF2B5EF4-FFF2-40B4-BE49-F238E27FC236}">
                  <a16:creationId xmlns:a16="http://schemas.microsoft.com/office/drawing/2014/main" id="{82B42DC3-E277-061A-6333-F3DB21BEA20A}"/>
                </a:ext>
              </a:extLst>
            </p:cNvPr>
            <p:cNvSpPr/>
            <p:nvPr/>
          </p:nvSpPr>
          <p:spPr>
            <a:xfrm>
              <a:off x="6596760" y="3989707"/>
              <a:ext cx="227475" cy="606511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D5C9B7E-C428-6270-9D9B-638FE77FDBB7}"/>
                </a:ext>
              </a:extLst>
            </p:cNvPr>
            <p:cNvSpPr txBox="1"/>
            <p:nvPr/>
          </p:nvSpPr>
          <p:spPr>
            <a:xfrm>
              <a:off x="6824236" y="4141334"/>
              <a:ext cx="301686" cy="369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2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0C634CD7-7112-8536-A3E0-B31413030422}"/>
              </a:ext>
            </a:extLst>
          </p:cNvPr>
          <p:cNvSpPr txBox="1"/>
          <p:nvPr/>
        </p:nvSpPr>
        <p:spPr>
          <a:xfrm>
            <a:off x="7068966" y="4822114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3: 1 of 7 </a:t>
            </a:r>
          </a:p>
        </p:txBody>
      </p:sp>
    </p:spTree>
    <p:extLst>
      <p:ext uri="{BB962C8B-B14F-4D97-AF65-F5344CB8AC3E}">
        <p14:creationId xmlns:p14="http://schemas.microsoft.com/office/powerpoint/2010/main" val="377991187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Communion: Hymn No. 313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36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BF9CA61-6680-419C-A597-2B8F90F492F3}"/>
              </a:ext>
            </a:extLst>
          </p:cNvPr>
          <p:cNvSpPr/>
          <p:nvPr/>
        </p:nvSpPr>
        <p:spPr>
          <a:xfrm>
            <a:off x="1348368" y="544752"/>
            <a:ext cx="6447265" cy="2026998"/>
          </a:xfrm>
          <a:prstGeom prst="rect">
            <a:avLst/>
          </a:prstGeom>
          <a:noFill/>
        </p:spPr>
        <p:txBody>
          <a:bodyPr wrap="square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1" indent="-34290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paramaneethi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durithaththaalenne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arivan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ninnoru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neram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</a:b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paraman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nee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athaal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ariyappettidaan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irangi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vannallo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!  </a:t>
            </a: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325AF87E-9D48-CE0B-9C0A-5C85175F49A4}"/>
              </a:ext>
            </a:extLst>
          </p:cNvPr>
          <p:cNvSpPr txBox="1"/>
          <p:nvPr/>
        </p:nvSpPr>
        <p:spPr>
          <a:xfrm>
            <a:off x="1641277" y="2782866"/>
            <a:ext cx="5861447" cy="18158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]ca\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oXn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F³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ZpcnX¯mses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¶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Acnhm³ \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ns¶mcpt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\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cw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]ca³ \o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AXmÂ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Acnbs¸«nSm³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Cd§n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h¶tÃm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! 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BC2257F-9FD7-6451-4F97-AF3A39FF24FC}"/>
              </a:ext>
            </a:extLst>
          </p:cNvPr>
          <p:cNvGrpSpPr/>
          <p:nvPr/>
        </p:nvGrpSpPr>
        <p:grpSpPr>
          <a:xfrm>
            <a:off x="7266471" y="3783300"/>
            <a:ext cx="529162" cy="606512"/>
            <a:chOff x="6596760" y="3989707"/>
            <a:chExt cx="529162" cy="606511"/>
          </a:xfrm>
        </p:grpSpPr>
        <p:sp>
          <p:nvSpPr>
            <p:cNvPr id="8" name="Right Brace 7">
              <a:extLst>
                <a:ext uri="{FF2B5EF4-FFF2-40B4-BE49-F238E27FC236}">
                  <a16:creationId xmlns:a16="http://schemas.microsoft.com/office/drawing/2014/main" id="{16E1E50B-04B3-7035-7EC5-D0402C31889D}"/>
                </a:ext>
              </a:extLst>
            </p:cNvPr>
            <p:cNvSpPr/>
            <p:nvPr/>
          </p:nvSpPr>
          <p:spPr>
            <a:xfrm>
              <a:off x="6596760" y="3989707"/>
              <a:ext cx="227475" cy="606511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BA7EA7D-A1AE-14B6-A270-867A730C1E2A}"/>
                </a:ext>
              </a:extLst>
            </p:cNvPr>
            <p:cNvSpPr txBox="1"/>
            <p:nvPr/>
          </p:nvSpPr>
          <p:spPr>
            <a:xfrm>
              <a:off x="6824236" y="4141334"/>
              <a:ext cx="301686" cy="369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2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20057502-663C-B5A6-AE2F-6B4BF310D543}"/>
              </a:ext>
            </a:extLst>
          </p:cNvPr>
          <p:cNvGrpSpPr/>
          <p:nvPr/>
        </p:nvGrpSpPr>
        <p:grpSpPr>
          <a:xfrm>
            <a:off x="7266470" y="1600324"/>
            <a:ext cx="529162" cy="606512"/>
            <a:chOff x="6596760" y="3989707"/>
            <a:chExt cx="529162" cy="606511"/>
          </a:xfrm>
        </p:grpSpPr>
        <p:sp>
          <p:nvSpPr>
            <p:cNvPr id="11" name="Right Brace 10">
              <a:extLst>
                <a:ext uri="{FF2B5EF4-FFF2-40B4-BE49-F238E27FC236}">
                  <a16:creationId xmlns:a16="http://schemas.microsoft.com/office/drawing/2014/main" id="{E5FD6D20-58DD-8ED8-B8C4-FF5B2642E0D4}"/>
                </a:ext>
              </a:extLst>
            </p:cNvPr>
            <p:cNvSpPr/>
            <p:nvPr/>
          </p:nvSpPr>
          <p:spPr>
            <a:xfrm>
              <a:off x="6596760" y="3989707"/>
              <a:ext cx="227475" cy="606511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E8FB4BB-C2BD-3028-A95D-49DD026763E3}"/>
                </a:ext>
              </a:extLst>
            </p:cNvPr>
            <p:cNvSpPr txBox="1"/>
            <p:nvPr/>
          </p:nvSpPr>
          <p:spPr>
            <a:xfrm>
              <a:off x="6824236" y="4141334"/>
              <a:ext cx="301686" cy="369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2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47E9C47B-1CEA-26E6-3D05-81C73EB70242}"/>
              </a:ext>
            </a:extLst>
          </p:cNvPr>
          <p:cNvSpPr txBox="1"/>
          <p:nvPr/>
        </p:nvSpPr>
        <p:spPr>
          <a:xfrm>
            <a:off x="7068966" y="4822114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3: 2 of 7 </a:t>
            </a:r>
          </a:p>
        </p:txBody>
      </p:sp>
    </p:spTree>
    <p:extLst>
      <p:ext uri="{BB962C8B-B14F-4D97-AF65-F5344CB8AC3E}">
        <p14:creationId xmlns:p14="http://schemas.microsoft.com/office/powerpoint/2010/main" val="134778175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Communion: Hymn No. 313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37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BF9CA61-6680-419C-A597-2B8F90F492F3}"/>
              </a:ext>
            </a:extLst>
          </p:cNvPr>
          <p:cNvSpPr/>
          <p:nvPr/>
        </p:nvSpPr>
        <p:spPr>
          <a:xfrm>
            <a:off x="1447907" y="544752"/>
            <a:ext cx="6248186" cy="2026998"/>
          </a:xfrm>
          <a:prstGeom prst="rect">
            <a:avLst/>
          </a:prstGeom>
          <a:noFill/>
        </p:spPr>
        <p:txBody>
          <a:bodyPr wrap="square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malapole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shaapam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jwalichchirangiya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nilaththin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paathakam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moolam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</a:b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alinju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nee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shaapam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thalayil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kondidaan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valima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vittallo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325AF87E-9D48-CE0B-9C0A-5C85175F49A4}"/>
              </a:ext>
            </a:extLst>
          </p:cNvPr>
          <p:cNvSpPr txBox="1"/>
          <p:nvPr/>
        </p:nvSpPr>
        <p:spPr>
          <a:xfrm>
            <a:off x="1348368" y="2782866"/>
            <a:ext cx="6447265" cy="18158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aet]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mse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im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]w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Pzen¨nd§nb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L-TTKarthika" panose="04000000000000000000" pitchFamily="82" charset="0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\ne¯n³ ]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mXIw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aqew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Aenªp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\o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im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]w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XebnÂ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sIm¬SoSm³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hena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hn«tÃm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! 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BC2257F-9FD7-6451-4F97-AF3A39FF24FC}"/>
              </a:ext>
            </a:extLst>
          </p:cNvPr>
          <p:cNvGrpSpPr/>
          <p:nvPr/>
        </p:nvGrpSpPr>
        <p:grpSpPr>
          <a:xfrm>
            <a:off x="7795632" y="3778949"/>
            <a:ext cx="529162" cy="606512"/>
            <a:chOff x="6596760" y="3989707"/>
            <a:chExt cx="529162" cy="606511"/>
          </a:xfrm>
        </p:grpSpPr>
        <p:sp>
          <p:nvSpPr>
            <p:cNvPr id="8" name="Right Brace 7">
              <a:extLst>
                <a:ext uri="{FF2B5EF4-FFF2-40B4-BE49-F238E27FC236}">
                  <a16:creationId xmlns:a16="http://schemas.microsoft.com/office/drawing/2014/main" id="{16E1E50B-04B3-7035-7EC5-D0402C31889D}"/>
                </a:ext>
              </a:extLst>
            </p:cNvPr>
            <p:cNvSpPr/>
            <p:nvPr/>
          </p:nvSpPr>
          <p:spPr>
            <a:xfrm>
              <a:off x="6596760" y="3989707"/>
              <a:ext cx="227475" cy="606511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BA7EA7D-A1AE-14B6-A270-867A730C1E2A}"/>
                </a:ext>
              </a:extLst>
            </p:cNvPr>
            <p:cNvSpPr txBox="1"/>
            <p:nvPr/>
          </p:nvSpPr>
          <p:spPr>
            <a:xfrm>
              <a:off x="6824236" y="4141334"/>
              <a:ext cx="301686" cy="369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2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20057502-663C-B5A6-AE2F-6B4BF310D543}"/>
              </a:ext>
            </a:extLst>
          </p:cNvPr>
          <p:cNvGrpSpPr/>
          <p:nvPr/>
        </p:nvGrpSpPr>
        <p:grpSpPr>
          <a:xfrm>
            <a:off x="7795632" y="1583387"/>
            <a:ext cx="529162" cy="606512"/>
            <a:chOff x="6596760" y="3989707"/>
            <a:chExt cx="529162" cy="606511"/>
          </a:xfrm>
        </p:grpSpPr>
        <p:sp>
          <p:nvSpPr>
            <p:cNvPr id="11" name="Right Brace 10">
              <a:extLst>
                <a:ext uri="{FF2B5EF4-FFF2-40B4-BE49-F238E27FC236}">
                  <a16:creationId xmlns:a16="http://schemas.microsoft.com/office/drawing/2014/main" id="{E5FD6D20-58DD-8ED8-B8C4-FF5B2642E0D4}"/>
                </a:ext>
              </a:extLst>
            </p:cNvPr>
            <p:cNvSpPr/>
            <p:nvPr/>
          </p:nvSpPr>
          <p:spPr>
            <a:xfrm>
              <a:off x="6596760" y="3989707"/>
              <a:ext cx="227475" cy="606511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E8FB4BB-C2BD-3028-A95D-49DD026763E3}"/>
                </a:ext>
              </a:extLst>
            </p:cNvPr>
            <p:cNvSpPr txBox="1"/>
            <p:nvPr/>
          </p:nvSpPr>
          <p:spPr>
            <a:xfrm>
              <a:off x="6824236" y="4141334"/>
              <a:ext cx="301686" cy="369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2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0D1723F7-E45F-74A2-AD97-C9D0BCC98120}"/>
              </a:ext>
            </a:extLst>
          </p:cNvPr>
          <p:cNvSpPr txBox="1"/>
          <p:nvPr/>
        </p:nvSpPr>
        <p:spPr>
          <a:xfrm>
            <a:off x="7068966" y="4822114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3: 3 of 7 </a:t>
            </a:r>
          </a:p>
        </p:txBody>
      </p:sp>
    </p:spTree>
    <p:extLst>
      <p:ext uri="{BB962C8B-B14F-4D97-AF65-F5344CB8AC3E}">
        <p14:creationId xmlns:p14="http://schemas.microsoft.com/office/powerpoint/2010/main" val="263130548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Communion: Hymn No. 313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38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BF9CA61-6680-419C-A597-2B8F90F492F3}"/>
              </a:ext>
            </a:extLst>
          </p:cNvPr>
          <p:cNvSpPr/>
          <p:nvPr/>
        </p:nvSpPr>
        <p:spPr>
          <a:xfrm>
            <a:off x="2100589" y="544752"/>
            <a:ext cx="4942823" cy="2026998"/>
          </a:xfrm>
          <a:prstGeom prst="rect">
            <a:avLst/>
          </a:prstGeom>
          <a:noFill/>
        </p:spPr>
        <p:txBody>
          <a:bodyPr wrap="square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1" indent="-34290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nandiketta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narare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naraka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jwaalayil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ninnu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nedaan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</a:b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mannava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thiru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ponkuruthi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nee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chinthi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ninnallo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325AF87E-9D48-CE0B-9C0A-5C85175F49A4}"/>
              </a:ext>
            </a:extLst>
          </p:cNvPr>
          <p:cNvSpPr txBox="1"/>
          <p:nvPr/>
        </p:nvSpPr>
        <p:spPr>
          <a:xfrm>
            <a:off x="2291969" y="2782866"/>
            <a:ext cx="4560063" cy="18158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\\vZnsI« Cu \csc \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cI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-þ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PzmebnÂ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\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n¶p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t\Sm³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a¶h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!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Xncpþs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]m³IpcpXn \o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Nn´n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\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n¶tÃm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!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BC2257F-9FD7-6451-4F97-AF3A39FF24FC}"/>
              </a:ext>
            </a:extLst>
          </p:cNvPr>
          <p:cNvGrpSpPr/>
          <p:nvPr/>
        </p:nvGrpSpPr>
        <p:grpSpPr>
          <a:xfrm>
            <a:off x="7043412" y="3772555"/>
            <a:ext cx="529162" cy="606512"/>
            <a:chOff x="6596760" y="3989707"/>
            <a:chExt cx="529162" cy="606511"/>
          </a:xfrm>
        </p:grpSpPr>
        <p:sp>
          <p:nvSpPr>
            <p:cNvPr id="8" name="Right Brace 7">
              <a:extLst>
                <a:ext uri="{FF2B5EF4-FFF2-40B4-BE49-F238E27FC236}">
                  <a16:creationId xmlns:a16="http://schemas.microsoft.com/office/drawing/2014/main" id="{16E1E50B-04B3-7035-7EC5-D0402C31889D}"/>
                </a:ext>
              </a:extLst>
            </p:cNvPr>
            <p:cNvSpPr/>
            <p:nvPr/>
          </p:nvSpPr>
          <p:spPr>
            <a:xfrm>
              <a:off x="6596760" y="3989707"/>
              <a:ext cx="227475" cy="606511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BA7EA7D-A1AE-14B6-A270-867A730C1E2A}"/>
                </a:ext>
              </a:extLst>
            </p:cNvPr>
            <p:cNvSpPr txBox="1"/>
            <p:nvPr/>
          </p:nvSpPr>
          <p:spPr>
            <a:xfrm>
              <a:off x="6824236" y="4141334"/>
              <a:ext cx="301686" cy="369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2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20057502-663C-B5A6-AE2F-6B4BF310D543}"/>
              </a:ext>
            </a:extLst>
          </p:cNvPr>
          <p:cNvGrpSpPr/>
          <p:nvPr/>
        </p:nvGrpSpPr>
        <p:grpSpPr>
          <a:xfrm>
            <a:off x="7043412" y="1558251"/>
            <a:ext cx="529162" cy="606512"/>
            <a:chOff x="6596760" y="3989707"/>
            <a:chExt cx="529162" cy="606511"/>
          </a:xfrm>
        </p:grpSpPr>
        <p:sp>
          <p:nvSpPr>
            <p:cNvPr id="11" name="Right Brace 10">
              <a:extLst>
                <a:ext uri="{FF2B5EF4-FFF2-40B4-BE49-F238E27FC236}">
                  <a16:creationId xmlns:a16="http://schemas.microsoft.com/office/drawing/2014/main" id="{E5FD6D20-58DD-8ED8-B8C4-FF5B2642E0D4}"/>
                </a:ext>
              </a:extLst>
            </p:cNvPr>
            <p:cNvSpPr/>
            <p:nvPr/>
          </p:nvSpPr>
          <p:spPr>
            <a:xfrm>
              <a:off x="6596760" y="3989707"/>
              <a:ext cx="227475" cy="606511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E8FB4BB-C2BD-3028-A95D-49DD026763E3}"/>
                </a:ext>
              </a:extLst>
            </p:cNvPr>
            <p:cNvSpPr txBox="1"/>
            <p:nvPr/>
          </p:nvSpPr>
          <p:spPr>
            <a:xfrm>
              <a:off x="6824236" y="4141334"/>
              <a:ext cx="301686" cy="369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2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8406A780-28AB-B0F1-52D1-CBAAC0E77D51}"/>
              </a:ext>
            </a:extLst>
          </p:cNvPr>
          <p:cNvSpPr txBox="1"/>
          <p:nvPr/>
        </p:nvSpPr>
        <p:spPr>
          <a:xfrm>
            <a:off x="7068966" y="4822114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3: 4 of 7 </a:t>
            </a:r>
          </a:p>
        </p:txBody>
      </p:sp>
    </p:spTree>
    <p:extLst>
      <p:ext uri="{BB962C8B-B14F-4D97-AF65-F5344CB8AC3E}">
        <p14:creationId xmlns:p14="http://schemas.microsoft.com/office/powerpoint/2010/main" val="322256526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Communion: Hymn No. 313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39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BF9CA61-6680-419C-A597-2B8F90F492F3}"/>
              </a:ext>
            </a:extLst>
          </p:cNvPr>
          <p:cNvSpPr/>
          <p:nvPr/>
        </p:nvSpPr>
        <p:spPr>
          <a:xfrm>
            <a:off x="2035033" y="544752"/>
            <a:ext cx="5073934" cy="2026998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1" indent="-34290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daiva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kopaththin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darshanam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vittu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paapi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njaan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olichcheedan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</a:b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sarva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lokaththin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naayaka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nin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vi-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laavum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vindallo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325AF87E-9D48-CE0B-9C0A-5C85175F49A4}"/>
              </a:ext>
            </a:extLst>
          </p:cNvPr>
          <p:cNvSpPr txBox="1"/>
          <p:nvPr/>
        </p:nvSpPr>
        <p:spPr>
          <a:xfrm>
            <a:off x="1820594" y="2782866"/>
            <a:ext cx="5502812" cy="18158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1" indent="-34290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ssZhtIm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]¯n³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ZÀi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\w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hn«p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L-TTKarthika" panose="04000000000000000000" pitchFamily="82" charset="0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]m]n Rms\mfn¨oSm³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kÀÆ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temI¯n³ \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mbIm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\n³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hnþ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L-TTKarthika" panose="04000000000000000000" pitchFamily="82" charset="0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emhpw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hn¬StÃm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!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BC2257F-9FD7-6451-4F97-AF3A39FF24FC}"/>
              </a:ext>
            </a:extLst>
          </p:cNvPr>
          <p:cNvGrpSpPr/>
          <p:nvPr/>
        </p:nvGrpSpPr>
        <p:grpSpPr>
          <a:xfrm>
            <a:off x="7323406" y="3769565"/>
            <a:ext cx="529162" cy="606512"/>
            <a:chOff x="6596760" y="3989707"/>
            <a:chExt cx="529162" cy="606511"/>
          </a:xfrm>
        </p:grpSpPr>
        <p:sp>
          <p:nvSpPr>
            <p:cNvPr id="8" name="Right Brace 7">
              <a:extLst>
                <a:ext uri="{FF2B5EF4-FFF2-40B4-BE49-F238E27FC236}">
                  <a16:creationId xmlns:a16="http://schemas.microsoft.com/office/drawing/2014/main" id="{16E1E50B-04B3-7035-7EC5-D0402C31889D}"/>
                </a:ext>
              </a:extLst>
            </p:cNvPr>
            <p:cNvSpPr/>
            <p:nvPr/>
          </p:nvSpPr>
          <p:spPr>
            <a:xfrm>
              <a:off x="6596760" y="3989707"/>
              <a:ext cx="227475" cy="606511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BA7EA7D-A1AE-14B6-A270-867A730C1E2A}"/>
                </a:ext>
              </a:extLst>
            </p:cNvPr>
            <p:cNvSpPr txBox="1"/>
            <p:nvPr/>
          </p:nvSpPr>
          <p:spPr>
            <a:xfrm>
              <a:off x="6824236" y="4141334"/>
              <a:ext cx="301686" cy="369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2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20057502-663C-B5A6-AE2F-6B4BF310D543}"/>
              </a:ext>
            </a:extLst>
          </p:cNvPr>
          <p:cNvGrpSpPr/>
          <p:nvPr/>
        </p:nvGrpSpPr>
        <p:grpSpPr>
          <a:xfrm>
            <a:off x="7323406" y="1548330"/>
            <a:ext cx="529162" cy="606512"/>
            <a:chOff x="6596760" y="3989707"/>
            <a:chExt cx="529162" cy="606511"/>
          </a:xfrm>
        </p:grpSpPr>
        <p:sp>
          <p:nvSpPr>
            <p:cNvPr id="11" name="Right Brace 10">
              <a:extLst>
                <a:ext uri="{FF2B5EF4-FFF2-40B4-BE49-F238E27FC236}">
                  <a16:creationId xmlns:a16="http://schemas.microsoft.com/office/drawing/2014/main" id="{E5FD6D20-58DD-8ED8-B8C4-FF5B2642E0D4}"/>
                </a:ext>
              </a:extLst>
            </p:cNvPr>
            <p:cNvSpPr/>
            <p:nvPr/>
          </p:nvSpPr>
          <p:spPr>
            <a:xfrm>
              <a:off x="6596760" y="3989707"/>
              <a:ext cx="227475" cy="606511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E8FB4BB-C2BD-3028-A95D-49DD026763E3}"/>
                </a:ext>
              </a:extLst>
            </p:cNvPr>
            <p:cNvSpPr txBox="1"/>
            <p:nvPr/>
          </p:nvSpPr>
          <p:spPr>
            <a:xfrm>
              <a:off x="6824236" y="4141334"/>
              <a:ext cx="301686" cy="369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2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C5C23F4D-BE61-DB8F-FA86-BB4AD065260A}"/>
              </a:ext>
            </a:extLst>
          </p:cNvPr>
          <p:cNvSpPr txBox="1"/>
          <p:nvPr/>
        </p:nvSpPr>
        <p:spPr>
          <a:xfrm>
            <a:off x="7068966" y="4822114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3: 5 of 7 </a:t>
            </a:r>
          </a:p>
        </p:txBody>
      </p:sp>
    </p:spTree>
    <p:extLst>
      <p:ext uri="{BB962C8B-B14F-4D97-AF65-F5344CB8AC3E}">
        <p14:creationId xmlns:p14="http://schemas.microsoft.com/office/powerpoint/2010/main" val="34978968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Communion: Hymn No. 313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40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BF9CA61-6680-419C-A597-2B8F90F492F3}"/>
              </a:ext>
            </a:extLst>
          </p:cNvPr>
          <p:cNvSpPr/>
          <p:nvPr/>
        </p:nvSpPr>
        <p:spPr>
          <a:xfrm>
            <a:off x="1458731" y="544752"/>
            <a:ext cx="6226539" cy="2026998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1" indent="-34290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marichchavarkkamruthaay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nin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dehaththe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nurukkiyo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jeevanaatha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</a:b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murinjudanja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nin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thiru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meyyin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raktham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chorinjallo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paaril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325AF87E-9D48-CE0B-9C0A-5C85175F49A4}"/>
              </a:ext>
            </a:extLst>
          </p:cNvPr>
          <p:cNvSpPr txBox="1"/>
          <p:nvPr/>
        </p:nvSpPr>
        <p:spPr>
          <a:xfrm>
            <a:off x="1438741" y="2782866"/>
            <a:ext cx="5884665" cy="18158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acn¨hÀ¡arXmbv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\n³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tZls¯þ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L-TTKarthika" panose="04000000000000000000" pitchFamily="82" charset="0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\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pdp¡ntbm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Poh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\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mYm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apdnªpS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ª \n³ Xncpsa¿n³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càw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L-TTKarthika" panose="04000000000000000000" pitchFamily="82" charset="0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sNmcnªtÃm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! ]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mcnÂ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L-TTKarthika" panose="04000000000000000000" pitchFamily="82" charset="0"/>
              <a:ea typeface="+mn-ea"/>
              <a:cs typeface="+mn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BC2257F-9FD7-6451-4F97-AF3A39FF24FC}"/>
              </a:ext>
            </a:extLst>
          </p:cNvPr>
          <p:cNvGrpSpPr/>
          <p:nvPr/>
        </p:nvGrpSpPr>
        <p:grpSpPr>
          <a:xfrm>
            <a:off x="7437144" y="3807545"/>
            <a:ext cx="529162" cy="606512"/>
            <a:chOff x="6596760" y="3989707"/>
            <a:chExt cx="529162" cy="606511"/>
          </a:xfrm>
        </p:grpSpPr>
        <p:sp>
          <p:nvSpPr>
            <p:cNvPr id="8" name="Right Brace 7">
              <a:extLst>
                <a:ext uri="{FF2B5EF4-FFF2-40B4-BE49-F238E27FC236}">
                  <a16:creationId xmlns:a16="http://schemas.microsoft.com/office/drawing/2014/main" id="{16E1E50B-04B3-7035-7EC5-D0402C31889D}"/>
                </a:ext>
              </a:extLst>
            </p:cNvPr>
            <p:cNvSpPr/>
            <p:nvPr/>
          </p:nvSpPr>
          <p:spPr>
            <a:xfrm>
              <a:off x="6596760" y="3989707"/>
              <a:ext cx="227475" cy="606511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BA7EA7D-A1AE-14B6-A270-867A730C1E2A}"/>
                </a:ext>
              </a:extLst>
            </p:cNvPr>
            <p:cNvSpPr txBox="1"/>
            <p:nvPr/>
          </p:nvSpPr>
          <p:spPr>
            <a:xfrm>
              <a:off x="6824236" y="4141334"/>
              <a:ext cx="301686" cy="369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2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20057502-663C-B5A6-AE2F-6B4BF310D543}"/>
              </a:ext>
            </a:extLst>
          </p:cNvPr>
          <p:cNvGrpSpPr/>
          <p:nvPr/>
        </p:nvGrpSpPr>
        <p:grpSpPr>
          <a:xfrm>
            <a:off x="7701725" y="1532185"/>
            <a:ext cx="529162" cy="606512"/>
            <a:chOff x="6596760" y="3989707"/>
            <a:chExt cx="529162" cy="606511"/>
          </a:xfrm>
        </p:grpSpPr>
        <p:sp>
          <p:nvSpPr>
            <p:cNvPr id="11" name="Right Brace 10">
              <a:extLst>
                <a:ext uri="{FF2B5EF4-FFF2-40B4-BE49-F238E27FC236}">
                  <a16:creationId xmlns:a16="http://schemas.microsoft.com/office/drawing/2014/main" id="{E5FD6D20-58DD-8ED8-B8C4-FF5B2642E0D4}"/>
                </a:ext>
              </a:extLst>
            </p:cNvPr>
            <p:cNvSpPr/>
            <p:nvPr/>
          </p:nvSpPr>
          <p:spPr>
            <a:xfrm>
              <a:off x="6596760" y="3989707"/>
              <a:ext cx="227475" cy="606511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E8FB4BB-C2BD-3028-A95D-49DD026763E3}"/>
                </a:ext>
              </a:extLst>
            </p:cNvPr>
            <p:cNvSpPr txBox="1"/>
            <p:nvPr/>
          </p:nvSpPr>
          <p:spPr>
            <a:xfrm>
              <a:off x="6824236" y="4141334"/>
              <a:ext cx="301686" cy="369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2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C230B4F7-9534-4985-6FD8-5573C6F8AB4F}"/>
              </a:ext>
            </a:extLst>
          </p:cNvPr>
          <p:cNvSpPr txBox="1"/>
          <p:nvPr/>
        </p:nvSpPr>
        <p:spPr>
          <a:xfrm>
            <a:off x="7068966" y="4822114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3: 6 of 7 </a:t>
            </a:r>
          </a:p>
        </p:txBody>
      </p:sp>
    </p:spTree>
    <p:extLst>
      <p:ext uri="{BB962C8B-B14F-4D97-AF65-F5344CB8AC3E}">
        <p14:creationId xmlns:p14="http://schemas.microsoft.com/office/powerpoint/2010/main" val="62827974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Communion: Hymn No. 313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41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638D45-CE17-40C1-F11F-770D918C473D}"/>
              </a:ext>
            </a:extLst>
          </p:cNvPr>
          <p:cNvSpPr txBox="1"/>
          <p:nvPr/>
        </p:nvSpPr>
        <p:spPr>
          <a:xfrm>
            <a:off x="7068966" y="4822114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3: 7 of 7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BF9CA61-6680-419C-A597-2B8F90F492F3}"/>
              </a:ext>
            </a:extLst>
          </p:cNvPr>
          <p:cNvSpPr/>
          <p:nvPr/>
        </p:nvSpPr>
        <p:spPr>
          <a:xfrm>
            <a:off x="1764788" y="544752"/>
            <a:ext cx="5614424" cy="2026998"/>
          </a:xfrm>
          <a:prstGeom prst="rect">
            <a:avLst/>
          </a:prstGeom>
          <a:noFill/>
        </p:spPr>
        <p:txBody>
          <a:bodyPr wrap="square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arishta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paapi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nin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thirupunyangalil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sharanam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vachu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vannayo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thiru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prathimayaakkagathiye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kripa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niranja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karthaave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325AF87E-9D48-CE0B-9C0A-5C85175F49A4}"/>
              </a:ext>
            </a:extLst>
          </p:cNvPr>
          <p:cNvSpPr txBox="1"/>
          <p:nvPr/>
        </p:nvSpPr>
        <p:spPr>
          <a:xfrm>
            <a:off x="1629668" y="2782866"/>
            <a:ext cx="5884665" cy="18158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Acnã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]m]n \n³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Xncp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]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pWy§fnÂ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L-TTKarthika" panose="04000000000000000000" pitchFamily="82" charset="0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icWw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h¨p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h¶t¿m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!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Xncp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{]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Xnabm¡KXnsb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Ir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]\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nd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ª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IÀ¯mth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! 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BC2257F-9FD7-6451-4F97-AF3A39FF24FC}"/>
              </a:ext>
            </a:extLst>
          </p:cNvPr>
          <p:cNvGrpSpPr/>
          <p:nvPr/>
        </p:nvGrpSpPr>
        <p:grpSpPr>
          <a:xfrm>
            <a:off x="7664619" y="3769179"/>
            <a:ext cx="529162" cy="606512"/>
            <a:chOff x="6596760" y="3989707"/>
            <a:chExt cx="529162" cy="606511"/>
          </a:xfrm>
        </p:grpSpPr>
        <p:sp>
          <p:nvSpPr>
            <p:cNvPr id="8" name="Right Brace 7">
              <a:extLst>
                <a:ext uri="{FF2B5EF4-FFF2-40B4-BE49-F238E27FC236}">
                  <a16:creationId xmlns:a16="http://schemas.microsoft.com/office/drawing/2014/main" id="{16E1E50B-04B3-7035-7EC5-D0402C31889D}"/>
                </a:ext>
              </a:extLst>
            </p:cNvPr>
            <p:cNvSpPr/>
            <p:nvPr/>
          </p:nvSpPr>
          <p:spPr>
            <a:xfrm>
              <a:off x="6596760" y="3989707"/>
              <a:ext cx="227475" cy="606511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BA7EA7D-A1AE-14B6-A270-867A730C1E2A}"/>
                </a:ext>
              </a:extLst>
            </p:cNvPr>
            <p:cNvSpPr txBox="1"/>
            <p:nvPr/>
          </p:nvSpPr>
          <p:spPr>
            <a:xfrm>
              <a:off x="6824236" y="4141334"/>
              <a:ext cx="301686" cy="369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2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20057502-663C-B5A6-AE2F-6B4BF310D543}"/>
              </a:ext>
            </a:extLst>
          </p:cNvPr>
          <p:cNvGrpSpPr/>
          <p:nvPr/>
        </p:nvGrpSpPr>
        <p:grpSpPr>
          <a:xfrm>
            <a:off x="7664619" y="1616073"/>
            <a:ext cx="529162" cy="606512"/>
            <a:chOff x="6596760" y="3989707"/>
            <a:chExt cx="529162" cy="606511"/>
          </a:xfrm>
        </p:grpSpPr>
        <p:sp>
          <p:nvSpPr>
            <p:cNvPr id="11" name="Right Brace 10">
              <a:extLst>
                <a:ext uri="{FF2B5EF4-FFF2-40B4-BE49-F238E27FC236}">
                  <a16:creationId xmlns:a16="http://schemas.microsoft.com/office/drawing/2014/main" id="{E5FD6D20-58DD-8ED8-B8C4-FF5B2642E0D4}"/>
                </a:ext>
              </a:extLst>
            </p:cNvPr>
            <p:cNvSpPr/>
            <p:nvPr/>
          </p:nvSpPr>
          <p:spPr>
            <a:xfrm>
              <a:off x="6596760" y="3989707"/>
              <a:ext cx="227475" cy="606511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E8FB4BB-C2BD-3028-A95D-49DD026763E3}"/>
                </a:ext>
              </a:extLst>
            </p:cNvPr>
            <p:cNvSpPr txBox="1"/>
            <p:nvPr/>
          </p:nvSpPr>
          <p:spPr>
            <a:xfrm>
              <a:off x="6824236" y="4141334"/>
              <a:ext cx="301686" cy="369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8387137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Holy Communion – Hymn No. 370</a:t>
            </a:r>
          </a:p>
        </p:txBody>
      </p:sp>
      <p:pic>
        <p:nvPicPr>
          <p:cNvPr id="4" name="Picture 3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1AF550E5-F564-47AA-B28E-A13F342C3A5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4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5406434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Communion: Hymn No.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370</a:t>
            </a: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43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4E9A69-B612-35E4-DEEF-5092DA0A0A97}"/>
              </a:ext>
            </a:extLst>
          </p:cNvPr>
          <p:cNvSpPr txBox="1"/>
          <p:nvPr/>
        </p:nvSpPr>
        <p:spPr>
          <a:xfrm>
            <a:off x="1183530" y="478386"/>
            <a:ext cx="677694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/>
            <a:r>
              <a:rPr lang="en-US" sz="3200" b="0" i="0" u="none" strike="noStrike" dirty="0" err="1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ente</a:t>
            </a:r>
            <a:r>
              <a:rPr lang="en-US" sz="3200" b="0" i="0" u="none" strike="noStrike" dirty="0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praanhasakhi</a:t>
            </a:r>
            <a:r>
              <a:rPr lang="en-US" sz="3200" b="0" i="0" u="none" strike="noStrike" dirty="0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yeshuve</a:t>
            </a:r>
            <a:endParaRPr lang="en-US" sz="3200" b="0" i="0" u="none" strike="noStrike" dirty="0">
              <a:solidFill>
                <a:srgbClr val="000000"/>
              </a:solidFill>
              <a:effectLst/>
              <a:highlight>
                <a:srgbClr val="F5F5F5"/>
              </a:highlight>
              <a:latin typeface="Segoe UI" panose="020B0502040204020203" pitchFamily="34" charset="0"/>
            </a:endParaRPr>
          </a:p>
          <a:p>
            <a:pPr algn="l" rtl="0" fontAlgn="base"/>
            <a:r>
              <a:rPr lang="en-US" sz="3200" dirty="0" err="1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ente</a:t>
            </a:r>
            <a:r>
              <a:rPr lang="en-US" sz="3200" dirty="0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 </a:t>
            </a:r>
            <a:r>
              <a:rPr lang="en-US" sz="3200" dirty="0" err="1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ullhathin</a:t>
            </a:r>
            <a:r>
              <a:rPr lang="en-US" sz="3200" dirty="0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 </a:t>
            </a:r>
            <a:r>
              <a:rPr lang="en-US" sz="3200" dirty="0" err="1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aanandame</a:t>
            </a:r>
            <a:endParaRPr lang="en-US" sz="3200" dirty="0">
              <a:solidFill>
                <a:srgbClr val="000000"/>
              </a:solidFill>
              <a:highlight>
                <a:srgbClr val="F5F5F5"/>
              </a:highlight>
              <a:latin typeface="Segoe UI" panose="020B0502040204020203" pitchFamily="34" charset="0"/>
            </a:endParaRPr>
          </a:p>
          <a:p>
            <a:pPr algn="l" rtl="0" fontAlgn="base"/>
            <a:r>
              <a:rPr lang="en-US" sz="3200" b="0" i="0" dirty="0" err="1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enne</a:t>
            </a:r>
            <a:r>
              <a:rPr lang="en-US" sz="3200" b="0" i="0" dirty="0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 </a:t>
            </a:r>
            <a:r>
              <a:rPr lang="en-US" sz="3200" b="0" i="0" dirty="0" err="1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nin</a:t>
            </a:r>
            <a:r>
              <a:rPr lang="en-US" sz="3200" b="0" i="0" dirty="0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 </a:t>
            </a:r>
            <a:r>
              <a:rPr lang="en-US" sz="3200" b="0" i="0" dirty="0" err="1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maarvinkal</a:t>
            </a:r>
            <a:r>
              <a:rPr lang="en-US" sz="3200" b="0" i="0" dirty="0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 </a:t>
            </a:r>
            <a:r>
              <a:rPr lang="en-US" sz="3200" b="0" i="0" dirty="0" err="1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cherppaanaay</a:t>
            </a:r>
            <a:endParaRPr lang="en-US" sz="3200" b="0" i="0" dirty="0">
              <a:solidFill>
                <a:srgbClr val="000000"/>
              </a:solidFill>
              <a:effectLst/>
              <a:highlight>
                <a:srgbClr val="F5F5F5"/>
              </a:highlight>
              <a:latin typeface="Segoe UI" panose="020B0502040204020203" pitchFamily="34" charset="0"/>
            </a:endParaRPr>
          </a:p>
          <a:p>
            <a:pPr algn="l" rtl="0" fontAlgn="base"/>
            <a:r>
              <a:rPr lang="en-US" sz="3200" dirty="0" err="1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vannithaa</a:t>
            </a:r>
            <a:r>
              <a:rPr lang="en-US" sz="3200" dirty="0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 </a:t>
            </a:r>
            <a:r>
              <a:rPr lang="en-US" sz="3200" dirty="0" err="1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ippolh</a:t>
            </a:r>
            <a:r>
              <a:rPr lang="en-US" sz="3200" dirty="0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 </a:t>
            </a:r>
            <a:r>
              <a:rPr lang="en-US" sz="3200" dirty="0" err="1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nin</a:t>
            </a:r>
            <a:r>
              <a:rPr lang="en-US" sz="3200" dirty="0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 </a:t>
            </a:r>
            <a:r>
              <a:rPr lang="en-US" sz="3200" dirty="0" err="1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paadaththil</a:t>
            </a:r>
            <a:endParaRPr lang="en-US" sz="3200" b="0" i="0" dirty="0">
              <a:solidFill>
                <a:srgbClr val="000000"/>
              </a:solidFill>
              <a:effectLst/>
              <a:highlight>
                <a:srgbClr val="F5F5F5"/>
              </a:highlight>
              <a:latin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638D45-CE17-40C1-F11F-770D918C473D}"/>
              </a:ext>
            </a:extLst>
          </p:cNvPr>
          <p:cNvSpPr txBox="1"/>
          <p:nvPr/>
        </p:nvSpPr>
        <p:spPr>
          <a:xfrm>
            <a:off x="6955973" y="4835725"/>
            <a:ext cx="21838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Communion 4:  1 of 10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5D8B6F-B75E-49DE-8804-FA702615DED3}"/>
              </a:ext>
            </a:extLst>
          </p:cNvPr>
          <p:cNvSpPr txBox="1"/>
          <p:nvPr/>
        </p:nvSpPr>
        <p:spPr>
          <a:xfrm>
            <a:off x="1730587" y="2657077"/>
            <a:ext cx="5682827" cy="1792798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en-US" sz="280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Fsâ</a:t>
            </a:r>
            <a:r>
              <a:rPr lang="en-US" sz="28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{]</a:t>
            </a:r>
            <a:r>
              <a:rPr lang="en-US" sz="280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mWkJn</a:t>
            </a:r>
            <a:r>
              <a:rPr lang="en-US" sz="28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tbipth</a:t>
            </a:r>
            <a:r>
              <a:rPr lang="en-US" sz="28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! </a:t>
            </a:r>
          </a:p>
          <a:p>
            <a:r>
              <a:rPr lang="en-US" sz="280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Fsâ</a:t>
            </a:r>
            <a:r>
              <a:rPr lang="en-US" sz="28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DÅ¯nÂ</a:t>
            </a:r>
            <a:r>
              <a:rPr lang="en-US" sz="28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B\\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v</a:t>
            </a:r>
            <a:r>
              <a:rPr lang="en-US" sz="280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Zta</a:t>
            </a:r>
            <a:r>
              <a:rPr lang="en-US" sz="28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! </a:t>
            </a:r>
          </a:p>
          <a:p>
            <a:r>
              <a:rPr lang="en-US" sz="28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Fs¶ \</a:t>
            </a:r>
            <a:r>
              <a:rPr lang="en-US" sz="280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nÀamÀÆn¦Â</a:t>
            </a:r>
            <a:r>
              <a:rPr lang="en-US" sz="28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tNÀ¸m</a:t>
            </a:r>
            <a:r>
              <a:rPr lang="en-US" sz="28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\</a:t>
            </a:r>
            <a:r>
              <a:rPr lang="en-US" sz="280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mbv</a:t>
            </a:r>
            <a:r>
              <a:rPr lang="en-US" sz="28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pt-BR" sz="28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h¶nXm Ct¸mÄ \n³]mZ¯nÂ </a:t>
            </a:r>
            <a:endParaRPr lang="en-US" sz="400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797846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Communion: Hymn No.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370</a:t>
            </a: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44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4E9A69-B612-35E4-DEEF-5092DA0A0A97}"/>
              </a:ext>
            </a:extLst>
          </p:cNvPr>
          <p:cNvSpPr txBox="1"/>
          <p:nvPr/>
        </p:nvSpPr>
        <p:spPr>
          <a:xfrm>
            <a:off x="1381474" y="478386"/>
            <a:ext cx="6381052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/>
            <a:r>
              <a:rPr lang="en-US" sz="3200" b="0" i="0" u="none" strike="noStrike" dirty="0" err="1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parhaka</a:t>
            </a:r>
            <a:r>
              <a:rPr lang="en-US" sz="3200" b="0" i="0" u="none" strike="noStrike" dirty="0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parhaka</a:t>
            </a:r>
            <a:r>
              <a:rPr lang="en-US" sz="3200" b="0" i="0" u="none" strike="noStrike" dirty="0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njaan</a:t>
            </a:r>
            <a:r>
              <a:rPr lang="en-US" sz="3200" b="0" i="0" u="none" strike="noStrike" dirty="0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praarhthhikkumpolh</a:t>
            </a:r>
            <a:endParaRPr lang="en-US" sz="3200" b="0" i="0" u="none" strike="noStrike" dirty="0">
              <a:solidFill>
                <a:srgbClr val="000000"/>
              </a:solidFill>
              <a:effectLst/>
              <a:highlight>
                <a:srgbClr val="F5F5F5"/>
              </a:highlight>
              <a:latin typeface="Segoe UI" panose="020B0502040204020203" pitchFamily="34" charset="0"/>
            </a:endParaRPr>
          </a:p>
          <a:p>
            <a:pPr algn="l" rtl="0" fontAlgn="base"/>
            <a:r>
              <a:rPr lang="en-US" sz="3200" dirty="0" err="1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karhththaave</a:t>
            </a:r>
            <a:r>
              <a:rPr lang="en-US" sz="3200" dirty="0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 </a:t>
            </a:r>
            <a:r>
              <a:rPr lang="en-US" sz="3200" dirty="0" err="1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ee</a:t>
            </a:r>
            <a:r>
              <a:rPr lang="en-US" sz="3200" dirty="0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 </a:t>
            </a:r>
            <a:r>
              <a:rPr lang="en-US" sz="3200" dirty="0" err="1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neecha</a:t>
            </a:r>
            <a:r>
              <a:rPr lang="en-US" sz="3200" dirty="0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 </a:t>
            </a:r>
            <a:r>
              <a:rPr lang="en-US" sz="3200" dirty="0" err="1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paapikku</a:t>
            </a:r>
            <a:endParaRPr lang="en-US" sz="3200" dirty="0">
              <a:solidFill>
                <a:srgbClr val="000000"/>
              </a:solidFill>
              <a:highlight>
                <a:srgbClr val="F5F5F5"/>
              </a:highlight>
              <a:latin typeface="Segoe UI" panose="020B0502040204020203" pitchFamily="34" charset="0"/>
            </a:endParaRPr>
          </a:p>
          <a:p>
            <a:pPr algn="l" rtl="0" fontAlgn="base"/>
            <a:r>
              <a:rPr lang="en-US" sz="3200" b="0" i="0" dirty="0" err="1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prema</a:t>
            </a:r>
            <a:r>
              <a:rPr lang="en-US" sz="3200" b="0" i="0" dirty="0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 </a:t>
            </a:r>
            <a:r>
              <a:rPr lang="en-US" sz="3200" b="0" i="0" dirty="0" err="1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hithaththe</a:t>
            </a:r>
            <a:r>
              <a:rPr lang="en-US" sz="3200" b="0" i="0" dirty="0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 nee </a:t>
            </a:r>
            <a:r>
              <a:rPr lang="en-US" sz="3200" b="0" i="0" dirty="0" err="1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kaattuk</a:t>
            </a:r>
            <a:r>
              <a:rPr lang="en-US" sz="3200" dirty="0" err="1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a</a:t>
            </a:r>
            <a:endParaRPr lang="en-US" sz="3200" b="0" i="0" dirty="0">
              <a:solidFill>
                <a:srgbClr val="000000"/>
              </a:solidFill>
              <a:effectLst/>
              <a:highlight>
                <a:srgbClr val="F5F5F5"/>
              </a:highlight>
              <a:latin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638D45-CE17-40C1-F11F-770D918C473D}"/>
              </a:ext>
            </a:extLst>
          </p:cNvPr>
          <p:cNvSpPr txBox="1"/>
          <p:nvPr/>
        </p:nvSpPr>
        <p:spPr>
          <a:xfrm>
            <a:off x="6955973" y="4835725"/>
            <a:ext cx="21838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Communion 4:  2 of 10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5D8B6F-B75E-49DE-8804-FA702615DED3}"/>
              </a:ext>
            </a:extLst>
          </p:cNvPr>
          <p:cNvSpPr txBox="1"/>
          <p:nvPr/>
        </p:nvSpPr>
        <p:spPr>
          <a:xfrm>
            <a:off x="1892745" y="2657077"/>
            <a:ext cx="5358511" cy="2039020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en-US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]</a:t>
            </a:r>
            <a:r>
              <a:rPr lang="en-US" sz="320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dIþ</a:t>
            </a:r>
            <a:r>
              <a:rPr lang="en-US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]dIþRm³ </a:t>
            </a:r>
          </a:p>
          <a:p>
            <a:r>
              <a:rPr lang="en-US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{]mÀ°n¡pt¼mÄ </a:t>
            </a:r>
          </a:p>
          <a:p>
            <a:r>
              <a:rPr lang="en-US" sz="320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IÀ¯mth</a:t>
            </a:r>
            <a:r>
              <a:rPr lang="en-US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! Cu \</a:t>
            </a:r>
            <a:r>
              <a:rPr lang="en-US" sz="320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oN</a:t>
            </a:r>
            <a:r>
              <a:rPr lang="en-US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]m]</a:t>
            </a:r>
            <a:r>
              <a:rPr lang="en-US" sz="320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n¡p</a:t>
            </a:r>
            <a:r>
              <a:rPr lang="en-US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US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t{]a </a:t>
            </a:r>
            <a:r>
              <a:rPr lang="en-US" sz="320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lnXs</a:t>
            </a:r>
            <a:r>
              <a:rPr lang="en-US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¯ \o </a:t>
            </a:r>
            <a:r>
              <a:rPr lang="en-US" sz="320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Im«pI</a:t>
            </a:r>
            <a:r>
              <a:rPr lang="en-US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! </a:t>
            </a:r>
            <a:endParaRPr lang="en-US" sz="600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683439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Communion: Hymn No.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370</a:t>
            </a: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45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4E9A69-B612-35E4-DEEF-5092DA0A0A97}"/>
              </a:ext>
            </a:extLst>
          </p:cNvPr>
          <p:cNvSpPr txBox="1"/>
          <p:nvPr/>
        </p:nvSpPr>
        <p:spPr>
          <a:xfrm>
            <a:off x="1381474" y="478386"/>
            <a:ext cx="6381052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/>
            <a:r>
              <a:rPr lang="en-US" sz="3200" b="0" i="0" u="none" strike="noStrike" dirty="0" err="1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ninne</a:t>
            </a:r>
            <a:r>
              <a:rPr lang="en-US" sz="3200" b="0" i="0" u="none" strike="noStrike" dirty="0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snehikkunna</a:t>
            </a:r>
            <a:r>
              <a:rPr lang="en-US" sz="3200" b="0" i="0" u="none" strike="noStrike" dirty="0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makkalkku</a:t>
            </a:r>
            <a:endParaRPr lang="en-US" sz="3200" b="0" i="0" u="none" strike="noStrike" dirty="0">
              <a:solidFill>
                <a:srgbClr val="000000"/>
              </a:solidFill>
              <a:effectLst/>
              <a:highlight>
                <a:srgbClr val="F5F5F5"/>
              </a:highlight>
              <a:latin typeface="Segoe UI" panose="020B0502040204020203" pitchFamily="34" charset="0"/>
            </a:endParaRPr>
          </a:p>
          <a:p>
            <a:pPr algn="l" rtl="0" fontAlgn="base"/>
            <a:r>
              <a:rPr lang="en-US" sz="3200" dirty="0" err="1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ullhathaam</a:t>
            </a:r>
            <a:r>
              <a:rPr lang="en-US" sz="3200" dirty="0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 </a:t>
            </a:r>
            <a:r>
              <a:rPr lang="en-US" sz="3200" dirty="0" err="1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ella</a:t>
            </a:r>
            <a:r>
              <a:rPr lang="en-US" sz="3200" dirty="0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 </a:t>
            </a:r>
            <a:r>
              <a:rPr lang="en-US" sz="3200" dirty="0" err="1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padavikalhum</a:t>
            </a:r>
            <a:endParaRPr lang="en-US" sz="3200" dirty="0">
              <a:solidFill>
                <a:srgbClr val="000000"/>
              </a:solidFill>
              <a:highlight>
                <a:srgbClr val="F5F5F5"/>
              </a:highlight>
              <a:latin typeface="Segoe UI" panose="020B0502040204020203" pitchFamily="34" charset="0"/>
            </a:endParaRPr>
          </a:p>
          <a:p>
            <a:pPr algn="l" rtl="0" fontAlgn="base"/>
            <a:r>
              <a:rPr lang="en-US" sz="3200" b="0" i="0" dirty="0" err="1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adiyaanum</a:t>
            </a:r>
            <a:r>
              <a:rPr lang="en-US" sz="3200" b="0" i="0" dirty="0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 </a:t>
            </a:r>
            <a:r>
              <a:rPr lang="en-US" sz="3200" b="0" i="0" dirty="0" err="1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thirichchar</a:t>
            </a:r>
            <a:r>
              <a:rPr lang="en-US" sz="3200" dirty="0" err="1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hivaan</a:t>
            </a:r>
            <a:endParaRPr lang="en-US" sz="3200" dirty="0">
              <a:solidFill>
                <a:srgbClr val="000000"/>
              </a:solidFill>
              <a:highlight>
                <a:srgbClr val="F5F5F5"/>
              </a:highlight>
              <a:latin typeface="Segoe UI" panose="020B0502040204020203" pitchFamily="34" charset="0"/>
            </a:endParaRPr>
          </a:p>
          <a:p>
            <a:pPr algn="l" rtl="0" fontAlgn="base"/>
            <a:r>
              <a:rPr lang="en-US" sz="3200" b="0" i="0" dirty="0" err="1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appane</a:t>
            </a:r>
            <a:r>
              <a:rPr lang="en-US" sz="3200" b="0" i="0" dirty="0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 </a:t>
            </a:r>
            <a:r>
              <a:rPr lang="en-US" sz="3200" b="0" i="0" dirty="0" err="1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buddhiye</a:t>
            </a:r>
            <a:r>
              <a:rPr lang="en-US" sz="3200" b="0" i="0" dirty="0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 </a:t>
            </a:r>
            <a:r>
              <a:rPr lang="en-US" sz="3200" b="0" i="0" dirty="0" err="1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thelhikka</a:t>
            </a:r>
            <a:endParaRPr lang="en-US" sz="3200" b="0" i="0" dirty="0">
              <a:solidFill>
                <a:srgbClr val="000000"/>
              </a:solidFill>
              <a:effectLst/>
              <a:highlight>
                <a:srgbClr val="F5F5F5"/>
              </a:highlight>
              <a:latin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638D45-CE17-40C1-F11F-770D918C473D}"/>
              </a:ext>
            </a:extLst>
          </p:cNvPr>
          <p:cNvSpPr txBox="1"/>
          <p:nvPr/>
        </p:nvSpPr>
        <p:spPr>
          <a:xfrm>
            <a:off x="6955973" y="4835725"/>
            <a:ext cx="21838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Communion 4:  3 of 10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5D8B6F-B75E-49DE-8804-FA702615DED3}"/>
              </a:ext>
            </a:extLst>
          </p:cNvPr>
          <p:cNvSpPr txBox="1"/>
          <p:nvPr/>
        </p:nvSpPr>
        <p:spPr>
          <a:xfrm>
            <a:off x="1892745" y="2657077"/>
            <a:ext cx="5358511" cy="2039020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en-US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\ns¶ </a:t>
            </a:r>
            <a:r>
              <a:rPr lang="en-US" sz="320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kvt</a:t>
            </a:r>
            <a:r>
              <a:rPr lang="en-US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\</a:t>
            </a:r>
            <a:r>
              <a:rPr lang="en-US" sz="320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ln¡p</a:t>
            </a:r>
            <a:r>
              <a:rPr lang="en-US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¶ </a:t>
            </a:r>
            <a:r>
              <a:rPr lang="en-US" sz="320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a¡Ä¡p</a:t>
            </a:r>
            <a:r>
              <a:rPr lang="en-US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US" sz="320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DÅXmw</a:t>
            </a:r>
            <a:r>
              <a:rPr lang="en-US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320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FÃm</a:t>
            </a:r>
            <a:r>
              <a:rPr lang="en-US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]</a:t>
            </a:r>
            <a:r>
              <a:rPr lang="en-US" sz="320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ZhnIfpw</a:t>
            </a:r>
            <a:r>
              <a:rPr lang="en-US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US" sz="320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ASnbm</a:t>
            </a:r>
            <a:r>
              <a:rPr lang="en-US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\pw Xncn¨dnhm³ </a:t>
            </a:r>
          </a:p>
          <a:p>
            <a:r>
              <a:rPr lang="en-US" sz="320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A¸t</a:t>
            </a:r>
            <a:r>
              <a:rPr lang="en-US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\! _p²nsb </a:t>
            </a:r>
            <a:r>
              <a:rPr lang="en-US" sz="320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sXfn</a:t>
            </a:r>
            <a:r>
              <a:rPr lang="en-US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¡! </a:t>
            </a:r>
            <a:endParaRPr lang="en-US" sz="880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281653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Communion: Hymn No.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370</a:t>
            </a: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46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4E9A69-B612-35E4-DEEF-5092DA0A0A97}"/>
              </a:ext>
            </a:extLst>
          </p:cNvPr>
          <p:cNvSpPr txBox="1"/>
          <p:nvPr/>
        </p:nvSpPr>
        <p:spPr>
          <a:xfrm>
            <a:off x="1381474" y="478386"/>
            <a:ext cx="6381052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/>
            <a:r>
              <a:rPr lang="en-US" sz="3200" b="0" i="0" u="none" strike="noStrike" dirty="0" err="1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parhaka</a:t>
            </a:r>
            <a:r>
              <a:rPr lang="en-US" sz="3200" b="0" i="0" u="none" strike="noStrike" dirty="0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parhaka</a:t>
            </a:r>
            <a:r>
              <a:rPr lang="en-US" sz="3200" b="0" i="0" u="none" strike="noStrike" dirty="0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njaan</a:t>
            </a:r>
            <a:r>
              <a:rPr lang="en-US" sz="3200" b="0" i="0" u="none" strike="noStrike" dirty="0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praarhthhikkumpolh</a:t>
            </a:r>
            <a:endParaRPr lang="en-US" sz="3200" b="0" i="0" u="none" strike="noStrike" dirty="0">
              <a:solidFill>
                <a:srgbClr val="000000"/>
              </a:solidFill>
              <a:effectLst/>
              <a:highlight>
                <a:srgbClr val="F5F5F5"/>
              </a:highlight>
              <a:latin typeface="Segoe UI" panose="020B0502040204020203" pitchFamily="34" charset="0"/>
            </a:endParaRPr>
          </a:p>
          <a:p>
            <a:pPr algn="l" rtl="0" fontAlgn="base"/>
            <a:r>
              <a:rPr lang="en-US" sz="3200" dirty="0" err="1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karhththaave</a:t>
            </a:r>
            <a:r>
              <a:rPr lang="en-US" sz="3200" dirty="0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 </a:t>
            </a:r>
            <a:r>
              <a:rPr lang="en-US" sz="3200" dirty="0" err="1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ee</a:t>
            </a:r>
            <a:r>
              <a:rPr lang="en-US" sz="3200" dirty="0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 </a:t>
            </a:r>
            <a:r>
              <a:rPr lang="en-US" sz="3200" dirty="0" err="1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neecha</a:t>
            </a:r>
            <a:r>
              <a:rPr lang="en-US" sz="3200" dirty="0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 </a:t>
            </a:r>
            <a:r>
              <a:rPr lang="en-US" sz="3200" dirty="0" err="1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paapikku</a:t>
            </a:r>
            <a:endParaRPr lang="en-US" sz="3200" dirty="0">
              <a:solidFill>
                <a:srgbClr val="000000"/>
              </a:solidFill>
              <a:highlight>
                <a:srgbClr val="F5F5F5"/>
              </a:highlight>
              <a:latin typeface="Segoe UI" panose="020B0502040204020203" pitchFamily="34" charset="0"/>
            </a:endParaRPr>
          </a:p>
          <a:p>
            <a:pPr algn="l" rtl="0" fontAlgn="base"/>
            <a:r>
              <a:rPr lang="en-US" sz="3200" b="0" i="0" dirty="0" err="1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prema</a:t>
            </a:r>
            <a:r>
              <a:rPr lang="en-US" sz="3200" b="0" i="0" dirty="0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 </a:t>
            </a:r>
            <a:r>
              <a:rPr lang="en-US" sz="3200" b="0" i="0" dirty="0" err="1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hithaththe</a:t>
            </a:r>
            <a:r>
              <a:rPr lang="en-US" sz="3200" b="0" i="0" dirty="0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 nee </a:t>
            </a:r>
            <a:r>
              <a:rPr lang="en-US" sz="3200" b="0" i="0" dirty="0" err="1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kaattuk</a:t>
            </a:r>
            <a:r>
              <a:rPr lang="en-US" sz="3200" dirty="0" err="1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a</a:t>
            </a:r>
            <a:endParaRPr lang="en-US" sz="3200" b="0" i="0" dirty="0">
              <a:solidFill>
                <a:srgbClr val="000000"/>
              </a:solidFill>
              <a:effectLst/>
              <a:highlight>
                <a:srgbClr val="F5F5F5"/>
              </a:highlight>
              <a:latin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638D45-CE17-40C1-F11F-770D918C473D}"/>
              </a:ext>
            </a:extLst>
          </p:cNvPr>
          <p:cNvSpPr txBox="1"/>
          <p:nvPr/>
        </p:nvSpPr>
        <p:spPr>
          <a:xfrm>
            <a:off x="6955973" y="4835725"/>
            <a:ext cx="21838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Communion 4:  4 of 10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5D8B6F-B75E-49DE-8804-FA702615DED3}"/>
              </a:ext>
            </a:extLst>
          </p:cNvPr>
          <p:cNvSpPr txBox="1"/>
          <p:nvPr/>
        </p:nvSpPr>
        <p:spPr>
          <a:xfrm>
            <a:off x="1892745" y="2657077"/>
            <a:ext cx="5358511" cy="2039020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en-US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]</a:t>
            </a:r>
            <a:r>
              <a:rPr lang="en-US" sz="320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dIþ</a:t>
            </a:r>
            <a:r>
              <a:rPr lang="en-US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]dIþRm³ </a:t>
            </a:r>
          </a:p>
          <a:p>
            <a:r>
              <a:rPr lang="en-US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{]mÀ°n¡pt¼mÄ </a:t>
            </a:r>
          </a:p>
          <a:p>
            <a:r>
              <a:rPr lang="en-US" sz="320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IÀ¯mth</a:t>
            </a:r>
            <a:r>
              <a:rPr lang="en-US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! Cu \</a:t>
            </a:r>
            <a:r>
              <a:rPr lang="en-US" sz="320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oN</a:t>
            </a:r>
            <a:r>
              <a:rPr lang="en-US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]m]</a:t>
            </a:r>
            <a:r>
              <a:rPr lang="en-US" sz="320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n¡p</a:t>
            </a:r>
            <a:r>
              <a:rPr lang="en-US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US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t{]a </a:t>
            </a:r>
            <a:r>
              <a:rPr lang="en-US" sz="320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lnXs</a:t>
            </a:r>
            <a:r>
              <a:rPr lang="en-US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¯ \o </a:t>
            </a:r>
            <a:r>
              <a:rPr lang="en-US" sz="320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Im«pI</a:t>
            </a:r>
            <a:r>
              <a:rPr lang="en-US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! </a:t>
            </a:r>
            <a:endParaRPr lang="en-US" sz="600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098026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Communion: Hymn No.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370</a:t>
            </a: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47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4E9A69-B612-35E4-DEEF-5092DA0A0A97}"/>
              </a:ext>
            </a:extLst>
          </p:cNvPr>
          <p:cNvSpPr txBox="1"/>
          <p:nvPr/>
        </p:nvSpPr>
        <p:spPr>
          <a:xfrm>
            <a:off x="888823" y="478386"/>
            <a:ext cx="7366355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/>
            <a:r>
              <a:rPr lang="en-US" sz="3200" b="0" i="0" u="none" strike="noStrike" dirty="0" err="1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eliyaa</a:t>
            </a:r>
            <a:r>
              <a:rPr lang="en-US" sz="3200" b="0" i="0" u="none" strike="noStrike" dirty="0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eleeshaa</a:t>
            </a:r>
            <a:r>
              <a:rPr lang="en-US" sz="3200" b="0" i="0" u="none" strike="noStrike" dirty="0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pravararh</a:t>
            </a:r>
            <a:endParaRPr lang="en-US" sz="3200" b="0" i="0" u="none" strike="noStrike" dirty="0">
              <a:solidFill>
                <a:srgbClr val="000000"/>
              </a:solidFill>
              <a:effectLst/>
              <a:highlight>
                <a:srgbClr val="F5F5F5"/>
              </a:highlight>
              <a:latin typeface="Segoe UI" panose="020B0502040204020203" pitchFamily="34" charset="0"/>
            </a:endParaRPr>
          </a:p>
          <a:p>
            <a:pPr algn="l" rtl="0" fontAlgn="base"/>
            <a:r>
              <a:rPr lang="en-US" sz="3200" dirty="0" err="1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balamaay</a:t>
            </a:r>
            <a:r>
              <a:rPr lang="en-US" sz="3200" dirty="0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 </a:t>
            </a:r>
            <a:r>
              <a:rPr lang="en-US" sz="3200" dirty="0" err="1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cheytha</a:t>
            </a:r>
            <a:r>
              <a:rPr lang="en-US" sz="3200" dirty="0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 </a:t>
            </a:r>
            <a:r>
              <a:rPr lang="en-US" sz="3200" dirty="0" err="1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kriyakalh</a:t>
            </a:r>
            <a:r>
              <a:rPr lang="en-US" sz="3200" dirty="0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 </a:t>
            </a:r>
            <a:r>
              <a:rPr lang="en-US" sz="3200" dirty="0" err="1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kaanhmaan</a:t>
            </a:r>
            <a:endParaRPr lang="en-US" sz="3200" dirty="0">
              <a:solidFill>
                <a:srgbClr val="000000"/>
              </a:solidFill>
              <a:highlight>
                <a:srgbClr val="F5F5F5"/>
              </a:highlight>
              <a:latin typeface="Segoe UI" panose="020B0502040204020203" pitchFamily="34" charset="0"/>
            </a:endParaRPr>
          </a:p>
          <a:p>
            <a:pPr algn="l" rtl="0" fontAlgn="base"/>
            <a:r>
              <a:rPr lang="en-US" sz="3200" b="0" i="0" dirty="0" err="1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eloheem</a:t>
            </a:r>
            <a:r>
              <a:rPr lang="en-US" sz="3200" b="0" i="0" dirty="0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 </a:t>
            </a:r>
            <a:r>
              <a:rPr lang="en-US" sz="3200" b="0" i="0" dirty="0" err="1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enneyum</a:t>
            </a:r>
            <a:r>
              <a:rPr lang="en-US" sz="3200" b="0" i="0" dirty="0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 </a:t>
            </a:r>
            <a:r>
              <a:rPr lang="en-US" sz="3200" b="0" i="0" dirty="0" err="1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orkkuka</a:t>
            </a:r>
            <a:endParaRPr lang="en-US" sz="3200" b="0" i="0" dirty="0">
              <a:solidFill>
                <a:srgbClr val="000000"/>
              </a:solidFill>
              <a:effectLst/>
              <a:highlight>
                <a:srgbClr val="F5F5F5"/>
              </a:highlight>
              <a:latin typeface="Segoe UI" panose="020B0502040204020203" pitchFamily="34" charset="0"/>
            </a:endParaRPr>
          </a:p>
          <a:p>
            <a:pPr algn="l" rtl="0" fontAlgn="base"/>
            <a:r>
              <a:rPr lang="en-US" sz="3200" dirty="0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vela </a:t>
            </a:r>
            <a:r>
              <a:rPr lang="en-US" sz="3200" dirty="0" err="1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ninnude</a:t>
            </a:r>
            <a:r>
              <a:rPr lang="en-US" sz="3200" dirty="0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 </a:t>
            </a:r>
            <a:r>
              <a:rPr lang="en-US" sz="3200" dirty="0" err="1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njaan</a:t>
            </a:r>
            <a:r>
              <a:rPr lang="en-US" sz="3200" dirty="0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 </a:t>
            </a:r>
            <a:r>
              <a:rPr lang="en-US" sz="3200" dirty="0" err="1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cheyyuvaan</a:t>
            </a:r>
            <a:endParaRPr lang="en-US" sz="3200" b="0" i="0" dirty="0">
              <a:solidFill>
                <a:srgbClr val="000000"/>
              </a:solidFill>
              <a:effectLst/>
              <a:highlight>
                <a:srgbClr val="F5F5F5"/>
              </a:highlight>
              <a:latin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638D45-CE17-40C1-F11F-770D918C473D}"/>
              </a:ext>
            </a:extLst>
          </p:cNvPr>
          <p:cNvSpPr txBox="1"/>
          <p:nvPr/>
        </p:nvSpPr>
        <p:spPr>
          <a:xfrm>
            <a:off x="6955973" y="4835725"/>
            <a:ext cx="21838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Communion 4:  5 of 10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5D8B6F-B75E-49DE-8804-FA702615DED3}"/>
              </a:ext>
            </a:extLst>
          </p:cNvPr>
          <p:cNvSpPr txBox="1"/>
          <p:nvPr/>
        </p:nvSpPr>
        <p:spPr>
          <a:xfrm>
            <a:off x="1262895" y="2832390"/>
            <a:ext cx="6618210" cy="1546577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ml-IN" sz="24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ഏലിയാ എലീശാ പ്രവരർ </a:t>
            </a:r>
          </a:p>
          <a:p>
            <a:r>
              <a:rPr lang="ml-IN" sz="24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ബലമായ് ചെയ്ത ക്രിയകൾ കാണ്മാൻ </a:t>
            </a:r>
          </a:p>
          <a:p>
            <a:r>
              <a:rPr lang="ml-IN" sz="24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ഏലോഹീം എന്നെയും ഓർക്കുക </a:t>
            </a:r>
          </a:p>
          <a:p>
            <a:r>
              <a:rPr lang="ml-IN" sz="24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വേല നിന്നുടെ ഞാൻ ചെയ്യുവാൻ </a:t>
            </a:r>
            <a:endParaRPr lang="en-US" sz="1150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789278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Communion: Hymn No.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370</a:t>
            </a: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48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4E9A69-B612-35E4-DEEF-5092DA0A0A97}"/>
              </a:ext>
            </a:extLst>
          </p:cNvPr>
          <p:cNvSpPr txBox="1"/>
          <p:nvPr/>
        </p:nvSpPr>
        <p:spPr>
          <a:xfrm>
            <a:off x="1381474" y="478386"/>
            <a:ext cx="6381052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/>
            <a:r>
              <a:rPr lang="en-US" sz="3200" b="0" i="0" u="none" strike="noStrike" dirty="0" err="1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parhaka</a:t>
            </a:r>
            <a:r>
              <a:rPr lang="en-US" sz="3200" b="0" i="0" u="none" strike="noStrike" dirty="0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parhaka</a:t>
            </a:r>
            <a:r>
              <a:rPr lang="en-US" sz="3200" b="0" i="0" u="none" strike="noStrike" dirty="0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njaan</a:t>
            </a:r>
            <a:r>
              <a:rPr lang="en-US" sz="3200" b="0" i="0" u="none" strike="noStrike" dirty="0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praarhthhikkumpolh</a:t>
            </a:r>
            <a:endParaRPr lang="en-US" sz="3200" b="0" i="0" u="none" strike="noStrike" dirty="0">
              <a:solidFill>
                <a:srgbClr val="000000"/>
              </a:solidFill>
              <a:effectLst/>
              <a:highlight>
                <a:srgbClr val="F5F5F5"/>
              </a:highlight>
              <a:latin typeface="Segoe UI" panose="020B0502040204020203" pitchFamily="34" charset="0"/>
            </a:endParaRPr>
          </a:p>
          <a:p>
            <a:pPr algn="l" rtl="0" fontAlgn="base"/>
            <a:r>
              <a:rPr lang="en-US" sz="3200" dirty="0" err="1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karhththaave</a:t>
            </a:r>
            <a:r>
              <a:rPr lang="en-US" sz="3200" dirty="0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 </a:t>
            </a:r>
            <a:r>
              <a:rPr lang="en-US" sz="3200" dirty="0" err="1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ee</a:t>
            </a:r>
            <a:r>
              <a:rPr lang="en-US" sz="3200" dirty="0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 </a:t>
            </a:r>
            <a:r>
              <a:rPr lang="en-US" sz="3200" dirty="0" err="1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neecha</a:t>
            </a:r>
            <a:r>
              <a:rPr lang="en-US" sz="3200" dirty="0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 </a:t>
            </a:r>
            <a:r>
              <a:rPr lang="en-US" sz="3200" dirty="0" err="1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paapikku</a:t>
            </a:r>
            <a:endParaRPr lang="en-US" sz="3200" dirty="0">
              <a:solidFill>
                <a:srgbClr val="000000"/>
              </a:solidFill>
              <a:highlight>
                <a:srgbClr val="F5F5F5"/>
              </a:highlight>
              <a:latin typeface="Segoe UI" panose="020B0502040204020203" pitchFamily="34" charset="0"/>
            </a:endParaRPr>
          </a:p>
          <a:p>
            <a:pPr algn="l" rtl="0" fontAlgn="base"/>
            <a:r>
              <a:rPr lang="en-US" sz="3200" b="0" i="0" dirty="0" err="1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prema</a:t>
            </a:r>
            <a:r>
              <a:rPr lang="en-US" sz="3200" b="0" i="0" dirty="0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 </a:t>
            </a:r>
            <a:r>
              <a:rPr lang="en-US" sz="3200" b="0" i="0" dirty="0" err="1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hithaththe</a:t>
            </a:r>
            <a:r>
              <a:rPr lang="en-US" sz="3200" b="0" i="0" dirty="0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 nee </a:t>
            </a:r>
            <a:r>
              <a:rPr lang="en-US" sz="3200" b="0" i="0" dirty="0" err="1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kaattuk</a:t>
            </a:r>
            <a:r>
              <a:rPr lang="en-US" sz="3200" dirty="0" err="1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a</a:t>
            </a:r>
            <a:endParaRPr lang="en-US" sz="3200" b="0" i="0" dirty="0">
              <a:solidFill>
                <a:srgbClr val="000000"/>
              </a:solidFill>
              <a:effectLst/>
              <a:highlight>
                <a:srgbClr val="F5F5F5"/>
              </a:highlight>
              <a:latin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638D45-CE17-40C1-F11F-770D918C473D}"/>
              </a:ext>
            </a:extLst>
          </p:cNvPr>
          <p:cNvSpPr txBox="1"/>
          <p:nvPr/>
        </p:nvSpPr>
        <p:spPr>
          <a:xfrm>
            <a:off x="6955973" y="4835725"/>
            <a:ext cx="21838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Communion 4:  6 of 10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5D8B6F-B75E-49DE-8804-FA702615DED3}"/>
              </a:ext>
            </a:extLst>
          </p:cNvPr>
          <p:cNvSpPr txBox="1"/>
          <p:nvPr/>
        </p:nvSpPr>
        <p:spPr>
          <a:xfrm>
            <a:off x="1892745" y="2657077"/>
            <a:ext cx="5358511" cy="2039020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en-US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]</a:t>
            </a:r>
            <a:r>
              <a:rPr lang="en-US" sz="320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dIþ</a:t>
            </a:r>
            <a:r>
              <a:rPr lang="en-US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]dIþRm³ </a:t>
            </a:r>
          </a:p>
          <a:p>
            <a:r>
              <a:rPr lang="en-US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{]mÀ°n¡pt¼mÄ </a:t>
            </a:r>
          </a:p>
          <a:p>
            <a:r>
              <a:rPr lang="en-US" sz="320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IÀ¯mth</a:t>
            </a:r>
            <a:r>
              <a:rPr lang="en-US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! Cu \</a:t>
            </a:r>
            <a:r>
              <a:rPr lang="en-US" sz="320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oN</a:t>
            </a:r>
            <a:r>
              <a:rPr lang="en-US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]m]</a:t>
            </a:r>
            <a:r>
              <a:rPr lang="en-US" sz="320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n¡p</a:t>
            </a:r>
            <a:r>
              <a:rPr lang="en-US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US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t{]a </a:t>
            </a:r>
            <a:r>
              <a:rPr lang="en-US" sz="320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lnXs</a:t>
            </a:r>
            <a:r>
              <a:rPr lang="en-US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¯ \o </a:t>
            </a:r>
            <a:r>
              <a:rPr lang="en-US" sz="320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Im«pI</a:t>
            </a:r>
            <a:r>
              <a:rPr lang="en-US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! </a:t>
            </a:r>
            <a:endParaRPr lang="en-US" sz="600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620093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Communion: Hymn No.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370</a:t>
            </a: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49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4E9A69-B612-35E4-DEEF-5092DA0A0A97}"/>
              </a:ext>
            </a:extLst>
          </p:cNvPr>
          <p:cNvSpPr txBox="1"/>
          <p:nvPr/>
        </p:nvSpPr>
        <p:spPr>
          <a:xfrm>
            <a:off x="1381474" y="478386"/>
            <a:ext cx="6944042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/>
            <a:r>
              <a:rPr lang="en-US" sz="3200" b="0" i="0" u="none" strike="noStrike" dirty="0" err="1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paapikalhkku</a:t>
            </a:r>
            <a:r>
              <a:rPr lang="en-US" sz="3200" b="0" i="0" u="none" strike="noStrike" dirty="0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ninte</a:t>
            </a:r>
            <a:r>
              <a:rPr lang="en-US" sz="3200" b="0" i="0" u="none" strike="noStrike" dirty="0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snehaththe</a:t>
            </a:r>
            <a:endParaRPr lang="en-US" sz="3200" b="0" i="0" u="none" strike="noStrike" dirty="0">
              <a:solidFill>
                <a:srgbClr val="000000"/>
              </a:solidFill>
              <a:effectLst/>
              <a:highlight>
                <a:srgbClr val="F5F5F5"/>
              </a:highlight>
              <a:latin typeface="Segoe UI" panose="020B0502040204020203" pitchFamily="34" charset="0"/>
            </a:endParaRPr>
          </a:p>
          <a:p>
            <a:pPr algn="l" rtl="0" fontAlgn="base"/>
            <a:r>
              <a:rPr lang="en-US" sz="3200" dirty="0" err="1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ente</a:t>
            </a:r>
            <a:r>
              <a:rPr lang="en-US" sz="3200" dirty="0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 </a:t>
            </a:r>
            <a:r>
              <a:rPr lang="en-US" sz="3200" dirty="0" err="1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sheelaththaal</a:t>
            </a:r>
            <a:r>
              <a:rPr lang="en-US" sz="3200" dirty="0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 </a:t>
            </a:r>
            <a:r>
              <a:rPr lang="en-US" sz="3200" dirty="0" err="1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njaan</a:t>
            </a:r>
            <a:r>
              <a:rPr lang="en-US" sz="3200" dirty="0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 </a:t>
            </a:r>
            <a:r>
              <a:rPr lang="en-US" sz="3200" dirty="0" err="1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kaattuvaan</a:t>
            </a:r>
            <a:endParaRPr lang="en-US" sz="3200" dirty="0">
              <a:solidFill>
                <a:srgbClr val="000000"/>
              </a:solidFill>
              <a:highlight>
                <a:srgbClr val="F5F5F5"/>
              </a:highlight>
              <a:latin typeface="Segoe UI" panose="020B0502040204020203" pitchFamily="34" charset="0"/>
            </a:endParaRPr>
          </a:p>
          <a:p>
            <a:pPr algn="l" rtl="0" fontAlgn="base"/>
            <a:r>
              <a:rPr lang="en-US" sz="3200" b="0" i="0" dirty="0" err="1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kaalvarhi</a:t>
            </a:r>
            <a:r>
              <a:rPr lang="en-US" sz="3200" b="0" i="0" dirty="0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 </a:t>
            </a:r>
            <a:r>
              <a:rPr lang="en-US" sz="3200" b="0" i="0" dirty="0" err="1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malamel</a:t>
            </a:r>
            <a:r>
              <a:rPr lang="en-US" sz="3200" b="0" i="0" dirty="0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 </a:t>
            </a:r>
            <a:r>
              <a:rPr lang="en-US" sz="3200" b="0" i="0" dirty="0" err="1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kaanhichcha</a:t>
            </a:r>
            <a:endParaRPr lang="en-US" sz="3200" b="0" i="0" dirty="0">
              <a:solidFill>
                <a:srgbClr val="000000"/>
              </a:solidFill>
              <a:effectLst/>
              <a:highlight>
                <a:srgbClr val="F5F5F5"/>
              </a:highlight>
              <a:latin typeface="Segoe UI" panose="020B0502040204020203" pitchFamily="34" charset="0"/>
            </a:endParaRPr>
          </a:p>
          <a:p>
            <a:pPr algn="l" rtl="0" fontAlgn="base"/>
            <a:r>
              <a:rPr lang="en-US" sz="3200" dirty="0" err="1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ninte</a:t>
            </a:r>
            <a:r>
              <a:rPr lang="en-US" sz="3200" dirty="0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 </a:t>
            </a:r>
            <a:r>
              <a:rPr lang="en-US" sz="3200" dirty="0" err="1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anpin</a:t>
            </a:r>
            <a:r>
              <a:rPr lang="en-US" sz="3200" dirty="0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 </a:t>
            </a:r>
            <a:r>
              <a:rPr lang="en-US" sz="3200" dirty="0" err="1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sheelam</a:t>
            </a:r>
            <a:r>
              <a:rPr lang="en-US" sz="3200" dirty="0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 </a:t>
            </a:r>
            <a:r>
              <a:rPr lang="en-US" sz="3200" dirty="0" err="1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pakarhkka</a:t>
            </a:r>
            <a:endParaRPr lang="en-US" sz="3200" b="0" i="0" dirty="0">
              <a:solidFill>
                <a:srgbClr val="000000"/>
              </a:solidFill>
              <a:effectLst/>
              <a:highlight>
                <a:srgbClr val="F5F5F5"/>
              </a:highlight>
              <a:latin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638D45-CE17-40C1-F11F-770D918C473D}"/>
              </a:ext>
            </a:extLst>
          </p:cNvPr>
          <p:cNvSpPr txBox="1"/>
          <p:nvPr/>
        </p:nvSpPr>
        <p:spPr>
          <a:xfrm>
            <a:off x="6955973" y="4835725"/>
            <a:ext cx="21838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Communion 4:  7 of 10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5D8B6F-B75E-49DE-8804-FA702615DED3}"/>
              </a:ext>
            </a:extLst>
          </p:cNvPr>
          <p:cNvSpPr txBox="1"/>
          <p:nvPr/>
        </p:nvSpPr>
        <p:spPr>
          <a:xfrm>
            <a:off x="1892745" y="2657077"/>
            <a:ext cx="5358511" cy="1792798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en-US" sz="28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]m]</a:t>
            </a:r>
            <a:r>
              <a:rPr lang="en-US" sz="280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nIÄ¡p</a:t>
            </a:r>
            <a:r>
              <a:rPr lang="en-US" sz="28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\</a:t>
            </a:r>
            <a:r>
              <a:rPr lang="en-US" sz="280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nsâ</a:t>
            </a:r>
            <a:r>
              <a:rPr lang="en-US" sz="28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kvt</a:t>
            </a:r>
            <a:r>
              <a:rPr lang="en-US" sz="28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\ls¯ </a:t>
            </a:r>
          </a:p>
          <a:p>
            <a:r>
              <a:rPr lang="de-DE" sz="28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Fsâ ioe¯mÂ Rm³ Im«phm³ </a:t>
            </a:r>
          </a:p>
          <a:p>
            <a:r>
              <a:rPr lang="en-US" sz="280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ImÂhdn</a:t>
            </a:r>
            <a:r>
              <a:rPr lang="en-US" sz="28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aetaÂ</a:t>
            </a:r>
            <a:r>
              <a:rPr lang="en-US" sz="28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ImWn</a:t>
            </a:r>
            <a:r>
              <a:rPr lang="en-US" sz="28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¨ </a:t>
            </a:r>
          </a:p>
          <a:p>
            <a:r>
              <a:rPr lang="pt-BR" sz="28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\nsâ A³]n³ioew ]IÀ</a:t>
            </a:r>
            <a:r>
              <a:rPr lang="en-US" sz="28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¡</a:t>
            </a:r>
            <a:endParaRPr lang="en-US" sz="1380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781905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Communion: Hymn No.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370</a:t>
            </a: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50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4E9A69-B612-35E4-DEEF-5092DA0A0A97}"/>
              </a:ext>
            </a:extLst>
          </p:cNvPr>
          <p:cNvSpPr txBox="1"/>
          <p:nvPr/>
        </p:nvSpPr>
        <p:spPr>
          <a:xfrm>
            <a:off x="1381474" y="478386"/>
            <a:ext cx="6381052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/>
            <a:r>
              <a:rPr lang="en-US" sz="3200" b="0" i="0" u="none" strike="noStrike" dirty="0" err="1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parhaka</a:t>
            </a:r>
            <a:r>
              <a:rPr lang="en-US" sz="3200" b="0" i="0" u="none" strike="noStrike" dirty="0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parhaka</a:t>
            </a:r>
            <a:r>
              <a:rPr lang="en-US" sz="3200" b="0" i="0" u="none" strike="noStrike" dirty="0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njaan</a:t>
            </a:r>
            <a:r>
              <a:rPr lang="en-US" sz="3200" b="0" i="0" u="none" strike="noStrike" dirty="0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praarhthhikkumpolh</a:t>
            </a:r>
            <a:endParaRPr lang="en-US" sz="3200" b="0" i="0" u="none" strike="noStrike" dirty="0">
              <a:solidFill>
                <a:srgbClr val="000000"/>
              </a:solidFill>
              <a:effectLst/>
              <a:highlight>
                <a:srgbClr val="F5F5F5"/>
              </a:highlight>
              <a:latin typeface="Segoe UI" panose="020B0502040204020203" pitchFamily="34" charset="0"/>
            </a:endParaRPr>
          </a:p>
          <a:p>
            <a:pPr algn="l" rtl="0" fontAlgn="base"/>
            <a:r>
              <a:rPr lang="en-US" sz="3200" dirty="0" err="1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karhththaave</a:t>
            </a:r>
            <a:r>
              <a:rPr lang="en-US" sz="3200" dirty="0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 </a:t>
            </a:r>
            <a:r>
              <a:rPr lang="en-US" sz="3200" dirty="0" err="1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ee</a:t>
            </a:r>
            <a:r>
              <a:rPr lang="en-US" sz="3200" dirty="0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 </a:t>
            </a:r>
            <a:r>
              <a:rPr lang="en-US" sz="3200" dirty="0" err="1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neecha</a:t>
            </a:r>
            <a:r>
              <a:rPr lang="en-US" sz="3200" dirty="0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 </a:t>
            </a:r>
            <a:r>
              <a:rPr lang="en-US" sz="3200" dirty="0" err="1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paapikku</a:t>
            </a:r>
            <a:endParaRPr lang="en-US" sz="3200" dirty="0">
              <a:solidFill>
                <a:srgbClr val="000000"/>
              </a:solidFill>
              <a:highlight>
                <a:srgbClr val="F5F5F5"/>
              </a:highlight>
              <a:latin typeface="Segoe UI" panose="020B0502040204020203" pitchFamily="34" charset="0"/>
            </a:endParaRPr>
          </a:p>
          <a:p>
            <a:pPr algn="l" rtl="0" fontAlgn="base"/>
            <a:r>
              <a:rPr lang="en-US" sz="3200" b="0" i="0" dirty="0" err="1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prema</a:t>
            </a:r>
            <a:r>
              <a:rPr lang="en-US" sz="3200" b="0" i="0" dirty="0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 </a:t>
            </a:r>
            <a:r>
              <a:rPr lang="en-US" sz="3200" b="0" i="0" dirty="0" err="1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hithaththe</a:t>
            </a:r>
            <a:r>
              <a:rPr lang="en-US" sz="3200" b="0" i="0" dirty="0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 nee </a:t>
            </a:r>
            <a:r>
              <a:rPr lang="en-US" sz="3200" b="0" i="0" dirty="0" err="1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kaattuk</a:t>
            </a:r>
            <a:r>
              <a:rPr lang="en-US" sz="3200" dirty="0" err="1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a</a:t>
            </a:r>
            <a:endParaRPr lang="en-US" sz="3200" b="0" i="0" dirty="0">
              <a:solidFill>
                <a:srgbClr val="000000"/>
              </a:solidFill>
              <a:effectLst/>
              <a:highlight>
                <a:srgbClr val="F5F5F5"/>
              </a:highlight>
              <a:latin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638D45-CE17-40C1-F11F-770D918C473D}"/>
              </a:ext>
            </a:extLst>
          </p:cNvPr>
          <p:cNvSpPr txBox="1"/>
          <p:nvPr/>
        </p:nvSpPr>
        <p:spPr>
          <a:xfrm>
            <a:off x="6955973" y="4835725"/>
            <a:ext cx="21838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Communion 4:  8 of 10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5D8B6F-B75E-49DE-8804-FA702615DED3}"/>
              </a:ext>
            </a:extLst>
          </p:cNvPr>
          <p:cNvSpPr txBox="1"/>
          <p:nvPr/>
        </p:nvSpPr>
        <p:spPr>
          <a:xfrm>
            <a:off x="1892745" y="2657077"/>
            <a:ext cx="5358511" cy="2039020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en-US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]</a:t>
            </a:r>
            <a:r>
              <a:rPr lang="en-US" sz="320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dIþ</a:t>
            </a:r>
            <a:r>
              <a:rPr lang="en-US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]dIþRm³ </a:t>
            </a:r>
          </a:p>
          <a:p>
            <a:r>
              <a:rPr lang="en-US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{]mÀ°n¡pt¼mÄ </a:t>
            </a:r>
          </a:p>
          <a:p>
            <a:r>
              <a:rPr lang="en-US" sz="320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IÀ¯mth</a:t>
            </a:r>
            <a:r>
              <a:rPr lang="en-US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! Cu \</a:t>
            </a:r>
            <a:r>
              <a:rPr lang="en-US" sz="320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oN</a:t>
            </a:r>
            <a:r>
              <a:rPr lang="en-US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]m]</a:t>
            </a:r>
            <a:r>
              <a:rPr lang="en-US" sz="320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n¡p</a:t>
            </a:r>
            <a:r>
              <a:rPr lang="en-US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US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t{]a </a:t>
            </a:r>
            <a:r>
              <a:rPr lang="en-US" sz="320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lnXs</a:t>
            </a:r>
            <a:r>
              <a:rPr lang="en-US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¯ \o </a:t>
            </a:r>
            <a:r>
              <a:rPr lang="en-US" sz="320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Im«pI</a:t>
            </a:r>
            <a:r>
              <a:rPr lang="en-US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! </a:t>
            </a:r>
            <a:endParaRPr lang="en-US" sz="600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354638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Communion: Hymn No.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370</a:t>
            </a: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51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4E9A69-B612-35E4-DEEF-5092DA0A0A97}"/>
              </a:ext>
            </a:extLst>
          </p:cNvPr>
          <p:cNvSpPr txBox="1"/>
          <p:nvPr/>
        </p:nvSpPr>
        <p:spPr>
          <a:xfrm>
            <a:off x="1860913" y="478386"/>
            <a:ext cx="5422174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/>
            <a:r>
              <a:rPr lang="en-US" sz="3200" b="0" i="0" u="none" strike="noStrike" dirty="0" err="1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ente</a:t>
            </a:r>
            <a:r>
              <a:rPr lang="en-US" sz="3200" b="0" i="0" u="none" strike="noStrike" dirty="0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aayussinte</a:t>
            </a:r>
            <a:r>
              <a:rPr lang="en-US" sz="3200" b="0" i="0" u="none" strike="noStrike" dirty="0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naalhellaam</a:t>
            </a:r>
            <a:endParaRPr lang="en-US" sz="3200" b="0" i="0" u="none" strike="noStrike" dirty="0">
              <a:solidFill>
                <a:srgbClr val="000000"/>
              </a:solidFill>
              <a:effectLst/>
              <a:highlight>
                <a:srgbClr val="F5F5F5"/>
              </a:highlight>
              <a:latin typeface="Segoe UI" panose="020B0502040204020203" pitchFamily="34" charset="0"/>
            </a:endParaRPr>
          </a:p>
          <a:p>
            <a:pPr algn="l" rtl="0" fontAlgn="base"/>
            <a:r>
              <a:rPr lang="en-US" sz="3200" dirty="0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nee </a:t>
            </a:r>
            <a:r>
              <a:rPr lang="en-US" sz="3200" dirty="0" err="1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poya</a:t>
            </a:r>
            <a:r>
              <a:rPr lang="en-US" sz="3200" dirty="0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 </a:t>
            </a:r>
            <a:r>
              <a:rPr lang="en-US" sz="3200" dirty="0" err="1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vazhiye</a:t>
            </a:r>
            <a:r>
              <a:rPr lang="en-US" sz="3200" dirty="0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 </a:t>
            </a:r>
            <a:r>
              <a:rPr lang="en-US" sz="3200" dirty="0" err="1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pokuvaan</a:t>
            </a:r>
            <a:endParaRPr lang="en-US" sz="3200" dirty="0">
              <a:solidFill>
                <a:srgbClr val="000000"/>
              </a:solidFill>
              <a:highlight>
                <a:srgbClr val="F5F5F5"/>
              </a:highlight>
              <a:latin typeface="Segoe UI" panose="020B0502040204020203" pitchFamily="34" charset="0"/>
            </a:endParaRPr>
          </a:p>
          <a:p>
            <a:pPr algn="l" rtl="0" fontAlgn="base"/>
            <a:r>
              <a:rPr lang="en-US" sz="3200" b="0" i="0" dirty="0" err="1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aashayode</a:t>
            </a:r>
            <a:r>
              <a:rPr lang="en-US" sz="3200" dirty="0" err="1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shuve</a:t>
            </a:r>
            <a:r>
              <a:rPr lang="en-US" sz="3200" dirty="0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 </a:t>
            </a:r>
            <a:r>
              <a:rPr lang="en-US" sz="3200" dirty="0" err="1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enne</a:t>
            </a:r>
            <a:r>
              <a:rPr lang="en-US" sz="3200" dirty="0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 </a:t>
            </a:r>
            <a:r>
              <a:rPr lang="en-US" sz="3200" dirty="0" err="1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njaan</a:t>
            </a:r>
            <a:endParaRPr lang="en-US" sz="3200" dirty="0">
              <a:solidFill>
                <a:srgbClr val="000000"/>
              </a:solidFill>
              <a:highlight>
                <a:srgbClr val="F5F5F5"/>
              </a:highlight>
              <a:latin typeface="Segoe UI" panose="020B0502040204020203" pitchFamily="34" charset="0"/>
            </a:endParaRPr>
          </a:p>
          <a:p>
            <a:pPr algn="l" rtl="0" fontAlgn="base"/>
            <a:r>
              <a:rPr lang="en-US" sz="3200" b="0" i="0" dirty="0" err="1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jeeva</a:t>
            </a:r>
            <a:r>
              <a:rPr lang="en-US" sz="3200" b="0" i="0" dirty="0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 </a:t>
            </a:r>
            <a:r>
              <a:rPr lang="en-US" sz="3200" b="0" i="0" dirty="0" err="1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baliyaay</a:t>
            </a:r>
            <a:r>
              <a:rPr lang="en-US" sz="3200" dirty="0" err="1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i</a:t>
            </a:r>
            <a:r>
              <a:rPr lang="en-US" sz="3200" dirty="0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 </a:t>
            </a:r>
            <a:r>
              <a:rPr lang="en-US" sz="3200" dirty="0" err="1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nalkunne</a:t>
            </a:r>
            <a:endParaRPr lang="en-US" sz="3200" b="0" i="0" dirty="0">
              <a:solidFill>
                <a:srgbClr val="000000"/>
              </a:solidFill>
              <a:effectLst/>
              <a:highlight>
                <a:srgbClr val="F5F5F5"/>
              </a:highlight>
              <a:latin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638D45-CE17-40C1-F11F-770D918C473D}"/>
              </a:ext>
            </a:extLst>
          </p:cNvPr>
          <p:cNvSpPr txBox="1"/>
          <p:nvPr/>
        </p:nvSpPr>
        <p:spPr>
          <a:xfrm>
            <a:off x="6955973" y="4835725"/>
            <a:ext cx="21838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Communion 4:  9 of 10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5D8B6F-B75E-49DE-8804-FA702615DED3}"/>
              </a:ext>
            </a:extLst>
          </p:cNvPr>
          <p:cNvSpPr txBox="1"/>
          <p:nvPr/>
        </p:nvSpPr>
        <p:spPr>
          <a:xfrm>
            <a:off x="1892745" y="2657077"/>
            <a:ext cx="5358511" cy="1792798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en-US" sz="280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Fsâ</a:t>
            </a:r>
            <a:r>
              <a:rPr lang="en-US" sz="28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BbpÊnsâ</a:t>
            </a:r>
            <a:r>
              <a:rPr lang="en-US" sz="28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\</a:t>
            </a:r>
            <a:r>
              <a:rPr lang="en-US" sz="280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msfÃmw</a:t>
            </a:r>
            <a:endParaRPr lang="en-US" sz="2800" i="0" u="none" strike="noStrike" baseline="0" dirty="0">
              <a:solidFill>
                <a:srgbClr val="000000"/>
              </a:solidFill>
              <a:latin typeface="ML-TTKarthika" panose="04000000000000000000" pitchFamily="82" charset="0"/>
            </a:endParaRPr>
          </a:p>
          <a:p>
            <a:r>
              <a:rPr lang="en-US" sz="28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\o t]mb </a:t>
            </a:r>
            <a:r>
              <a:rPr lang="en-US" sz="280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hgnsb</a:t>
            </a:r>
            <a:r>
              <a:rPr lang="en-US" sz="28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t]mIphm³</a:t>
            </a:r>
          </a:p>
          <a:p>
            <a:r>
              <a:rPr lang="en-US" sz="280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BitbmtSipth</a:t>
            </a:r>
            <a:r>
              <a:rPr lang="en-US" sz="28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! Fs¶ Rm³</a:t>
            </a:r>
          </a:p>
          <a:p>
            <a:r>
              <a:rPr lang="en-US" sz="280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Poh_enbmbn</a:t>
            </a:r>
            <a:r>
              <a:rPr lang="en-US" sz="28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\</a:t>
            </a:r>
            <a:r>
              <a:rPr lang="en-US" sz="280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ÂIpt</a:t>
            </a:r>
            <a:r>
              <a:rPr lang="en-US" sz="28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¶</a:t>
            </a:r>
            <a:endParaRPr lang="en-US" sz="1380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193450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Communion: Hymn No.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370</a:t>
            </a: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52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4E9A69-B612-35E4-DEEF-5092DA0A0A97}"/>
              </a:ext>
            </a:extLst>
          </p:cNvPr>
          <p:cNvSpPr txBox="1"/>
          <p:nvPr/>
        </p:nvSpPr>
        <p:spPr>
          <a:xfrm>
            <a:off x="1381474" y="478386"/>
            <a:ext cx="6381052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/>
            <a:r>
              <a:rPr lang="en-US" sz="3200" b="0" i="0" u="none" strike="noStrike" dirty="0" err="1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parhaka</a:t>
            </a:r>
            <a:r>
              <a:rPr lang="en-US" sz="3200" b="0" i="0" u="none" strike="noStrike" dirty="0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parhaka</a:t>
            </a:r>
            <a:r>
              <a:rPr lang="en-US" sz="3200" b="0" i="0" u="none" strike="noStrike" dirty="0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njaan</a:t>
            </a:r>
            <a:r>
              <a:rPr lang="en-US" sz="3200" b="0" i="0" u="none" strike="noStrike" dirty="0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praarhthhikkumpolh</a:t>
            </a:r>
            <a:endParaRPr lang="en-US" sz="3200" b="0" i="0" u="none" strike="noStrike" dirty="0">
              <a:solidFill>
                <a:srgbClr val="000000"/>
              </a:solidFill>
              <a:effectLst/>
              <a:highlight>
                <a:srgbClr val="F5F5F5"/>
              </a:highlight>
              <a:latin typeface="Segoe UI" panose="020B0502040204020203" pitchFamily="34" charset="0"/>
            </a:endParaRPr>
          </a:p>
          <a:p>
            <a:pPr algn="l" rtl="0" fontAlgn="base"/>
            <a:r>
              <a:rPr lang="en-US" sz="3200" dirty="0" err="1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karhththaave</a:t>
            </a:r>
            <a:r>
              <a:rPr lang="en-US" sz="3200" dirty="0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 </a:t>
            </a:r>
            <a:r>
              <a:rPr lang="en-US" sz="3200" dirty="0" err="1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ee</a:t>
            </a:r>
            <a:r>
              <a:rPr lang="en-US" sz="3200" dirty="0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 </a:t>
            </a:r>
            <a:r>
              <a:rPr lang="en-US" sz="3200" dirty="0" err="1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neecha</a:t>
            </a:r>
            <a:r>
              <a:rPr lang="en-US" sz="3200" dirty="0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 </a:t>
            </a:r>
            <a:r>
              <a:rPr lang="en-US" sz="3200" dirty="0" err="1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paapikku</a:t>
            </a:r>
            <a:endParaRPr lang="en-US" sz="3200" dirty="0">
              <a:solidFill>
                <a:srgbClr val="000000"/>
              </a:solidFill>
              <a:highlight>
                <a:srgbClr val="F5F5F5"/>
              </a:highlight>
              <a:latin typeface="Segoe UI" panose="020B0502040204020203" pitchFamily="34" charset="0"/>
            </a:endParaRPr>
          </a:p>
          <a:p>
            <a:pPr algn="l" rtl="0" fontAlgn="base"/>
            <a:r>
              <a:rPr lang="en-US" sz="3200" b="0" i="0" dirty="0" err="1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prema</a:t>
            </a:r>
            <a:r>
              <a:rPr lang="en-US" sz="3200" b="0" i="0" dirty="0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 </a:t>
            </a:r>
            <a:r>
              <a:rPr lang="en-US" sz="3200" b="0" i="0" dirty="0" err="1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hithaththe</a:t>
            </a:r>
            <a:r>
              <a:rPr lang="en-US" sz="3200" b="0" i="0" dirty="0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 nee </a:t>
            </a:r>
            <a:r>
              <a:rPr lang="en-US" sz="3200" b="0" i="0" dirty="0" err="1">
                <a:solidFill>
                  <a:srgbClr val="000000"/>
                </a:solidFill>
                <a:effectLst/>
                <a:highlight>
                  <a:srgbClr val="F5F5F5"/>
                </a:highlight>
                <a:latin typeface="Segoe UI" panose="020B0502040204020203" pitchFamily="34" charset="0"/>
              </a:rPr>
              <a:t>kaattuk</a:t>
            </a:r>
            <a:r>
              <a:rPr lang="en-US" sz="3200" dirty="0" err="1">
                <a:solidFill>
                  <a:srgbClr val="000000"/>
                </a:solidFill>
                <a:highlight>
                  <a:srgbClr val="F5F5F5"/>
                </a:highlight>
                <a:latin typeface="Segoe UI" panose="020B0502040204020203" pitchFamily="34" charset="0"/>
              </a:rPr>
              <a:t>a</a:t>
            </a:r>
            <a:endParaRPr lang="en-US" sz="3200" b="0" i="0" dirty="0">
              <a:solidFill>
                <a:srgbClr val="000000"/>
              </a:solidFill>
              <a:effectLst/>
              <a:highlight>
                <a:srgbClr val="F5F5F5"/>
              </a:highlight>
              <a:latin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638D45-CE17-40C1-F11F-770D918C473D}"/>
              </a:ext>
            </a:extLst>
          </p:cNvPr>
          <p:cNvSpPr txBox="1"/>
          <p:nvPr/>
        </p:nvSpPr>
        <p:spPr>
          <a:xfrm>
            <a:off x="6955973" y="4835725"/>
            <a:ext cx="21838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Communion 4:  10 of 10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5D8B6F-B75E-49DE-8804-FA702615DED3}"/>
              </a:ext>
            </a:extLst>
          </p:cNvPr>
          <p:cNvSpPr txBox="1"/>
          <p:nvPr/>
        </p:nvSpPr>
        <p:spPr>
          <a:xfrm>
            <a:off x="1892745" y="2657077"/>
            <a:ext cx="5358511" cy="2039020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r>
              <a:rPr lang="en-US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]</a:t>
            </a:r>
            <a:r>
              <a:rPr lang="en-US" sz="320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dIþ</a:t>
            </a:r>
            <a:r>
              <a:rPr lang="en-US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]dIþRm³ </a:t>
            </a:r>
          </a:p>
          <a:p>
            <a:r>
              <a:rPr lang="en-US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{]mÀ°n¡pt¼mÄ </a:t>
            </a:r>
          </a:p>
          <a:p>
            <a:r>
              <a:rPr lang="en-US" sz="320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IÀ¯mth</a:t>
            </a:r>
            <a:r>
              <a:rPr lang="en-US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! Cu \</a:t>
            </a:r>
            <a:r>
              <a:rPr lang="en-US" sz="320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oN</a:t>
            </a:r>
            <a:r>
              <a:rPr lang="en-US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]m]</a:t>
            </a:r>
            <a:r>
              <a:rPr lang="en-US" sz="320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n¡p</a:t>
            </a:r>
            <a:r>
              <a:rPr lang="en-US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US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t{]a </a:t>
            </a:r>
            <a:r>
              <a:rPr lang="en-US" sz="320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lnXs</a:t>
            </a:r>
            <a:r>
              <a:rPr lang="en-US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¯ \o </a:t>
            </a:r>
            <a:r>
              <a:rPr lang="en-US" sz="320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Im«pI</a:t>
            </a:r>
            <a:r>
              <a:rPr lang="en-US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! </a:t>
            </a:r>
            <a:endParaRPr lang="en-US" sz="600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883282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Holy Communion Hymn No. 373</a:t>
            </a:r>
          </a:p>
        </p:txBody>
      </p:sp>
      <p:pic>
        <p:nvPicPr>
          <p:cNvPr id="4" name="Picture 3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1AF550E5-F564-47AA-B28E-A13F342C3A5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4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4036324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Communion: Hymn No. 373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54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638D45-CE17-40C1-F11F-770D918C473D}"/>
              </a:ext>
            </a:extLst>
          </p:cNvPr>
          <p:cNvSpPr txBox="1"/>
          <p:nvPr/>
        </p:nvSpPr>
        <p:spPr>
          <a:xfrm>
            <a:off x="7068968" y="4835725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5: 1 of 3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E060D1-B40B-E1E5-A80F-9C6428879BB3}"/>
              </a:ext>
            </a:extLst>
          </p:cNvPr>
          <p:cNvSpPr/>
          <p:nvPr/>
        </p:nvSpPr>
        <p:spPr>
          <a:xfrm>
            <a:off x="701291" y="485999"/>
            <a:ext cx="7741418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parane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nin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thirumunpil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varunnoree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samaye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shariyaay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praarhthhana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cheyvaan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kripaye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thannarulhka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urukiyinnadiyaarh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ninnodu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yojichcheeduvaan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tharika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ninnaathmaave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puthumari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pole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7920C0A-0F2D-E95D-D860-2B2905124F75}"/>
              </a:ext>
            </a:extLst>
          </p:cNvPr>
          <p:cNvSpPr/>
          <p:nvPr/>
        </p:nvSpPr>
        <p:spPr>
          <a:xfrm>
            <a:off x="800513" y="2661848"/>
            <a:ext cx="753460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]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ct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\ \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n´ncp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ap¼nÂ 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hcpt¶mco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katb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icnbmbv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{]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mÀ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°\ sNbvhm³ 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Ir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]sb 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X¶cpÄI</a:t>
            </a:r>
            <a:endParaRPr lang="en-US" sz="2800" b="0" i="0" u="none" strike="noStrike" baseline="0" dirty="0">
              <a:solidFill>
                <a:srgbClr val="000000"/>
              </a:solidFill>
              <a:latin typeface="ML-TTKarthika" panose="04000000000000000000" pitchFamily="82" charset="0"/>
            </a:endParaRPr>
          </a:p>
          <a:p>
            <a:endParaRPr lang="en-US" sz="2800" dirty="0">
              <a:solidFill>
                <a:srgbClr val="000000"/>
              </a:solidFill>
              <a:latin typeface="ML-TTKarthika" panose="04000000000000000000" pitchFamily="82" charset="0"/>
            </a:endParaRPr>
          </a:p>
          <a:p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DcpInbn¶SnbmÀ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\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nt¶mSp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tbmPn¨oSphm³ </a:t>
            </a:r>
          </a:p>
          <a:p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XcnI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\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n¶mßmth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]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pXpamcnt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]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mse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 </a:t>
            </a:r>
            <a:endParaRPr lang="pt-BR" sz="4000" i="1" dirty="0">
              <a:latin typeface="ML-TTKarthika" panose="04000000000000000000" pitchFamily="82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163853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Communion: Hymn No. 373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55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638D45-CE17-40C1-F11F-770D918C473D}"/>
              </a:ext>
            </a:extLst>
          </p:cNvPr>
          <p:cNvSpPr txBox="1"/>
          <p:nvPr/>
        </p:nvSpPr>
        <p:spPr>
          <a:xfrm>
            <a:off x="7068968" y="4835725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5: 2 of 3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E060D1-B40B-E1E5-A80F-9C6428879BB3}"/>
              </a:ext>
            </a:extLst>
          </p:cNvPr>
          <p:cNvSpPr/>
          <p:nvPr/>
        </p:nvSpPr>
        <p:spPr>
          <a:xfrm>
            <a:off x="701291" y="485999"/>
            <a:ext cx="7741418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njarangi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njangalhin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perhkkaay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iranneedunnavane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varikinnee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adiyaaril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chorika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nin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varangalh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anugraha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murhiyin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poottukalh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thane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thurhappaan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manass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-inn-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eshuvinodu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layippaanaayarulhka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7920C0A-0F2D-E95D-D860-2B2905124F75}"/>
              </a:ext>
            </a:extLst>
          </p:cNvPr>
          <p:cNvSpPr/>
          <p:nvPr/>
        </p:nvSpPr>
        <p:spPr>
          <a:xfrm>
            <a:off x="800513" y="2661848"/>
            <a:ext cx="753460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Rc§n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R§fn³ t]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À¡mbnc¶oSp¶ht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\</a:t>
            </a:r>
          </a:p>
          <a:p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hcnIn¶obSnbmcnÂ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sNmcnI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\n³ 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hc§Ä</a:t>
            </a:r>
            <a:endParaRPr lang="en-US" sz="2800" b="0" i="0" u="none" strike="noStrike" baseline="0" dirty="0">
              <a:solidFill>
                <a:srgbClr val="000000"/>
              </a:solidFill>
              <a:latin typeface="ML-TTKarthika" panose="04000000000000000000" pitchFamily="82" charset="0"/>
            </a:endParaRPr>
          </a:p>
          <a:p>
            <a:endParaRPr lang="en-US" sz="2800" dirty="0">
              <a:solidFill>
                <a:srgbClr val="000000"/>
              </a:solidFill>
              <a:latin typeface="ML-TTKarthika" panose="04000000000000000000" pitchFamily="82" charset="0"/>
            </a:endParaRPr>
          </a:p>
          <a:p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A\p{Kl þ apdnbn³ ]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q«pIÄ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Xmt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\ Xpd¸m³</a:t>
            </a:r>
          </a:p>
          <a:p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a\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Ênt¶iphnt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\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mSp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ebn¸m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\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mbcpÄI</a:t>
            </a:r>
            <a:endParaRPr lang="pt-BR" sz="4000" i="1" dirty="0">
              <a:latin typeface="ML-TTKarthika" panose="04000000000000000000" pitchFamily="82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212513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Communion: Hymn No. 373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56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638D45-CE17-40C1-F11F-770D918C473D}"/>
              </a:ext>
            </a:extLst>
          </p:cNvPr>
          <p:cNvSpPr txBox="1"/>
          <p:nvPr/>
        </p:nvSpPr>
        <p:spPr>
          <a:xfrm>
            <a:off x="7068968" y="4835725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5: 3 of 3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E060D1-B40B-E1E5-A80F-9C6428879BB3}"/>
              </a:ext>
            </a:extLst>
          </p:cNvPr>
          <p:cNvSpPr/>
          <p:nvPr/>
        </p:nvSpPr>
        <p:spPr>
          <a:xfrm>
            <a:off x="179043" y="485999"/>
            <a:ext cx="826366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unharhththikkum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varamellaam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kshanham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thanneedenhame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thunha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neeyenniye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verhillarhinju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nalkanhame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paramaananda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modam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vann-akame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thinganhame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paranaam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ninnod-aanandichiduvaan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nalkanhame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7920C0A-0F2D-E95D-D860-2B2905124F75}"/>
              </a:ext>
            </a:extLst>
          </p:cNvPr>
          <p:cNvSpPr/>
          <p:nvPr/>
        </p:nvSpPr>
        <p:spPr>
          <a:xfrm>
            <a:off x="800513" y="2661848"/>
            <a:ext cx="753460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DWÀ¯n¡pw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hcsaÃmw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£Ww 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X¶osSWta</a:t>
            </a:r>
            <a:endParaRPr lang="en-US" sz="2800" b="0" i="0" u="none" strike="noStrike" baseline="0" dirty="0">
              <a:solidFill>
                <a:srgbClr val="000000"/>
              </a:solidFill>
              <a:latin typeface="ML-TTKarthika" panose="04000000000000000000" pitchFamily="82" charset="0"/>
            </a:endParaRPr>
          </a:p>
          <a:p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XpW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\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osb¶nsb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thdnþÃdnªp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\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evIWta</a:t>
            </a:r>
            <a:endParaRPr lang="en-US" sz="2800" b="0" i="0" u="none" strike="noStrike" baseline="0" dirty="0">
              <a:solidFill>
                <a:srgbClr val="000000"/>
              </a:solidFill>
              <a:latin typeface="ML-TTKarthika" panose="04000000000000000000" pitchFamily="82" charset="0"/>
            </a:endParaRPr>
          </a:p>
          <a:p>
            <a:endParaRPr lang="en-US" sz="2800" dirty="0">
              <a:solidFill>
                <a:srgbClr val="000000"/>
              </a:solidFill>
              <a:latin typeface="ML-TTKarthika" panose="04000000000000000000" pitchFamily="82" charset="0"/>
            </a:endParaRPr>
          </a:p>
          <a:p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]cam\</a:t>
            </a:r>
            <a:r>
              <a:rPr lang="en-US" sz="28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\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v</a:t>
            </a:r>
            <a:r>
              <a:rPr lang="en-US" sz="280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Z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tamZw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hþ¶Isa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Xn§Wta</a:t>
            </a:r>
            <a:endParaRPr lang="en-US" sz="2800" b="0" i="0" u="none" strike="noStrike" baseline="0" dirty="0">
              <a:solidFill>
                <a:srgbClr val="000000"/>
              </a:solidFill>
              <a:latin typeface="ML-TTKarthika" panose="04000000000000000000" pitchFamily="82" charset="0"/>
            </a:endParaRPr>
          </a:p>
          <a:p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]c\mw \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nt¶mSm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\</a:t>
            </a:r>
            <a:r>
              <a:rPr lang="en-US" sz="28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\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v</a:t>
            </a:r>
            <a:r>
              <a:rPr lang="en-US" sz="28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Z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nþ¨oSphm³ \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evIWta</a:t>
            </a:r>
            <a:endParaRPr lang="pt-BR" sz="4000" i="1" dirty="0">
              <a:latin typeface="ML-TTKarthika" panose="04000000000000000000" pitchFamily="82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344020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Holy Communion – Hymn No. 246</a:t>
            </a:r>
          </a:p>
        </p:txBody>
      </p:sp>
      <p:pic>
        <p:nvPicPr>
          <p:cNvPr id="4" name="Picture 3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1AF550E5-F564-47AA-B28E-A13F342C3A5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4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5579179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21606"/>
            <a:ext cx="9144000" cy="674914"/>
          </a:xfrm>
        </p:spPr>
        <p:txBody>
          <a:bodyPr>
            <a:normAutofit/>
          </a:bodyPr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Holy Communion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3534C8-09B1-479C-AA3A-056AC0614F65}"/>
              </a:ext>
            </a:extLst>
          </p:cNvPr>
          <p:cNvSpPr txBox="1"/>
          <p:nvPr/>
        </p:nvSpPr>
        <p:spPr>
          <a:xfrm>
            <a:off x="6935639" y="4843418"/>
            <a:ext cx="220836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Communion 6 : 1 of 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23464"/>
            <a:ext cx="15087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17611" y="45069"/>
            <a:ext cx="16263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246</a:t>
            </a:r>
          </a:p>
        </p:txBody>
      </p:sp>
      <p:sp>
        <p:nvSpPr>
          <p:cNvPr id="9" name="Rectangle 8"/>
          <p:cNvSpPr/>
          <p:nvPr/>
        </p:nvSpPr>
        <p:spPr>
          <a:xfrm>
            <a:off x="2194561" y="952115"/>
            <a:ext cx="6949442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en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rakshakanaameshuve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enne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dayayode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kaaththu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enne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daivabhakthiyil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valarhththi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nannaakkeeduka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194560" y="3027536"/>
            <a:ext cx="694944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F³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c£I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\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mtaipth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Fs¶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ZbtbmsS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Im¯p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Fs¶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ssZh`ànbnÂ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hfÀ¯n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\¶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m¡oSpI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7959E6A-EBB4-44E3-9958-EF239E427B40}"/>
              </a:ext>
            </a:extLst>
          </p:cNvPr>
          <p:cNvGrpSpPr/>
          <p:nvPr/>
        </p:nvGrpSpPr>
        <p:grpSpPr>
          <a:xfrm>
            <a:off x="7359391" y="1964304"/>
            <a:ext cx="612883" cy="606511"/>
            <a:chOff x="7430089" y="1967090"/>
            <a:chExt cx="612883" cy="606511"/>
          </a:xfrm>
        </p:grpSpPr>
        <p:sp>
          <p:nvSpPr>
            <p:cNvPr id="12" name="Right Brace 11">
              <a:extLst>
                <a:ext uri="{FF2B5EF4-FFF2-40B4-BE49-F238E27FC236}">
                  <a16:creationId xmlns:a16="http://schemas.microsoft.com/office/drawing/2014/main" id="{A7947CF0-92E9-4602-BD1F-C9000DD71C90}"/>
                </a:ext>
              </a:extLst>
            </p:cNvPr>
            <p:cNvSpPr/>
            <p:nvPr/>
          </p:nvSpPr>
          <p:spPr>
            <a:xfrm>
              <a:off x="7430089" y="1967090"/>
              <a:ext cx="227475" cy="606511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1CBB7E3-056F-4F30-B2DF-A9745C3727B3}"/>
                </a:ext>
              </a:extLst>
            </p:cNvPr>
            <p:cNvSpPr txBox="1"/>
            <p:nvPr/>
          </p:nvSpPr>
          <p:spPr>
            <a:xfrm>
              <a:off x="7741286" y="208758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2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0D1A963-D368-4258-8AAC-BB9B7B94E56C}"/>
              </a:ext>
            </a:extLst>
          </p:cNvPr>
          <p:cNvGrpSpPr/>
          <p:nvPr/>
        </p:nvGrpSpPr>
        <p:grpSpPr>
          <a:xfrm>
            <a:off x="7070095" y="4029513"/>
            <a:ext cx="595738" cy="606511"/>
            <a:chOff x="7430089" y="1967090"/>
            <a:chExt cx="595738" cy="606511"/>
          </a:xfrm>
        </p:grpSpPr>
        <p:sp>
          <p:nvSpPr>
            <p:cNvPr id="15" name="Right Brace 14">
              <a:extLst>
                <a:ext uri="{FF2B5EF4-FFF2-40B4-BE49-F238E27FC236}">
                  <a16:creationId xmlns:a16="http://schemas.microsoft.com/office/drawing/2014/main" id="{97E25863-E86A-402A-97D2-994D0C12D1A3}"/>
                </a:ext>
              </a:extLst>
            </p:cNvPr>
            <p:cNvSpPr/>
            <p:nvPr/>
          </p:nvSpPr>
          <p:spPr>
            <a:xfrm>
              <a:off x="7430089" y="1967090"/>
              <a:ext cx="227475" cy="606511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91FC52F-1D2D-43D1-BDE8-4647E88E0C36}"/>
                </a:ext>
              </a:extLst>
            </p:cNvPr>
            <p:cNvSpPr txBox="1"/>
            <p:nvPr/>
          </p:nvSpPr>
          <p:spPr>
            <a:xfrm>
              <a:off x="7724141" y="210473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4748283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21606"/>
            <a:ext cx="9144000" cy="674914"/>
          </a:xfrm>
        </p:spPr>
        <p:txBody>
          <a:bodyPr>
            <a:normAutofit/>
          </a:bodyPr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Holy Communion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3534C8-09B1-479C-AA3A-056AC0614F65}"/>
              </a:ext>
            </a:extLst>
          </p:cNvPr>
          <p:cNvSpPr txBox="1"/>
          <p:nvPr/>
        </p:nvSpPr>
        <p:spPr>
          <a:xfrm>
            <a:off x="6935639" y="4843418"/>
            <a:ext cx="220836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Communion 6 : 2 of 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23464"/>
            <a:ext cx="15087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17611" y="45069"/>
            <a:ext cx="16263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246</a:t>
            </a:r>
          </a:p>
        </p:txBody>
      </p:sp>
      <p:sp>
        <p:nvSpPr>
          <p:cNvPr id="6" name="Rectangle 5"/>
          <p:cNvSpPr/>
          <p:nvPr/>
        </p:nvSpPr>
        <p:spPr>
          <a:xfrm>
            <a:off x="1457406" y="696519"/>
            <a:ext cx="6229189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paapa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samudraththilayyo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paariluzhanneedunnayyo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paalaka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! en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chiththam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shudhhamaakki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paalicheeduka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endParaRPr kumimoji="0" lang="en-US" sz="28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154395" y="2823818"/>
            <a:ext cx="483521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]m]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kap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{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Z¯net¿m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]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mcnepg¶oSp¶t¿m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]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meIm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F³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Nn¯w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ip²am¡n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]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men¨oSpI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Segoe UI" panose="020B0502040204020203" pitchFamily="34" charset="0"/>
              </a:rPr>
              <a:t> </a:t>
            </a:r>
            <a:endParaRPr kumimoji="0" lang="en-US" sz="28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L-TTKarthika" panose="04000000000000000000" pitchFamily="82" charset="0"/>
              <a:ea typeface="+mn-ea"/>
              <a:cs typeface="+mn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7959E6A-EBB4-44E3-9958-EF239E427B40}"/>
              </a:ext>
            </a:extLst>
          </p:cNvPr>
          <p:cNvGrpSpPr/>
          <p:nvPr/>
        </p:nvGrpSpPr>
        <p:grpSpPr>
          <a:xfrm>
            <a:off x="7745841" y="1745014"/>
            <a:ext cx="612883" cy="606511"/>
            <a:chOff x="7430089" y="1967090"/>
            <a:chExt cx="612883" cy="606511"/>
          </a:xfrm>
        </p:grpSpPr>
        <p:sp>
          <p:nvSpPr>
            <p:cNvPr id="11" name="Right Brace 10">
              <a:extLst>
                <a:ext uri="{FF2B5EF4-FFF2-40B4-BE49-F238E27FC236}">
                  <a16:creationId xmlns:a16="http://schemas.microsoft.com/office/drawing/2014/main" id="{A7947CF0-92E9-4602-BD1F-C9000DD71C90}"/>
                </a:ext>
              </a:extLst>
            </p:cNvPr>
            <p:cNvSpPr/>
            <p:nvPr/>
          </p:nvSpPr>
          <p:spPr>
            <a:xfrm>
              <a:off x="7430089" y="1967090"/>
              <a:ext cx="227475" cy="606511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1CBB7E3-056F-4F30-B2DF-A9745C3727B3}"/>
                </a:ext>
              </a:extLst>
            </p:cNvPr>
            <p:cNvSpPr txBox="1"/>
            <p:nvPr/>
          </p:nvSpPr>
          <p:spPr>
            <a:xfrm>
              <a:off x="7741286" y="208758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2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0D1A963-D368-4258-8AAC-BB9B7B94E56C}"/>
              </a:ext>
            </a:extLst>
          </p:cNvPr>
          <p:cNvGrpSpPr/>
          <p:nvPr/>
        </p:nvGrpSpPr>
        <p:grpSpPr>
          <a:xfrm>
            <a:off x="7055232" y="3840470"/>
            <a:ext cx="595738" cy="606511"/>
            <a:chOff x="7430089" y="1967090"/>
            <a:chExt cx="595738" cy="606511"/>
          </a:xfrm>
        </p:grpSpPr>
        <p:sp>
          <p:nvSpPr>
            <p:cNvPr id="14" name="Right Brace 13">
              <a:extLst>
                <a:ext uri="{FF2B5EF4-FFF2-40B4-BE49-F238E27FC236}">
                  <a16:creationId xmlns:a16="http://schemas.microsoft.com/office/drawing/2014/main" id="{97E25863-E86A-402A-97D2-994D0C12D1A3}"/>
                </a:ext>
              </a:extLst>
            </p:cNvPr>
            <p:cNvSpPr/>
            <p:nvPr/>
          </p:nvSpPr>
          <p:spPr>
            <a:xfrm>
              <a:off x="7430089" y="1967090"/>
              <a:ext cx="227475" cy="606511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91FC52F-1D2D-43D1-BDE8-4647E88E0C36}"/>
                </a:ext>
              </a:extLst>
            </p:cNvPr>
            <p:cNvSpPr txBox="1"/>
            <p:nvPr/>
          </p:nvSpPr>
          <p:spPr>
            <a:xfrm>
              <a:off x="7724141" y="210473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9888864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21606"/>
            <a:ext cx="9144000" cy="674914"/>
          </a:xfrm>
        </p:spPr>
        <p:txBody>
          <a:bodyPr>
            <a:normAutofit/>
          </a:bodyPr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Holy Communion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3534C8-09B1-479C-AA3A-056AC0614F65}"/>
              </a:ext>
            </a:extLst>
          </p:cNvPr>
          <p:cNvSpPr txBox="1"/>
          <p:nvPr/>
        </p:nvSpPr>
        <p:spPr>
          <a:xfrm>
            <a:off x="6935639" y="4843418"/>
            <a:ext cx="220836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Communion 6 : 3 of 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23464"/>
            <a:ext cx="15087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17611" y="45069"/>
            <a:ext cx="16263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246</a:t>
            </a:r>
          </a:p>
        </p:txBody>
      </p:sp>
      <p:sp>
        <p:nvSpPr>
          <p:cNvPr id="6" name="Rectangle 5"/>
          <p:cNvSpPr/>
          <p:nvPr/>
        </p:nvSpPr>
        <p:spPr>
          <a:xfrm>
            <a:off x="1599242" y="741310"/>
            <a:ext cx="5945517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kanmasha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parihaaraarhthham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chinthiya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thiru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rakthaththil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kaarunyaththaal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maam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kazhuki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deva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shudhheekarikka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110794" y="3027536"/>
            <a:ext cx="4922413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I³·j ]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cnlmcmÀ°w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L-TTKarthika" panose="04000000000000000000" pitchFamily="82" charset="0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Nn´nb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Xncpcà¯nÂ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ImcpWy¯mÂ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amw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IgpIn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tZhm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L-TTKarthika" panose="04000000000000000000" pitchFamily="82" charset="0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ip²oIcn¡</a:t>
            </a:r>
            <a:endParaRPr kumimoji="0" lang="en-US" sz="28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L-TTKarthika" panose="04000000000000000000" pitchFamily="82" charset="0"/>
              <a:ea typeface="+mn-ea"/>
              <a:cs typeface="+mn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7959E6A-EBB4-44E3-9958-EF239E427B40}"/>
              </a:ext>
            </a:extLst>
          </p:cNvPr>
          <p:cNvGrpSpPr/>
          <p:nvPr/>
        </p:nvGrpSpPr>
        <p:grpSpPr>
          <a:xfrm>
            <a:off x="7544758" y="1803786"/>
            <a:ext cx="612883" cy="606511"/>
            <a:chOff x="7430089" y="1967090"/>
            <a:chExt cx="612883" cy="606511"/>
          </a:xfrm>
        </p:grpSpPr>
        <p:sp>
          <p:nvSpPr>
            <p:cNvPr id="11" name="Right Brace 10">
              <a:extLst>
                <a:ext uri="{FF2B5EF4-FFF2-40B4-BE49-F238E27FC236}">
                  <a16:creationId xmlns:a16="http://schemas.microsoft.com/office/drawing/2014/main" id="{A7947CF0-92E9-4602-BD1F-C9000DD71C90}"/>
                </a:ext>
              </a:extLst>
            </p:cNvPr>
            <p:cNvSpPr/>
            <p:nvPr/>
          </p:nvSpPr>
          <p:spPr>
            <a:xfrm>
              <a:off x="7430089" y="1967090"/>
              <a:ext cx="227475" cy="606511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1CBB7E3-056F-4F30-B2DF-A9745C3727B3}"/>
                </a:ext>
              </a:extLst>
            </p:cNvPr>
            <p:cNvSpPr txBox="1"/>
            <p:nvPr/>
          </p:nvSpPr>
          <p:spPr>
            <a:xfrm>
              <a:off x="7741286" y="208758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2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0D1A963-D368-4258-8AAC-BB9B7B94E56C}"/>
              </a:ext>
            </a:extLst>
          </p:cNvPr>
          <p:cNvGrpSpPr/>
          <p:nvPr/>
        </p:nvGrpSpPr>
        <p:grpSpPr>
          <a:xfrm>
            <a:off x="7235509" y="4040372"/>
            <a:ext cx="595738" cy="606511"/>
            <a:chOff x="7430089" y="1967090"/>
            <a:chExt cx="595738" cy="606511"/>
          </a:xfrm>
        </p:grpSpPr>
        <p:sp>
          <p:nvSpPr>
            <p:cNvPr id="14" name="Right Brace 13">
              <a:extLst>
                <a:ext uri="{FF2B5EF4-FFF2-40B4-BE49-F238E27FC236}">
                  <a16:creationId xmlns:a16="http://schemas.microsoft.com/office/drawing/2014/main" id="{97E25863-E86A-402A-97D2-994D0C12D1A3}"/>
                </a:ext>
              </a:extLst>
            </p:cNvPr>
            <p:cNvSpPr/>
            <p:nvPr/>
          </p:nvSpPr>
          <p:spPr>
            <a:xfrm>
              <a:off x="7430089" y="1967090"/>
              <a:ext cx="227475" cy="606511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91FC52F-1D2D-43D1-BDE8-4647E88E0C36}"/>
                </a:ext>
              </a:extLst>
            </p:cNvPr>
            <p:cNvSpPr txBox="1"/>
            <p:nvPr/>
          </p:nvSpPr>
          <p:spPr>
            <a:xfrm>
              <a:off x="7724141" y="210473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5835171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21606"/>
            <a:ext cx="9144000" cy="674914"/>
          </a:xfrm>
        </p:spPr>
        <p:txBody>
          <a:bodyPr>
            <a:normAutofit/>
          </a:bodyPr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Holy Communion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3534C8-09B1-479C-AA3A-056AC0614F65}"/>
              </a:ext>
            </a:extLst>
          </p:cNvPr>
          <p:cNvSpPr txBox="1"/>
          <p:nvPr/>
        </p:nvSpPr>
        <p:spPr>
          <a:xfrm>
            <a:off x="6935639" y="4843418"/>
            <a:ext cx="220836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Communion 6 : 4 of 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23464"/>
            <a:ext cx="15087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17611" y="45069"/>
            <a:ext cx="16263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246</a:t>
            </a:r>
          </a:p>
        </p:txBody>
      </p:sp>
      <p:sp>
        <p:nvSpPr>
          <p:cNvPr id="6" name="Rectangle 5"/>
          <p:cNvSpPr/>
          <p:nvPr/>
        </p:nvSpPr>
        <p:spPr>
          <a:xfrm>
            <a:off x="2151197" y="755868"/>
            <a:ext cx="4841606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ninnaale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saujanyamaayi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sambaadithamaam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rakshayil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enne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avakaashiyaakki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kolhka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kripaaswaroopa</a:t>
            </a:r>
            <a:endParaRPr kumimoji="0" lang="en-US" sz="28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247113" y="3027536"/>
            <a:ext cx="4649774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\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n¶mse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kuP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\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yambn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k¼mZnXamw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c£bnÂ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Fs¶bhIminbm¡n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sImÄI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Ir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]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mkzcq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]m</a:t>
            </a:r>
            <a:endParaRPr kumimoji="0" lang="en-US" sz="28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L-TTKarthika" panose="04000000000000000000" pitchFamily="82" charset="0"/>
              <a:ea typeface="+mn-ea"/>
              <a:cs typeface="+mn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7959E6A-EBB4-44E3-9958-EF239E427B40}"/>
              </a:ext>
            </a:extLst>
          </p:cNvPr>
          <p:cNvGrpSpPr/>
          <p:nvPr/>
        </p:nvGrpSpPr>
        <p:grpSpPr>
          <a:xfrm>
            <a:off x="6935639" y="1838597"/>
            <a:ext cx="612883" cy="606511"/>
            <a:chOff x="7430089" y="1967090"/>
            <a:chExt cx="612883" cy="606511"/>
          </a:xfrm>
        </p:grpSpPr>
        <p:sp>
          <p:nvSpPr>
            <p:cNvPr id="11" name="Right Brace 10">
              <a:extLst>
                <a:ext uri="{FF2B5EF4-FFF2-40B4-BE49-F238E27FC236}">
                  <a16:creationId xmlns:a16="http://schemas.microsoft.com/office/drawing/2014/main" id="{A7947CF0-92E9-4602-BD1F-C9000DD71C90}"/>
                </a:ext>
              </a:extLst>
            </p:cNvPr>
            <p:cNvSpPr/>
            <p:nvPr/>
          </p:nvSpPr>
          <p:spPr>
            <a:xfrm>
              <a:off x="7430089" y="1967090"/>
              <a:ext cx="227475" cy="606511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1CBB7E3-056F-4F30-B2DF-A9745C3727B3}"/>
                </a:ext>
              </a:extLst>
            </p:cNvPr>
            <p:cNvSpPr txBox="1"/>
            <p:nvPr/>
          </p:nvSpPr>
          <p:spPr>
            <a:xfrm>
              <a:off x="7741286" y="208758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2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0D1A963-D368-4258-8AAC-BB9B7B94E56C}"/>
              </a:ext>
            </a:extLst>
          </p:cNvPr>
          <p:cNvGrpSpPr/>
          <p:nvPr/>
        </p:nvGrpSpPr>
        <p:grpSpPr>
          <a:xfrm>
            <a:off x="6935641" y="4044205"/>
            <a:ext cx="595738" cy="606511"/>
            <a:chOff x="7430089" y="1967090"/>
            <a:chExt cx="595738" cy="606511"/>
          </a:xfrm>
        </p:grpSpPr>
        <p:sp>
          <p:nvSpPr>
            <p:cNvPr id="14" name="Right Brace 13">
              <a:extLst>
                <a:ext uri="{FF2B5EF4-FFF2-40B4-BE49-F238E27FC236}">
                  <a16:creationId xmlns:a16="http://schemas.microsoft.com/office/drawing/2014/main" id="{97E25863-E86A-402A-97D2-994D0C12D1A3}"/>
                </a:ext>
              </a:extLst>
            </p:cNvPr>
            <p:cNvSpPr/>
            <p:nvPr/>
          </p:nvSpPr>
          <p:spPr>
            <a:xfrm>
              <a:off x="7430089" y="1967090"/>
              <a:ext cx="227475" cy="606511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91FC52F-1D2D-43D1-BDE8-4647E88E0C36}"/>
                </a:ext>
              </a:extLst>
            </p:cNvPr>
            <p:cNvSpPr txBox="1"/>
            <p:nvPr/>
          </p:nvSpPr>
          <p:spPr>
            <a:xfrm>
              <a:off x="7724141" y="210473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2825576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21606"/>
            <a:ext cx="9144000" cy="674914"/>
          </a:xfrm>
        </p:spPr>
        <p:txBody>
          <a:bodyPr>
            <a:normAutofit/>
          </a:bodyPr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Holy Communion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3534C8-09B1-479C-AA3A-056AC0614F65}"/>
              </a:ext>
            </a:extLst>
          </p:cNvPr>
          <p:cNvSpPr txBox="1"/>
          <p:nvPr/>
        </p:nvSpPr>
        <p:spPr>
          <a:xfrm>
            <a:off x="6935639" y="4843418"/>
            <a:ext cx="220836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Communion 6 : 5 of 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23464"/>
            <a:ext cx="15087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17611" y="45069"/>
            <a:ext cx="16263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246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9999" y="732959"/>
            <a:ext cx="6764002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vedapramaanhaththil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ninnu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vegam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njaan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albhutha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kaaryam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saadaram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kaanhmaanen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kanhkal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naathha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thurhakkenhame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846703" y="2872405"/>
            <a:ext cx="5450592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thZ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{]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amW¯nÂ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\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n¶p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thKw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Rm\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ÛpXImcyw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kmZcw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Im×ms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\³ I¬IÄ \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mYm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Xpdt¡Wta</a:t>
            </a:r>
            <a:endParaRPr kumimoji="0" lang="en-US" sz="28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L-TTKarthika" panose="04000000000000000000" pitchFamily="82" charset="0"/>
              <a:ea typeface="+mn-ea"/>
              <a:cs typeface="+mn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7959E6A-EBB4-44E3-9958-EF239E427B40}"/>
              </a:ext>
            </a:extLst>
          </p:cNvPr>
          <p:cNvGrpSpPr/>
          <p:nvPr/>
        </p:nvGrpSpPr>
        <p:grpSpPr>
          <a:xfrm>
            <a:off x="7852205" y="1800857"/>
            <a:ext cx="612883" cy="606511"/>
            <a:chOff x="7430089" y="1967090"/>
            <a:chExt cx="612883" cy="606511"/>
          </a:xfrm>
        </p:grpSpPr>
        <p:sp>
          <p:nvSpPr>
            <p:cNvPr id="11" name="Right Brace 10">
              <a:extLst>
                <a:ext uri="{FF2B5EF4-FFF2-40B4-BE49-F238E27FC236}">
                  <a16:creationId xmlns:a16="http://schemas.microsoft.com/office/drawing/2014/main" id="{A7947CF0-92E9-4602-BD1F-C9000DD71C90}"/>
                </a:ext>
              </a:extLst>
            </p:cNvPr>
            <p:cNvSpPr/>
            <p:nvPr/>
          </p:nvSpPr>
          <p:spPr>
            <a:xfrm>
              <a:off x="7430089" y="1967090"/>
              <a:ext cx="227475" cy="606511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1CBB7E3-056F-4F30-B2DF-A9745C3727B3}"/>
                </a:ext>
              </a:extLst>
            </p:cNvPr>
            <p:cNvSpPr txBox="1"/>
            <p:nvPr/>
          </p:nvSpPr>
          <p:spPr>
            <a:xfrm>
              <a:off x="7741286" y="208758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2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0D1A963-D368-4258-8AAC-BB9B7B94E56C}"/>
              </a:ext>
            </a:extLst>
          </p:cNvPr>
          <p:cNvGrpSpPr/>
          <p:nvPr/>
        </p:nvGrpSpPr>
        <p:grpSpPr>
          <a:xfrm>
            <a:off x="7479199" y="3904513"/>
            <a:ext cx="595738" cy="606511"/>
            <a:chOff x="7430089" y="1967090"/>
            <a:chExt cx="595738" cy="606511"/>
          </a:xfrm>
        </p:grpSpPr>
        <p:sp>
          <p:nvSpPr>
            <p:cNvPr id="14" name="Right Brace 13">
              <a:extLst>
                <a:ext uri="{FF2B5EF4-FFF2-40B4-BE49-F238E27FC236}">
                  <a16:creationId xmlns:a16="http://schemas.microsoft.com/office/drawing/2014/main" id="{97E25863-E86A-402A-97D2-994D0C12D1A3}"/>
                </a:ext>
              </a:extLst>
            </p:cNvPr>
            <p:cNvSpPr/>
            <p:nvPr/>
          </p:nvSpPr>
          <p:spPr>
            <a:xfrm>
              <a:off x="7430089" y="1967090"/>
              <a:ext cx="227475" cy="606511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91FC52F-1D2D-43D1-BDE8-4647E88E0C36}"/>
                </a:ext>
              </a:extLst>
            </p:cNvPr>
            <p:cNvSpPr txBox="1"/>
            <p:nvPr/>
          </p:nvSpPr>
          <p:spPr>
            <a:xfrm>
              <a:off x="7724141" y="210473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8452949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21606"/>
            <a:ext cx="9144000" cy="674914"/>
          </a:xfrm>
        </p:spPr>
        <p:txBody>
          <a:bodyPr>
            <a:normAutofit/>
          </a:bodyPr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Holy Communion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3534C8-09B1-479C-AA3A-056AC0614F65}"/>
              </a:ext>
            </a:extLst>
          </p:cNvPr>
          <p:cNvSpPr txBox="1"/>
          <p:nvPr/>
        </p:nvSpPr>
        <p:spPr>
          <a:xfrm>
            <a:off x="6935639" y="4843418"/>
            <a:ext cx="220836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Communion 6 : 6 of 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23464"/>
            <a:ext cx="15087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17611" y="45069"/>
            <a:ext cx="16263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246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240" y="755868"/>
            <a:ext cx="5249521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vyaajavazhiyil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ninnenne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vegam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neeyakatti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ninte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vedapramaanhaththe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kripayode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nalkeedenhame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357996" y="2822548"/>
            <a:ext cx="4428008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hymP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hgnbnÂ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\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ns¶s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¶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thKw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\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obIän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\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nsâ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thZ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{]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amWs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¯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Iy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]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tbmsS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\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ÂIotSWta</a:t>
            </a:r>
            <a:endParaRPr kumimoji="0" lang="en-US" sz="28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L-TTKarthika" panose="04000000000000000000" pitchFamily="82" charset="0"/>
              <a:ea typeface="+mn-ea"/>
              <a:cs typeface="+mn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7959E6A-EBB4-44E3-9958-EF239E427B40}"/>
              </a:ext>
            </a:extLst>
          </p:cNvPr>
          <p:cNvGrpSpPr/>
          <p:nvPr/>
        </p:nvGrpSpPr>
        <p:grpSpPr>
          <a:xfrm>
            <a:off x="7426937" y="1965239"/>
            <a:ext cx="612883" cy="606511"/>
            <a:chOff x="7430089" y="1967090"/>
            <a:chExt cx="612883" cy="606511"/>
          </a:xfrm>
        </p:grpSpPr>
        <p:sp>
          <p:nvSpPr>
            <p:cNvPr id="11" name="Right Brace 10">
              <a:extLst>
                <a:ext uri="{FF2B5EF4-FFF2-40B4-BE49-F238E27FC236}">
                  <a16:creationId xmlns:a16="http://schemas.microsoft.com/office/drawing/2014/main" id="{A7947CF0-92E9-4602-BD1F-C9000DD71C90}"/>
                </a:ext>
              </a:extLst>
            </p:cNvPr>
            <p:cNvSpPr/>
            <p:nvPr/>
          </p:nvSpPr>
          <p:spPr>
            <a:xfrm>
              <a:off x="7430089" y="1967090"/>
              <a:ext cx="227475" cy="606511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1CBB7E3-056F-4F30-B2DF-A9745C3727B3}"/>
                </a:ext>
              </a:extLst>
            </p:cNvPr>
            <p:cNvSpPr txBox="1"/>
            <p:nvPr/>
          </p:nvSpPr>
          <p:spPr>
            <a:xfrm>
              <a:off x="7741286" y="208758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2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0D1A963-D368-4258-8AAC-BB9B7B94E56C}"/>
              </a:ext>
            </a:extLst>
          </p:cNvPr>
          <p:cNvGrpSpPr/>
          <p:nvPr/>
        </p:nvGrpSpPr>
        <p:grpSpPr>
          <a:xfrm>
            <a:off x="6898892" y="3833693"/>
            <a:ext cx="595738" cy="606511"/>
            <a:chOff x="7430089" y="1967090"/>
            <a:chExt cx="595738" cy="606511"/>
          </a:xfrm>
        </p:grpSpPr>
        <p:sp>
          <p:nvSpPr>
            <p:cNvPr id="14" name="Right Brace 13">
              <a:extLst>
                <a:ext uri="{FF2B5EF4-FFF2-40B4-BE49-F238E27FC236}">
                  <a16:creationId xmlns:a16="http://schemas.microsoft.com/office/drawing/2014/main" id="{97E25863-E86A-402A-97D2-994D0C12D1A3}"/>
                </a:ext>
              </a:extLst>
            </p:cNvPr>
            <p:cNvSpPr/>
            <p:nvPr/>
          </p:nvSpPr>
          <p:spPr>
            <a:xfrm>
              <a:off x="7430089" y="1967090"/>
              <a:ext cx="227475" cy="606511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91FC52F-1D2D-43D1-BDE8-4647E88E0C36}"/>
                </a:ext>
              </a:extLst>
            </p:cNvPr>
            <p:cNvSpPr txBox="1"/>
            <p:nvPr/>
          </p:nvSpPr>
          <p:spPr>
            <a:xfrm>
              <a:off x="7724141" y="210473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7890944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21606"/>
            <a:ext cx="9144000" cy="674914"/>
          </a:xfrm>
        </p:spPr>
        <p:txBody>
          <a:bodyPr>
            <a:normAutofit/>
          </a:bodyPr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Holy Communion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3534C8-09B1-479C-AA3A-056AC0614F65}"/>
              </a:ext>
            </a:extLst>
          </p:cNvPr>
          <p:cNvSpPr txBox="1"/>
          <p:nvPr/>
        </p:nvSpPr>
        <p:spPr>
          <a:xfrm>
            <a:off x="6935639" y="4843418"/>
            <a:ext cx="220836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Communion 6 : 7 of 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23464"/>
            <a:ext cx="15087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17611" y="45069"/>
            <a:ext cx="16263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246</a:t>
            </a:r>
          </a:p>
        </p:txBody>
      </p:sp>
      <p:sp>
        <p:nvSpPr>
          <p:cNvPr id="6" name="Rectangle 5"/>
          <p:cNvSpPr/>
          <p:nvPr/>
        </p:nvSpPr>
        <p:spPr>
          <a:xfrm>
            <a:off x="2116548" y="742429"/>
            <a:ext cx="4843136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maayaye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nokkaathe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vannham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ente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kanhkalh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nee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thirichchu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mahalguro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nin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vazhiyilenne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nadathanhame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211944" y="2738279"/>
            <a:ext cx="4720112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ambsb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t\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m¡msX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h®w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Fsâ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I¬IÄ \o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Xncn¨p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alÂKptcm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\n³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hgnbnses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¶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\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S¯Wsa</a:t>
            </a:r>
            <a:endParaRPr kumimoji="0" lang="en-US" sz="28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L-TTKarthika" panose="04000000000000000000" pitchFamily="82" charset="0"/>
              <a:ea typeface="+mn-ea"/>
              <a:cs typeface="+mn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7959E6A-EBB4-44E3-9958-EF239E427B40}"/>
              </a:ext>
            </a:extLst>
          </p:cNvPr>
          <p:cNvGrpSpPr/>
          <p:nvPr/>
        </p:nvGrpSpPr>
        <p:grpSpPr>
          <a:xfrm>
            <a:off x="7068736" y="1826864"/>
            <a:ext cx="612883" cy="606511"/>
            <a:chOff x="7430089" y="1967090"/>
            <a:chExt cx="612883" cy="606511"/>
          </a:xfrm>
        </p:grpSpPr>
        <p:sp>
          <p:nvSpPr>
            <p:cNvPr id="11" name="Right Brace 10">
              <a:extLst>
                <a:ext uri="{FF2B5EF4-FFF2-40B4-BE49-F238E27FC236}">
                  <a16:creationId xmlns:a16="http://schemas.microsoft.com/office/drawing/2014/main" id="{A7947CF0-92E9-4602-BD1F-C9000DD71C90}"/>
                </a:ext>
              </a:extLst>
            </p:cNvPr>
            <p:cNvSpPr/>
            <p:nvPr/>
          </p:nvSpPr>
          <p:spPr>
            <a:xfrm>
              <a:off x="7430089" y="1967090"/>
              <a:ext cx="227475" cy="606511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1CBB7E3-056F-4F30-B2DF-A9745C3727B3}"/>
                </a:ext>
              </a:extLst>
            </p:cNvPr>
            <p:cNvSpPr txBox="1"/>
            <p:nvPr/>
          </p:nvSpPr>
          <p:spPr>
            <a:xfrm>
              <a:off x="7741286" y="208758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2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0D1A963-D368-4258-8AAC-BB9B7B94E56C}"/>
              </a:ext>
            </a:extLst>
          </p:cNvPr>
          <p:cNvGrpSpPr/>
          <p:nvPr/>
        </p:nvGrpSpPr>
        <p:grpSpPr>
          <a:xfrm>
            <a:off x="7068736" y="3742830"/>
            <a:ext cx="595738" cy="606511"/>
            <a:chOff x="7430089" y="1967090"/>
            <a:chExt cx="595738" cy="606511"/>
          </a:xfrm>
        </p:grpSpPr>
        <p:sp>
          <p:nvSpPr>
            <p:cNvPr id="14" name="Right Brace 13">
              <a:extLst>
                <a:ext uri="{FF2B5EF4-FFF2-40B4-BE49-F238E27FC236}">
                  <a16:creationId xmlns:a16="http://schemas.microsoft.com/office/drawing/2014/main" id="{97E25863-E86A-402A-97D2-994D0C12D1A3}"/>
                </a:ext>
              </a:extLst>
            </p:cNvPr>
            <p:cNvSpPr/>
            <p:nvPr/>
          </p:nvSpPr>
          <p:spPr>
            <a:xfrm>
              <a:off x="7430089" y="1967090"/>
              <a:ext cx="227475" cy="606511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91FC52F-1D2D-43D1-BDE8-4647E88E0C36}"/>
                </a:ext>
              </a:extLst>
            </p:cNvPr>
            <p:cNvSpPr txBox="1"/>
            <p:nvPr/>
          </p:nvSpPr>
          <p:spPr>
            <a:xfrm>
              <a:off x="7724141" y="210473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3075260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21606"/>
            <a:ext cx="9144000" cy="674914"/>
          </a:xfrm>
        </p:spPr>
        <p:txBody>
          <a:bodyPr>
            <a:normAutofit/>
          </a:bodyPr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Holy Communion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3534C8-09B1-479C-AA3A-056AC0614F65}"/>
              </a:ext>
            </a:extLst>
          </p:cNvPr>
          <p:cNvSpPr txBox="1"/>
          <p:nvPr/>
        </p:nvSpPr>
        <p:spPr>
          <a:xfrm>
            <a:off x="6935639" y="4843418"/>
            <a:ext cx="220836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Communion 6 : 8 of 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23464"/>
            <a:ext cx="15087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17611" y="45069"/>
            <a:ext cx="16263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246</a:t>
            </a:r>
          </a:p>
        </p:txBody>
      </p:sp>
      <p:sp>
        <p:nvSpPr>
          <p:cNvPr id="6" name="Rectangle 5"/>
          <p:cNvSpPr/>
          <p:nvPr/>
        </p:nvSpPr>
        <p:spPr>
          <a:xfrm>
            <a:off x="1683068" y="696519"/>
            <a:ext cx="5777864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bhooloka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vaasam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kazhichchu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swarlokaththe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njaan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praapichchu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kollhuvaan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vendunnathellaam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enne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kaanhikkenhame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833663" y="2826511"/>
            <a:ext cx="5476674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`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qtemI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hmkw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Ign¨p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kzÀtemIs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¯ Rm³ {]m]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n¨p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L-TTKarthika" panose="04000000000000000000" pitchFamily="82" charset="0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sImffphm³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th¬Sp¶sXÃmsas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¶ 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ImWn¡Wta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L-TTKarthika" panose="04000000000000000000" pitchFamily="82" charset="0"/>
              <a:ea typeface="+mn-ea"/>
              <a:cs typeface="+mn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7959E6A-EBB4-44E3-9958-EF239E427B40}"/>
              </a:ext>
            </a:extLst>
          </p:cNvPr>
          <p:cNvGrpSpPr/>
          <p:nvPr/>
        </p:nvGrpSpPr>
        <p:grpSpPr>
          <a:xfrm>
            <a:off x="7517611" y="1757864"/>
            <a:ext cx="612883" cy="606511"/>
            <a:chOff x="7430089" y="1967090"/>
            <a:chExt cx="612883" cy="606511"/>
          </a:xfrm>
        </p:grpSpPr>
        <p:sp>
          <p:nvSpPr>
            <p:cNvPr id="11" name="Right Brace 10">
              <a:extLst>
                <a:ext uri="{FF2B5EF4-FFF2-40B4-BE49-F238E27FC236}">
                  <a16:creationId xmlns:a16="http://schemas.microsoft.com/office/drawing/2014/main" id="{A7947CF0-92E9-4602-BD1F-C9000DD71C90}"/>
                </a:ext>
              </a:extLst>
            </p:cNvPr>
            <p:cNvSpPr/>
            <p:nvPr/>
          </p:nvSpPr>
          <p:spPr>
            <a:xfrm>
              <a:off x="7430089" y="1967090"/>
              <a:ext cx="227475" cy="606511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1CBB7E3-056F-4F30-B2DF-A9745C3727B3}"/>
                </a:ext>
              </a:extLst>
            </p:cNvPr>
            <p:cNvSpPr txBox="1"/>
            <p:nvPr/>
          </p:nvSpPr>
          <p:spPr>
            <a:xfrm>
              <a:off x="7741286" y="208758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2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0D1A963-D368-4258-8AAC-BB9B7B94E56C}"/>
              </a:ext>
            </a:extLst>
          </p:cNvPr>
          <p:cNvGrpSpPr/>
          <p:nvPr/>
        </p:nvGrpSpPr>
        <p:grpSpPr>
          <a:xfrm>
            <a:off x="7517611" y="3833139"/>
            <a:ext cx="595738" cy="606511"/>
            <a:chOff x="7430089" y="1967090"/>
            <a:chExt cx="595738" cy="606511"/>
          </a:xfrm>
        </p:grpSpPr>
        <p:sp>
          <p:nvSpPr>
            <p:cNvPr id="14" name="Right Brace 13">
              <a:extLst>
                <a:ext uri="{FF2B5EF4-FFF2-40B4-BE49-F238E27FC236}">
                  <a16:creationId xmlns:a16="http://schemas.microsoft.com/office/drawing/2014/main" id="{97E25863-E86A-402A-97D2-994D0C12D1A3}"/>
                </a:ext>
              </a:extLst>
            </p:cNvPr>
            <p:cNvSpPr/>
            <p:nvPr/>
          </p:nvSpPr>
          <p:spPr>
            <a:xfrm>
              <a:off x="7430089" y="1967090"/>
              <a:ext cx="227475" cy="606511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91FC52F-1D2D-43D1-BDE8-4647E88E0C36}"/>
                </a:ext>
              </a:extLst>
            </p:cNvPr>
            <p:cNvSpPr txBox="1"/>
            <p:nvPr/>
          </p:nvSpPr>
          <p:spPr>
            <a:xfrm>
              <a:off x="7724141" y="210473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1251271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Holy Communion – Hymn No. 249</a:t>
            </a:r>
          </a:p>
        </p:txBody>
      </p:sp>
      <p:pic>
        <p:nvPicPr>
          <p:cNvPr id="4" name="Picture 3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1AF550E5-F564-47AA-B28E-A13F342C3A5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4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561422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Communion: Hymn No. 249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67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638D45-CE17-40C1-F11F-770D918C473D}"/>
              </a:ext>
            </a:extLst>
          </p:cNvPr>
          <p:cNvSpPr txBox="1"/>
          <p:nvPr/>
        </p:nvSpPr>
        <p:spPr>
          <a:xfrm>
            <a:off x="7068968" y="4835725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7: 1 of 15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F3271A2-FC02-8988-8BC9-1A959BB5915F}"/>
              </a:ext>
            </a:extLst>
          </p:cNvPr>
          <p:cNvSpPr/>
          <p:nvPr/>
        </p:nvSpPr>
        <p:spPr>
          <a:xfrm>
            <a:off x="876034" y="1162295"/>
            <a:ext cx="7391933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 err="1"/>
              <a:t>ente</a:t>
            </a:r>
            <a:r>
              <a:rPr lang="en-US" sz="3200" dirty="0"/>
              <a:t> </a:t>
            </a:r>
            <a:r>
              <a:rPr lang="en-US" sz="3200" dirty="0" err="1"/>
              <a:t>daivam</a:t>
            </a:r>
            <a:r>
              <a:rPr lang="en-US" sz="3200" dirty="0"/>
              <a:t> </a:t>
            </a:r>
            <a:r>
              <a:rPr lang="en-US" sz="3200" dirty="0" err="1"/>
              <a:t>swargga</a:t>
            </a:r>
            <a:r>
              <a:rPr lang="en-US" sz="3200" dirty="0"/>
              <a:t> </a:t>
            </a:r>
            <a:r>
              <a:rPr lang="en-US" sz="3200" dirty="0" err="1"/>
              <a:t>simhaasanam</a:t>
            </a:r>
            <a:r>
              <a:rPr lang="en-US" sz="3200" dirty="0"/>
              <a:t> </a:t>
            </a:r>
            <a:r>
              <a:rPr lang="en-US" sz="3200" dirty="0" err="1"/>
              <a:t>thannil</a:t>
            </a:r>
            <a:endParaRPr lang="en-US" sz="3200" dirty="0"/>
          </a:p>
          <a:p>
            <a:r>
              <a:rPr lang="en-US" sz="3200" dirty="0" err="1"/>
              <a:t>ennil</a:t>
            </a:r>
            <a:r>
              <a:rPr lang="en-US" sz="3200" dirty="0"/>
              <a:t> </a:t>
            </a:r>
            <a:r>
              <a:rPr lang="en-US" sz="3200" dirty="0" err="1"/>
              <a:t>kaninjenne</a:t>
            </a:r>
            <a:r>
              <a:rPr lang="en-US" sz="3200" dirty="0"/>
              <a:t> </a:t>
            </a:r>
            <a:r>
              <a:rPr lang="en-US" sz="3200" dirty="0" err="1"/>
              <a:t>orhththeedunnu</a:t>
            </a:r>
            <a:endParaRPr lang="en-US" sz="24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D579492-6AD4-0882-0A13-ABF0FB50DC09}"/>
              </a:ext>
            </a:extLst>
          </p:cNvPr>
          <p:cNvSpPr/>
          <p:nvPr/>
        </p:nvSpPr>
        <p:spPr>
          <a:xfrm>
            <a:off x="928762" y="3082211"/>
            <a:ext cx="7286477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Fsâ</a:t>
            </a:r>
            <a:r>
              <a:rPr lang="en-US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32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ssZhw</a:t>
            </a:r>
            <a:r>
              <a:rPr lang="en-US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32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kzÀ</a:t>
            </a:r>
            <a:r>
              <a:rPr lang="en-US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¤ </a:t>
            </a:r>
            <a:r>
              <a:rPr lang="en-US" sz="32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knwlmk</a:t>
            </a:r>
            <a:r>
              <a:rPr lang="en-US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\w </a:t>
            </a:r>
            <a:r>
              <a:rPr lang="en-US" sz="32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X¶nþ</a:t>
            </a:r>
            <a:r>
              <a:rPr lang="en-US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pt-BR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se¶nÂ I\nsªs¶ HmÀ¯nSp¶p </a:t>
            </a:r>
            <a:endParaRPr lang="en-US" sz="3600" dirty="0">
              <a:solidFill>
                <a:srgbClr val="800000"/>
              </a:solidFill>
              <a:latin typeface="ML-TTKarthika" pitchFamily="82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B92F66B-6594-22F7-C57F-0B6B82FF8A5F}"/>
              </a:ext>
            </a:extLst>
          </p:cNvPr>
          <p:cNvGrpSpPr/>
          <p:nvPr/>
        </p:nvGrpSpPr>
        <p:grpSpPr>
          <a:xfrm>
            <a:off x="8215239" y="1356802"/>
            <a:ext cx="612883" cy="606511"/>
            <a:chOff x="7430089" y="1967090"/>
            <a:chExt cx="612883" cy="606511"/>
          </a:xfrm>
        </p:grpSpPr>
        <p:sp>
          <p:nvSpPr>
            <p:cNvPr id="8" name="Right Brace 7">
              <a:extLst>
                <a:ext uri="{FF2B5EF4-FFF2-40B4-BE49-F238E27FC236}">
                  <a16:creationId xmlns:a16="http://schemas.microsoft.com/office/drawing/2014/main" id="{A5935A7E-36C1-EE4B-BC3E-A9F5C4A365FC}"/>
                </a:ext>
              </a:extLst>
            </p:cNvPr>
            <p:cNvSpPr/>
            <p:nvPr/>
          </p:nvSpPr>
          <p:spPr>
            <a:xfrm>
              <a:off x="7430089" y="1967090"/>
              <a:ext cx="227475" cy="606511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F94D6B2-B36E-5325-755C-FEEC254EDCF5}"/>
                </a:ext>
              </a:extLst>
            </p:cNvPr>
            <p:cNvSpPr txBox="1"/>
            <p:nvPr/>
          </p:nvSpPr>
          <p:spPr>
            <a:xfrm>
              <a:off x="7741286" y="208758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2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5526ECBB-E9FA-FF25-E307-FF41FD8682B6}"/>
              </a:ext>
            </a:extLst>
          </p:cNvPr>
          <p:cNvGrpSpPr/>
          <p:nvPr/>
        </p:nvGrpSpPr>
        <p:grpSpPr>
          <a:xfrm>
            <a:off x="8215238" y="3317564"/>
            <a:ext cx="612883" cy="606511"/>
            <a:chOff x="7430089" y="1967090"/>
            <a:chExt cx="612883" cy="606511"/>
          </a:xfrm>
        </p:grpSpPr>
        <p:sp>
          <p:nvSpPr>
            <p:cNvPr id="11" name="Right Brace 10">
              <a:extLst>
                <a:ext uri="{FF2B5EF4-FFF2-40B4-BE49-F238E27FC236}">
                  <a16:creationId xmlns:a16="http://schemas.microsoft.com/office/drawing/2014/main" id="{9563BB84-B261-02B3-DB93-2812FFCEB3BB}"/>
                </a:ext>
              </a:extLst>
            </p:cNvPr>
            <p:cNvSpPr/>
            <p:nvPr/>
          </p:nvSpPr>
          <p:spPr>
            <a:xfrm>
              <a:off x="7430089" y="1967090"/>
              <a:ext cx="227475" cy="606511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89BC653-5601-91A3-4FE1-A4919182007D}"/>
                </a:ext>
              </a:extLst>
            </p:cNvPr>
            <p:cNvSpPr txBox="1"/>
            <p:nvPr/>
          </p:nvSpPr>
          <p:spPr>
            <a:xfrm>
              <a:off x="7741286" y="208758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8198146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2A8C73C2-1E69-0CF2-7BB8-0D38997385C0}"/>
              </a:ext>
            </a:extLst>
          </p:cNvPr>
          <p:cNvSpPr txBox="1"/>
          <p:nvPr/>
        </p:nvSpPr>
        <p:spPr>
          <a:xfrm>
            <a:off x="656706" y="778209"/>
            <a:ext cx="783058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/>
            <a:r>
              <a:rPr lang="en-US" sz="28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maathaa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pithaakkalhum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veedum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dhanangalhum</a:t>
            </a:r>
            <a:endParaRPr lang="en-US" sz="2800" b="0" i="0" u="none" strike="noStrike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en-US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vasthu</a:t>
            </a:r>
            <a:r>
              <a:rPr lang="en-US" sz="28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sukhangalhum</a:t>
            </a:r>
            <a:r>
              <a:rPr lang="en-US" sz="28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karhththaavathre</a:t>
            </a:r>
            <a:endParaRPr lang="en-US" sz="2800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pPr algn="l" rtl="0" fontAlgn="base"/>
            <a:r>
              <a:rPr lang="en-US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paithal</a:t>
            </a:r>
            <a:r>
              <a:rPr lang="en-US" sz="28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praayam</a:t>
            </a:r>
            <a:r>
              <a:rPr lang="en-US" sz="28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muthalkkinnevare</a:t>
            </a:r>
            <a:endParaRPr lang="en-US" sz="2800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pPr algn="l" rtl="0" fontAlgn="base"/>
            <a:r>
              <a:rPr lang="en-US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enne</a:t>
            </a:r>
            <a:r>
              <a:rPr lang="en-US" sz="28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potti</a:t>
            </a:r>
            <a:r>
              <a:rPr lang="en-US" sz="28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pularhththiya</a:t>
            </a:r>
            <a:r>
              <a:rPr lang="en-US" sz="28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daivam</a:t>
            </a:r>
            <a:r>
              <a:rPr lang="en-US" sz="28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mathi</a:t>
            </a:r>
            <a:endParaRPr lang="en-US" sz="28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221F873-C37A-DAFA-011B-E53360621CFD}"/>
              </a:ext>
            </a:extLst>
          </p:cNvPr>
          <p:cNvSpPr txBox="1"/>
          <p:nvPr/>
        </p:nvSpPr>
        <p:spPr>
          <a:xfrm>
            <a:off x="1400376" y="2678482"/>
            <a:ext cx="6930824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amXm</a:t>
            </a:r>
            <a:r>
              <a:rPr lang="en-US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]</a:t>
            </a:r>
            <a:r>
              <a:rPr lang="en-US" sz="320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nXm¡fpw</a:t>
            </a:r>
            <a:r>
              <a:rPr lang="en-US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320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hoSpw</a:t>
            </a:r>
            <a:r>
              <a:rPr lang="en-US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[\§</a:t>
            </a:r>
            <a:r>
              <a:rPr lang="en-US" sz="320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fpw</a:t>
            </a:r>
            <a:r>
              <a:rPr lang="en-US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US" sz="320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hkvXpkpJ§fpw</a:t>
            </a:r>
            <a:r>
              <a:rPr lang="en-US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320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IÀ¯mht</a:t>
            </a:r>
            <a:r>
              <a:rPr lang="en-US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{X </a:t>
            </a:r>
          </a:p>
          <a:p>
            <a:r>
              <a:rPr lang="en-US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ss]XÂ{]</a:t>
            </a:r>
            <a:r>
              <a:rPr lang="en-US" sz="320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mbw</a:t>
            </a:r>
            <a:r>
              <a:rPr lang="en-US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320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apXÂ¡nt¶hscsbs</a:t>
            </a:r>
            <a:r>
              <a:rPr lang="en-US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¶ </a:t>
            </a:r>
          </a:p>
          <a:p>
            <a:r>
              <a:rPr lang="sv-SE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t]män¸peÀ¯nb ssZhw aXn </a:t>
            </a:r>
            <a:endParaRPr lang="en-US" sz="360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Communion: Hymn No. 249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68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638D45-CE17-40C1-F11F-770D918C473D}"/>
              </a:ext>
            </a:extLst>
          </p:cNvPr>
          <p:cNvSpPr txBox="1"/>
          <p:nvPr/>
        </p:nvSpPr>
        <p:spPr>
          <a:xfrm>
            <a:off x="7068968" y="4835725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7: 2 of 15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0B06379-AF36-A362-D49C-40B38E77B86B}"/>
              </a:ext>
            </a:extLst>
          </p:cNvPr>
          <p:cNvGrpSpPr/>
          <p:nvPr/>
        </p:nvGrpSpPr>
        <p:grpSpPr>
          <a:xfrm>
            <a:off x="7238069" y="1840411"/>
            <a:ext cx="612883" cy="606511"/>
            <a:chOff x="7430089" y="1967090"/>
            <a:chExt cx="612883" cy="606511"/>
          </a:xfrm>
        </p:grpSpPr>
        <p:sp>
          <p:nvSpPr>
            <p:cNvPr id="5" name="Right Brace 4">
              <a:extLst>
                <a:ext uri="{FF2B5EF4-FFF2-40B4-BE49-F238E27FC236}">
                  <a16:creationId xmlns:a16="http://schemas.microsoft.com/office/drawing/2014/main" id="{1EABB307-89E6-D6E2-8CD2-30E3F6F72703}"/>
                </a:ext>
              </a:extLst>
            </p:cNvPr>
            <p:cNvSpPr/>
            <p:nvPr/>
          </p:nvSpPr>
          <p:spPr>
            <a:xfrm>
              <a:off x="7430089" y="1967090"/>
              <a:ext cx="227475" cy="606511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D780F93-CB50-28BA-A851-BD6EC591A247}"/>
                </a:ext>
              </a:extLst>
            </p:cNvPr>
            <p:cNvSpPr txBox="1"/>
            <p:nvPr/>
          </p:nvSpPr>
          <p:spPr>
            <a:xfrm>
              <a:off x="7741286" y="208758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2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3CA04026-100A-1E04-3D3A-B3EBB2DBD402}"/>
              </a:ext>
            </a:extLst>
          </p:cNvPr>
          <p:cNvGrpSpPr/>
          <p:nvPr/>
        </p:nvGrpSpPr>
        <p:grpSpPr>
          <a:xfrm>
            <a:off x="8331200" y="3840120"/>
            <a:ext cx="612883" cy="606511"/>
            <a:chOff x="7430089" y="1967090"/>
            <a:chExt cx="612883" cy="606511"/>
          </a:xfrm>
        </p:grpSpPr>
        <p:sp>
          <p:nvSpPr>
            <p:cNvPr id="9" name="Right Brace 8">
              <a:extLst>
                <a:ext uri="{FF2B5EF4-FFF2-40B4-BE49-F238E27FC236}">
                  <a16:creationId xmlns:a16="http://schemas.microsoft.com/office/drawing/2014/main" id="{7A553F9E-31DF-84FC-6FAB-37CE547562DF}"/>
                </a:ext>
              </a:extLst>
            </p:cNvPr>
            <p:cNvSpPr/>
            <p:nvPr/>
          </p:nvSpPr>
          <p:spPr>
            <a:xfrm>
              <a:off x="7430089" y="1967090"/>
              <a:ext cx="227475" cy="606511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1F6ACA0-8D4A-A992-82D4-0B1564D065ED}"/>
                </a:ext>
              </a:extLst>
            </p:cNvPr>
            <p:cNvSpPr txBox="1"/>
            <p:nvPr/>
          </p:nvSpPr>
          <p:spPr>
            <a:xfrm>
              <a:off x="7741286" y="208758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31128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Communion: Hymn No. 249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69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638D45-CE17-40C1-F11F-770D918C473D}"/>
              </a:ext>
            </a:extLst>
          </p:cNvPr>
          <p:cNvSpPr txBox="1"/>
          <p:nvPr/>
        </p:nvSpPr>
        <p:spPr>
          <a:xfrm>
            <a:off x="7068968" y="4835725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7: 3 of 15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F3271A2-FC02-8988-8BC9-1A959BB5915F}"/>
              </a:ext>
            </a:extLst>
          </p:cNvPr>
          <p:cNvSpPr/>
          <p:nvPr/>
        </p:nvSpPr>
        <p:spPr>
          <a:xfrm>
            <a:off x="876034" y="1162295"/>
            <a:ext cx="7391933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 err="1"/>
              <a:t>ente</a:t>
            </a:r>
            <a:r>
              <a:rPr lang="en-US" sz="3200" dirty="0"/>
              <a:t> </a:t>
            </a:r>
            <a:r>
              <a:rPr lang="en-US" sz="3200" dirty="0" err="1"/>
              <a:t>daivam</a:t>
            </a:r>
            <a:r>
              <a:rPr lang="en-US" sz="3200" dirty="0"/>
              <a:t> </a:t>
            </a:r>
            <a:r>
              <a:rPr lang="en-US" sz="3200" dirty="0" err="1"/>
              <a:t>swargga</a:t>
            </a:r>
            <a:r>
              <a:rPr lang="en-US" sz="3200" dirty="0"/>
              <a:t> </a:t>
            </a:r>
            <a:r>
              <a:rPr lang="en-US" sz="3200" dirty="0" err="1"/>
              <a:t>simhaasanam</a:t>
            </a:r>
            <a:r>
              <a:rPr lang="en-US" sz="3200" dirty="0"/>
              <a:t> </a:t>
            </a:r>
            <a:r>
              <a:rPr lang="en-US" sz="3200" dirty="0" err="1"/>
              <a:t>thannil</a:t>
            </a:r>
            <a:endParaRPr lang="en-US" sz="3200" dirty="0"/>
          </a:p>
          <a:p>
            <a:r>
              <a:rPr lang="en-US" sz="3200" dirty="0" err="1"/>
              <a:t>ennil</a:t>
            </a:r>
            <a:r>
              <a:rPr lang="en-US" sz="3200" dirty="0"/>
              <a:t> </a:t>
            </a:r>
            <a:r>
              <a:rPr lang="en-US" sz="3200" dirty="0" err="1"/>
              <a:t>kaninjenne</a:t>
            </a:r>
            <a:r>
              <a:rPr lang="en-US" sz="3200" dirty="0"/>
              <a:t> </a:t>
            </a:r>
            <a:r>
              <a:rPr lang="en-US" sz="3200" dirty="0" err="1"/>
              <a:t>orhththeedunnu</a:t>
            </a:r>
            <a:endParaRPr lang="en-US" sz="24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D579492-6AD4-0882-0A13-ABF0FB50DC09}"/>
              </a:ext>
            </a:extLst>
          </p:cNvPr>
          <p:cNvSpPr/>
          <p:nvPr/>
        </p:nvSpPr>
        <p:spPr>
          <a:xfrm>
            <a:off x="928762" y="3082211"/>
            <a:ext cx="7286477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Fsâ</a:t>
            </a:r>
            <a:r>
              <a:rPr lang="en-US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32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ssZhw</a:t>
            </a:r>
            <a:r>
              <a:rPr lang="en-US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32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kzÀ</a:t>
            </a:r>
            <a:r>
              <a:rPr lang="en-US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¤ </a:t>
            </a:r>
            <a:r>
              <a:rPr lang="en-US" sz="32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knwlmk</a:t>
            </a:r>
            <a:r>
              <a:rPr lang="en-US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\w </a:t>
            </a:r>
            <a:r>
              <a:rPr lang="en-US" sz="32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X¶nþ</a:t>
            </a:r>
            <a:r>
              <a:rPr lang="en-US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pt-BR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se¶nÂ I\nsªs¶ HmÀ¯nSp¶p </a:t>
            </a:r>
            <a:endParaRPr lang="en-US" sz="3600" dirty="0">
              <a:solidFill>
                <a:srgbClr val="800000"/>
              </a:solidFill>
              <a:latin typeface="ML-TTKarthik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9571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2A8C73C2-1E69-0CF2-7BB8-0D38997385C0}"/>
              </a:ext>
            </a:extLst>
          </p:cNvPr>
          <p:cNvSpPr txBox="1"/>
          <p:nvPr/>
        </p:nvSpPr>
        <p:spPr>
          <a:xfrm>
            <a:off x="656706" y="649136"/>
            <a:ext cx="783058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/>
            <a:r>
              <a:rPr lang="en-US" sz="28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aarum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sahaayamillellaavarum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paaril</a:t>
            </a:r>
            <a:endParaRPr lang="en-US" sz="2800" b="0" i="0" u="none" strike="noStrike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en-US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kanhdum</a:t>
            </a:r>
            <a:r>
              <a:rPr lang="en-US" sz="28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kaanhaatheyum</a:t>
            </a:r>
            <a:r>
              <a:rPr lang="en-US" sz="28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pokunnavarh</a:t>
            </a:r>
            <a:endParaRPr lang="en-US" sz="2800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pPr algn="l" rtl="0" fontAlgn="base"/>
            <a:r>
              <a:rPr lang="en-US" sz="2800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ennaal</a:t>
            </a:r>
            <a:r>
              <a:rPr lang="en-US" sz="28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enikkoru</a:t>
            </a:r>
            <a:r>
              <a:rPr lang="en-US" sz="28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sahaayakan</a:t>
            </a:r>
            <a:r>
              <a:rPr lang="en-US" sz="28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vaanil</a:t>
            </a:r>
            <a:endParaRPr lang="en-US" sz="2800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pPr algn="l" rtl="0" fontAlgn="base"/>
            <a:r>
              <a:rPr lang="en-US" sz="2800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unhdennarhinjathil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sz="2800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ullaasame</a:t>
            </a:r>
            <a:endParaRPr lang="en-US" sz="28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221F873-C37A-DAFA-011B-E53360621CFD}"/>
              </a:ext>
            </a:extLst>
          </p:cNvPr>
          <p:cNvSpPr txBox="1"/>
          <p:nvPr/>
        </p:nvSpPr>
        <p:spPr>
          <a:xfrm>
            <a:off x="1106588" y="2678482"/>
            <a:ext cx="6930824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Bcpw</a:t>
            </a:r>
            <a:r>
              <a:rPr lang="en-US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320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klmbansÃÃmhcpw</a:t>
            </a:r>
            <a:r>
              <a:rPr lang="en-US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]</a:t>
            </a:r>
            <a:r>
              <a:rPr lang="en-US" sz="320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mcnÂ</a:t>
            </a:r>
            <a:r>
              <a:rPr lang="en-US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US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I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¬S</a:t>
            </a:r>
            <a:r>
              <a:rPr lang="en-US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pw </a:t>
            </a:r>
            <a:r>
              <a:rPr lang="en-US" sz="320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ImWmsXbpw</a:t>
            </a:r>
            <a:r>
              <a:rPr lang="en-US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t]</a:t>
            </a:r>
            <a:r>
              <a:rPr lang="en-US" sz="320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mIp¶hÀ</a:t>
            </a:r>
            <a:r>
              <a:rPr lang="en-US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US" sz="320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F¶mse</a:t>
            </a:r>
            <a:r>
              <a:rPr lang="en-US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\</a:t>
            </a:r>
            <a:r>
              <a:rPr lang="en-US" sz="320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ns¡mcp</a:t>
            </a:r>
            <a:r>
              <a:rPr lang="en-US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klmbI³ hm\</a:t>
            </a:r>
            <a:r>
              <a:rPr lang="en-US" sz="320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nÂ</a:t>
            </a:r>
            <a:r>
              <a:rPr lang="en-US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US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Ds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¬S</a:t>
            </a:r>
            <a:r>
              <a:rPr lang="en-US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¶</a:t>
            </a:r>
            <a:r>
              <a:rPr lang="en-US" sz="320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dnªXnepÃmkta</a:t>
            </a:r>
            <a:r>
              <a:rPr lang="en-US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endParaRPr lang="en-US" sz="540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Communion: Hymn No. 249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70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638D45-CE17-40C1-F11F-770D918C473D}"/>
              </a:ext>
            </a:extLst>
          </p:cNvPr>
          <p:cNvSpPr txBox="1"/>
          <p:nvPr/>
        </p:nvSpPr>
        <p:spPr>
          <a:xfrm>
            <a:off x="7068968" y="4835725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7: 4 of 15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41AB45B-DE5C-ADEF-C618-4140E8561A2E}"/>
              </a:ext>
            </a:extLst>
          </p:cNvPr>
          <p:cNvGrpSpPr/>
          <p:nvPr/>
        </p:nvGrpSpPr>
        <p:grpSpPr>
          <a:xfrm>
            <a:off x="7068968" y="1721146"/>
            <a:ext cx="612883" cy="606511"/>
            <a:chOff x="7430089" y="1967090"/>
            <a:chExt cx="612883" cy="606511"/>
          </a:xfrm>
        </p:grpSpPr>
        <p:sp>
          <p:nvSpPr>
            <p:cNvPr id="5" name="Right Brace 4">
              <a:extLst>
                <a:ext uri="{FF2B5EF4-FFF2-40B4-BE49-F238E27FC236}">
                  <a16:creationId xmlns:a16="http://schemas.microsoft.com/office/drawing/2014/main" id="{E65B29DB-5A9C-7B8E-51E4-558C165C5D12}"/>
                </a:ext>
              </a:extLst>
            </p:cNvPr>
            <p:cNvSpPr/>
            <p:nvPr/>
          </p:nvSpPr>
          <p:spPr>
            <a:xfrm>
              <a:off x="7430089" y="1967090"/>
              <a:ext cx="227475" cy="606511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9A82B87-BD70-E0DA-56F5-B30F244EADCA}"/>
                </a:ext>
              </a:extLst>
            </p:cNvPr>
            <p:cNvSpPr txBox="1"/>
            <p:nvPr/>
          </p:nvSpPr>
          <p:spPr>
            <a:xfrm>
              <a:off x="7741286" y="208758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2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7D02145E-B383-2020-9DD2-88B03BCD5532}"/>
              </a:ext>
            </a:extLst>
          </p:cNvPr>
          <p:cNvGrpSpPr/>
          <p:nvPr/>
        </p:nvGrpSpPr>
        <p:grpSpPr>
          <a:xfrm>
            <a:off x="7874411" y="3804677"/>
            <a:ext cx="612883" cy="606511"/>
            <a:chOff x="7430089" y="1967090"/>
            <a:chExt cx="612883" cy="606511"/>
          </a:xfrm>
        </p:grpSpPr>
        <p:sp>
          <p:nvSpPr>
            <p:cNvPr id="9" name="Right Brace 8">
              <a:extLst>
                <a:ext uri="{FF2B5EF4-FFF2-40B4-BE49-F238E27FC236}">
                  <a16:creationId xmlns:a16="http://schemas.microsoft.com/office/drawing/2014/main" id="{1FCA4875-E814-C231-CEF7-1849C87B1FF7}"/>
                </a:ext>
              </a:extLst>
            </p:cNvPr>
            <p:cNvSpPr/>
            <p:nvPr/>
          </p:nvSpPr>
          <p:spPr>
            <a:xfrm>
              <a:off x="7430089" y="1967090"/>
              <a:ext cx="227475" cy="606511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651BF4A-42C1-56A7-1A01-F748A00275CF}"/>
                </a:ext>
              </a:extLst>
            </p:cNvPr>
            <p:cNvSpPr txBox="1"/>
            <p:nvPr/>
          </p:nvSpPr>
          <p:spPr>
            <a:xfrm>
              <a:off x="7741286" y="208758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1875620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Communion: Hymn No. 249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71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638D45-CE17-40C1-F11F-770D918C473D}"/>
              </a:ext>
            </a:extLst>
          </p:cNvPr>
          <p:cNvSpPr txBox="1"/>
          <p:nvPr/>
        </p:nvSpPr>
        <p:spPr>
          <a:xfrm>
            <a:off x="7068968" y="4835725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7: 5 of 15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F3271A2-FC02-8988-8BC9-1A959BB5915F}"/>
              </a:ext>
            </a:extLst>
          </p:cNvPr>
          <p:cNvSpPr/>
          <p:nvPr/>
        </p:nvSpPr>
        <p:spPr>
          <a:xfrm>
            <a:off x="876034" y="1162295"/>
            <a:ext cx="7391933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 err="1"/>
              <a:t>ente</a:t>
            </a:r>
            <a:r>
              <a:rPr lang="en-US" sz="3200" dirty="0"/>
              <a:t> </a:t>
            </a:r>
            <a:r>
              <a:rPr lang="en-US" sz="3200" dirty="0" err="1"/>
              <a:t>daivam</a:t>
            </a:r>
            <a:r>
              <a:rPr lang="en-US" sz="3200" dirty="0"/>
              <a:t> </a:t>
            </a:r>
            <a:r>
              <a:rPr lang="en-US" sz="3200" dirty="0" err="1"/>
              <a:t>swargga</a:t>
            </a:r>
            <a:r>
              <a:rPr lang="en-US" sz="3200" dirty="0"/>
              <a:t> </a:t>
            </a:r>
            <a:r>
              <a:rPr lang="en-US" sz="3200" dirty="0" err="1"/>
              <a:t>simhaasanam</a:t>
            </a:r>
            <a:r>
              <a:rPr lang="en-US" sz="3200" dirty="0"/>
              <a:t> </a:t>
            </a:r>
            <a:r>
              <a:rPr lang="en-US" sz="3200" dirty="0" err="1"/>
              <a:t>thannil</a:t>
            </a:r>
            <a:endParaRPr lang="en-US" sz="3200" dirty="0"/>
          </a:p>
          <a:p>
            <a:r>
              <a:rPr lang="en-US" sz="3200" dirty="0" err="1"/>
              <a:t>ennil</a:t>
            </a:r>
            <a:r>
              <a:rPr lang="en-US" sz="3200" dirty="0"/>
              <a:t> </a:t>
            </a:r>
            <a:r>
              <a:rPr lang="en-US" sz="3200" dirty="0" err="1"/>
              <a:t>kaninjenne</a:t>
            </a:r>
            <a:r>
              <a:rPr lang="en-US" sz="3200" dirty="0"/>
              <a:t> </a:t>
            </a:r>
            <a:r>
              <a:rPr lang="en-US" sz="3200" dirty="0" err="1"/>
              <a:t>orhththeedunnu</a:t>
            </a:r>
            <a:endParaRPr lang="en-US" sz="24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D579492-6AD4-0882-0A13-ABF0FB50DC09}"/>
              </a:ext>
            </a:extLst>
          </p:cNvPr>
          <p:cNvSpPr/>
          <p:nvPr/>
        </p:nvSpPr>
        <p:spPr>
          <a:xfrm>
            <a:off x="928762" y="3082211"/>
            <a:ext cx="7286477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Fsâ</a:t>
            </a:r>
            <a:r>
              <a:rPr lang="en-US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32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ssZhw</a:t>
            </a:r>
            <a:r>
              <a:rPr lang="en-US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32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kzÀ</a:t>
            </a:r>
            <a:r>
              <a:rPr lang="en-US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¤ </a:t>
            </a:r>
            <a:r>
              <a:rPr lang="en-US" sz="32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knwlmk</a:t>
            </a:r>
            <a:r>
              <a:rPr lang="en-US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\w </a:t>
            </a:r>
            <a:r>
              <a:rPr lang="en-US" sz="32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X¶nþ</a:t>
            </a:r>
            <a:r>
              <a:rPr lang="en-US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pt-BR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se¶nÂ I\nsªs¶ HmÀ¯nSp¶p </a:t>
            </a:r>
            <a:endParaRPr lang="en-US" sz="3600" dirty="0">
              <a:solidFill>
                <a:srgbClr val="800000"/>
              </a:solidFill>
              <a:latin typeface="ML-TTKarthik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359654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2A8C73C2-1E69-0CF2-7BB8-0D38997385C0}"/>
              </a:ext>
            </a:extLst>
          </p:cNvPr>
          <p:cNvSpPr txBox="1"/>
          <p:nvPr/>
        </p:nvSpPr>
        <p:spPr>
          <a:xfrm>
            <a:off x="656706" y="649136"/>
            <a:ext cx="783058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/>
            <a:r>
              <a:rPr lang="en-US" sz="28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nalloru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thaathan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pithaavillaaththorhkkavan</a:t>
            </a:r>
            <a:endParaRPr lang="en-US" sz="2800" b="0" i="0" u="none" strike="noStrike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en-US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pettammaye</a:t>
            </a:r>
            <a:r>
              <a:rPr lang="en-US" sz="28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kavinj-aarhdravaanum</a:t>
            </a:r>
            <a:endParaRPr lang="en-US" sz="2800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pPr algn="l" rtl="0" fontAlgn="base"/>
            <a:r>
              <a:rPr lang="en-US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vidhavaykku</a:t>
            </a:r>
            <a:r>
              <a:rPr lang="en-US" sz="28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naathhanum</a:t>
            </a:r>
            <a:r>
              <a:rPr lang="en-US" sz="28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saadhuvinnappavum</a:t>
            </a:r>
            <a:endParaRPr lang="en-US" sz="2800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pPr algn="l" rtl="0" fontAlgn="base"/>
            <a:r>
              <a:rPr lang="en-US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ellaarhkkumellaamen</a:t>
            </a:r>
            <a:r>
              <a:rPr lang="en-US" sz="28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karhththaavathre</a:t>
            </a:r>
            <a:endParaRPr lang="en-US" sz="28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221F873-C37A-DAFA-011B-E53360621CFD}"/>
              </a:ext>
            </a:extLst>
          </p:cNvPr>
          <p:cNvSpPr txBox="1"/>
          <p:nvPr/>
        </p:nvSpPr>
        <p:spPr>
          <a:xfrm>
            <a:off x="1106588" y="2678482"/>
            <a:ext cx="6930824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\</a:t>
            </a:r>
            <a:r>
              <a:rPr lang="en-US" sz="320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tÃmcp</a:t>
            </a:r>
            <a:r>
              <a:rPr lang="en-US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XmX³ ]nXmhnÃmt¯mÀ¡h³ </a:t>
            </a:r>
          </a:p>
          <a:p>
            <a:r>
              <a:rPr lang="en-US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s]ä½sb¡hnªmÀ{</a:t>
            </a:r>
            <a:r>
              <a:rPr lang="en-US" sz="320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Zhm</a:t>
            </a:r>
            <a:r>
              <a:rPr lang="en-US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\pw </a:t>
            </a:r>
          </a:p>
          <a:p>
            <a:r>
              <a:rPr lang="en-US" sz="320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hn</a:t>
            </a:r>
            <a:r>
              <a:rPr lang="en-US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[</a:t>
            </a:r>
            <a:r>
              <a:rPr lang="en-US" sz="320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hbv¡p</a:t>
            </a:r>
            <a:r>
              <a:rPr lang="en-US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\</a:t>
            </a:r>
            <a:r>
              <a:rPr lang="en-US" sz="320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mY</a:t>
            </a:r>
            <a:r>
              <a:rPr lang="en-US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\pw km[</a:t>
            </a:r>
            <a:r>
              <a:rPr lang="en-US" sz="320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phn</a:t>
            </a:r>
            <a:r>
              <a:rPr lang="en-US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¶¸</a:t>
            </a:r>
            <a:r>
              <a:rPr lang="en-US" sz="320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hpw</a:t>
            </a:r>
            <a:r>
              <a:rPr lang="en-US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US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FÃmÀ¡psaÃmsa³ </a:t>
            </a:r>
            <a:r>
              <a:rPr lang="en-US" sz="320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IÀ¯mhs</a:t>
            </a:r>
            <a:r>
              <a:rPr lang="en-US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{X </a:t>
            </a:r>
            <a:endParaRPr lang="en-US" sz="800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Communion: Hymn No. 249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72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638D45-CE17-40C1-F11F-770D918C473D}"/>
              </a:ext>
            </a:extLst>
          </p:cNvPr>
          <p:cNvSpPr txBox="1"/>
          <p:nvPr/>
        </p:nvSpPr>
        <p:spPr>
          <a:xfrm>
            <a:off x="7068968" y="4835725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7: 6 of 15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A9921A0-673C-22D1-79E8-8B33D8886B9D}"/>
              </a:ext>
            </a:extLst>
          </p:cNvPr>
          <p:cNvGrpSpPr/>
          <p:nvPr/>
        </p:nvGrpSpPr>
        <p:grpSpPr>
          <a:xfrm>
            <a:off x="8227958" y="1689072"/>
            <a:ext cx="612883" cy="606511"/>
            <a:chOff x="7430089" y="1967090"/>
            <a:chExt cx="612883" cy="606511"/>
          </a:xfrm>
        </p:grpSpPr>
        <p:sp>
          <p:nvSpPr>
            <p:cNvPr id="5" name="Right Brace 4">
              <a:extLst>
                <a:ext uri="{FF2B5EF4-FFF2-40B4-BE49-F238E27FC236}">
                  <a16:creationId xmlns:a16="http://schemas.microsoft.com/office/drawing/2014/main" id="{2148C7EF-0F64-082C-0DFC-5A908F811D42}"/>
                </a:ext>
              </a:extLst>
            </p:cNvPr>
            <p:cNvSpPr/>
            <p:nvPr/>
          </p:nvSpPr>
          <p:spPr>
            <a:xfrm>
              <a:off x="7430089" y="1967090"/>
              <a:ext cx="227475" cy="606511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AFADCFC-9BA7-DE90-5950-FC2226236B10}"/>
                </a:ext>
              </a:extLst>
            </p:cNvPr>
            <p:cNvSpPr txBox="1"/>
            <p:nvPr/>
          </p:nvSpPr>
          <p:spPr>
            <a:xfrm>
              <a:off x="7741286" y="208758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2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9EBE666E-75B5-14F5-4926-FF30F8ABA689}"/>
              </a:ext>
            </a:extLst>
          </p:cNvPr>
          <p:cNvGrpSpPr/>
          <p:nvPr/>
        </p:nvGrpSpPr>
        <p:grpSpPr>
          <a:xfrm>
            <a:off x="8226317" y="3947501"/>
            <a:ext cx="612883" cy="606511"/>
            <a:chOff x="7430089" y="1967090"/>
            <a:chExt cx="612883" cy="606511"/>
          </a:xfrm>
        </p:grpSpPr>
        <p:sp>
          <p:nvSpPr>
            <p:cNvPr id="9" name="Right Brace 8">
              <a:extLst>
                <a:ext uri="{FF2B5EF4-FFF2-40B4-BE49-F238E27FC236}">
                  <a16:creationId xmlns:a16="http://schemas.microsoft.com/office/drawing/2014/main" id="{BF177963-F241-67E7-F53F-7B1CCBF1ACA0}"/>
                </a:ext>
              </a:extLst>
            </p:cNvPr>
            <p:cNvSpPr/>
            <p:nvPr/>
          </p:nvSpPr>
          <p:spPr>
            <a:xfrm>
              <a:off x="7430089" y="1967090"/>
              <a:ext cx="227475" cy="606511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CB66BC8-BC7E-B17F-3F43-B769223F9A0A}"/>
                </a:ext>
              </a:extLst>
            </p:cNvPr>
            <p:cNvSpPr txBox="1"/>
            <p:nvPr/>
          </p:nvSpPr>
          <p:spPr>
            <a:xfrm>
              <a:off x="7741286" y="208758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5950004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Communion: Hymn No. 249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73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638D45-CE17-40C1-F11F-770D918C473D}"/>
              </a:ext>
            </a:extLst>
          </p:cNvPr>
          <p:cNvSpPr txBox="1"/>
          <p:nvPr/>
        </p:nvSpPr>
        <p:spPr>
          <a:xfrm>
            <a:off x="7068968" y="4835725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7: 7 of 15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F3271A2-FC02-8988-8BC9-1A959BB5915F}"/>
              </a:ext>
            </a:extLst>
          </p:cNvPr>
          <p:cNvSpPr/>
          <p:nvPr/>
        </p:nvSpPr>
        <p:spPr>
          <a:xfrm>
            <a:off x="876034" y="1162295"/>
            <a:ext cx="7391933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 err="1"/>
              <a:t>ente</a:t>
            </a:r>
            <a:r>
              <a:rPr lang="en-US" sz="3200" dirty="0"/>
              <a:t> </a:t>
            </a:r>
            <a:r>
              <a:rPr lang="en-US" sz="3200" dirty="0" err="1"/>
              <a:t>daivam</a:t>
            </a:r>
            <a:r>
              <a:rPr lang="en-US" sz="3200" dirty="0"/>
              <a:t> </a:t>
            </a:r>
            <a:r>
              <a:rPr lang="en-US" sz="3200" dirty="0" err="1"/>
              <a:t>swargga</a:t>
            </a:r>
            <a:r>
              <a:rPr lang="en-US" sz="3200" dirty="0"/>
              <a:t> </a:t>
            </a:r>
            <a:r>
              <a:rPr lang="en-US" sz="3200" dirty="0" err="1"/>
              <a:t>simhaasanam</a:t>
            </a:r>
            <a:r>
              <a:rPr lang="en-US" sz="3200" dirty="0"/>
              <a:t> </a:t>
            </a:r>
            <a:r>
              <a:rPr lang="en-US" sz="3200" dirty="0" err="1"/>
              <a:t>thannil</a:t>
            </a:r>
            <a:endParaRPr lang="en-US" sz="3200" dirty="0"/>
          </a:p>
          <a:p>
            <a:r>
              <a:rPr lang="en-US" sz="3200" dirty="0" err="1"/>
              <a:t>ennil</a:t>
            </a:r>
            <a:r>
              <a:rPr lang="en-US" sz="3200" dirty="0"/>
              <a:t> </a:t>
            </a:r>
            <a:r>
              <a:rPr lang="en-US" sz="3200" dirty="0" err="1"/>
              <a:t>kaninjenne</a:t>
            </a:r>
            <a:r>
              <a:rPr lang="en-US" sz="3200" dirty="0"/>
              <a:t> </a:t>
            </a:r>
            <a:r>
              <a:rPr lang="en-US" sz="3200" dirty="0" err="1"/>
              <a:t>orhththeedunnu</a:t>
            </a:r>
            <a:endParaRPr lang="en-US" sz="24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D579492-6AD4-0882-0A13-ABF0FB50DC09}"/>
              </a:ext>
            </a:extLst>
          </p:cNvPr>
          <p:cNvSpPr/>
          <p:nvPr/>
        </p:nvSpPr>
        <p:spPr>
          <a:xfrm>
            <a:off x="928762" y="3082211"/>
            <a:ext cx="7286477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Fsâ</a:t>
            </a:r>
            <a:r>
              <a:rPr lang="en-US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32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ssZhw</a:t>
            </a:r>
            <a:r>
              <a:rPr lang="en-US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32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kzÀ</a:t>
            </a:r>
            <a:r>
              <a:rPr lang="en-US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¤ </a:t>
            </a:r>
            <a:r>
              <a:rPr lang="en-US" sz="32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knwlmk</a:t>
            </a:r>
            <a:r>
              <a:rPr lang="en-US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\w </a:t>
            </a:r>
            <a:r>
              <a:rPr lang="en-US" sz="32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X¶nþ</a:t>
            </a:r>
            <a:r>
              <a:rPr lang="en-US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pt-BR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se¶nÂ I\nsªs¶ HmÀ¯nSp¶p </a:t>
            </a:r>
            <a:endParaRPr lang="en-US" sz="3600" dirty="0">
              <a:solidFill>
                <a:srgbClr val="800000"/>
              </a:solidFill>
              <a:latin typeface="ML-TTKarthik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631563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2A8C73C2-1E69-0CF2-7BB8-0D38997385C0}"/>
              </a:ext>
            </a:extLst>
          </p:cNvPr>
          <p:cNvSpPr txBox="1"/>
          <p:nvPr/>
        </p:nvSpPr>
        <p:spPr>
          <a:xfrm>
            <a:off x="656706" y="649136"/>
            <a:ext cx="783058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/>
            <a:r>
              <a:rPr lang="en-US" sz="28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karayunna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kaakkaykkum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vayalile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rhosaykkum</a:t>
            </a:r>
            <a:endParaRPr lang="en-US" sz="2800" b="0" i="0" u="none" strike="noStrike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en-US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bhakshyavum</a:t>
            </a:r>
            <a:r>
              <a:rPr lang="en-US" sz="28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bhangiyum</a:t>
            </a:r>
            <a:r>
              <a:rPr lang="en-US" sz="28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nalkunnavan</a:t>
            </a:r>
            <a:endParaRPr lang="en-US" sz="2800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pPr algn="l" rtl="0" fontAlgn="base"/>
            <a:r>
              <a:rPr lang="en-US" sz="2800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kaattile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sz="2800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mrigangalh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sz="2800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aattile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sz="2800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ma</a:t>
            </a:r>
            <a:r>
              <a:rPr lang="en-US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lsyangalh</a:t>
            </a:r>
            <a:endParaRPr lang="en-US" sz="2800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pPr algn="l" rtl="0" fontAlgn="base"/>
            <a:r>
              <a:rPr lang="en-US" sz="2800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ellaam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sz="2800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sarveshane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sz="2800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nokkeedunnu</a:t>
            </a:r>
            <a:endParaRPr lang="en-US" sz="28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221F873-C37A-DAFA-011B-E53360621CFD}"/>
              </a:ext>
            </a:extLst>
          </p:cNvPr>
          <p:cNvSpPr txBox="1"/>
          <p:nvPr/>
        </p:nvSpPr>
        <p:spPr>
          <a:xfrm>
            <a:off x="751521" y="2678482"/>
            <a:ext cx="7640959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Icbp</a:t>
            </a:r>
            <a:r>
              <a:rPr lang="en-US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¶ </a:t>
            </a:r>
            <a:r>
              <a:rPr lang="en-US" sz="320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Im¡bv¡pw</a:t>
            </a:r>
            <a:r>
              <a:rPr lang="en-US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320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hbense</a:t>
            </a:r>
            <a:r>
              <a:rPr lang="en-US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320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tdmkbv¡pw</a:t>
            </a:r>
            <a:r>
              <a:rPr lang="en-US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US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`£</a:t>
            </a:r>
            <a:r>
              <a:rPr lang="en-US" sz="320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yhpw</a:t>
            </a:r>
            <a:r>
              <a:rPr lang="en-US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`</a:t>
            </a:r>
            <a:r>
              <a:rPr lang="en-US" sz="320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wKnbpw</a:t>
            </a:r>
            <a:r>
              <a:rPr lang="en-US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\ÂIp¶h³ </a:t>
            </a:r>
          </a:p>
          <a:p>
            <a:r>
              <a:rPr lang="en-US" sz="320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Im«nse</a:t>
            </a:r>
            <a:r>
              <a:rPr lang="en-US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320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arK§Ä</a:t>
            </a:r>
            <a:r>
              <a:rPr lang="en-US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320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Bänse</a:t>
            </a:r>
            <a:r>
              <a:rPr lang="en-US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320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aÕy§þ</a:t>
            </a:r>
            <a:r>
              <a:rPr lang="en-US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US" sz="320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sfÃmw</a:t>
            </a:r>
            <a:r>
              <a:rPr lang="en-US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320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kÀtÆizs</a:t>
            </a:r>
            <a:r>
              <a:rPr lang="en-US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\ t\</a:t>
            </a:r>
            <a:r>
              <a:rPr lang="en-US" sz="320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m¡oSp¶p</a:t>
            </a:r>
            <a:r>
              <a:rPr lang="en-US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endParaRPr lang="en-US" sz="1380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Communion: Hymn No. 249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74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638D45-CE17-40C1-F11F-770D918C473D}"/>
              </a:ext>
            </a:extLst>
          </p:cNvPr>
          <p:cNvSpPr txBox="1"/>
          <p:nvPr/>
        </p:nvSpPr>
        <p:spPr>
          <a:xfrm>
            <a:off x="7068968" y="4835725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7: 8 of 15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614BE2A-4C7F-73C2-7DD8-6B954ECA4705}"/>
              </a:ext>
            </a:extLst>
          </p:cNvPr>
          <p:cNvGrpSpPr/>
          <p:nvPr/>
        </p:nvGrpSpPr>
        <p:grpSpPr>
          <a:xfrm>
            <a:off x="7299029" y="1721146"/>
            <a:ext cx="612883" cy="606511"/>
            <a:chOff x="7430089" y="1967090"/>
            <a:chExt cx="612883" cy="606511"/>
          </a:xfrm>
        </p:grpSpPr>
        <p:sp>
          <p:nvSpPr>
            <p:cNvPr id="5" name="Right Brace 4">
              <a:extLst>
                <a:ext uri="{FF2B5EF4-FFF2-40B4-BE49-F238E27FC236}">
                  <a16:creationId xmlns:a16="http://schemas.microsoft.com/office/drawing/2014/main" id="{4102CD33-F8AD-98D9-C58D-28D930BD6B6B}"/>
                </a:ext>
              </a:extLst>
            </p:cNvPr>
            <p:cNvSpPr/>
            <p:nvPr/>
          </p:nvSpPr>
          <p:spPr>
            <a:xfrm>
              <a:off x="7430089" y="1967090"/>
              <a:ext cx="227475" cy="606511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C7A07DF-F379-B804-2161-3DB7F89769A1}"/>
                </a:ext>
              </a:extLst>
            </p:cNvPr>
            <p:cNvSpPr txBox="1"/>
            <p:nvPr/>
          </p:nvSpPr>
          <p:spPr>
            <a:xfrm>
              <a:off x="7741286" y="208758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2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577A05F0-DA92-CADD-D655-161D92DE131F}"/>
              </a:ext>
            </a:extLst>
          </p:cNvPr>
          <p:cNvGrpSpPr/>
          <p:nvPr/>
        </p:nvGrpSpPr>
        <p:grpSpPr>
          <a:xfrm>
            <a:off x="7299029" y="3878389"/>
            <a:ext cx="612883" cy="606511"/>
            <a:chOff x="7430089" y="1967090"/>
            <a:chExt cx="612883" cy="606511"/>
          </a:xfrm>
        </p:grpSpPr>
        <p:sp>
          <p:nvSpPr>
            <p:cNvPr id="9" name="Right Brace 8">
              <a:extLst>
                <a:ext uri="{FF2B5EF4-FFF2-40B4-BE49-F238E27FC236}">
                  <a16:creationId xmlns:a16="http://schemas.microsoft.com/office/drawing/2014/main" id="{996A32F8-2B2B-5332-A6BB-7E4DF5320B87}"/>
                </a:ext>
              </a:extLst>
            </p:cNvPr>
            <p:cNvSpPr/>
            <p:nvPr/>
          </p:nvSpPr>
          <p:spPr>
            <a:xfrm>
              <a:off x="7430089" y="1967090"/>
              <a:ext cx="227475" cy="606511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88FCDDE-ECD3-C880-C6AC-A3EDB0015F0C}"/>
                </a:ext>
              </a:extLst>
            </p:cNvPr>
            <p:cNvSpPr txBox="1"/>
            <p:nvPr/>
          </p:nvSpPr>
          <p:spPr>
            <a:xfrm>
              <a:off x="7741286" y="208758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2399044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Communion: Hymn No. 249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75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638D45-CE17-40C1-F11F-770D918C473D}"/>
              </a:ext>
            </a:extLst>
          </p:cNvPr>
          <p:cNvSpPr txBox="1"/>
          <p:nvPr/>
        </p:nvSpPr>
        <p:spPr>
          <a:xfrm>
            <a:off x="7068968" y="4835725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7: 9 of 15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F3271A2-FC02-8988-8BC9-1A959BB5915F}"/>
              </a:ext>
            </a:extLst>
          </p:cNvPr>
          <p:cNvSpPr/>
          <p:nvPr/>
        </p:nvSpPr>
        <p:spPr>
          <a:xfrm>
            <a:off x="876034" y="1162295"/>
            <a:ext cx="7391933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 err="1"/>
              <a:t>ente</a:t>
            </a:r>
            <a:r>
              <a:rPr lang="en-US" sz="3200" dirty="0"/>
              <a:t> </a:t>
            </a:r>
            <a:r>
              <a:rPr lang="en-US" sz="3200" dirty="0" err="1"/>
              <a:t>daivam</a:t>
            </a:r>
            <a:r>
              <a:rPr lang="en-US" sz="3200" dirty="0"/>
              <a:t> </a:t>
            </a:r>
            <a:r>
              <a:rPr lang="en-US" sz="3200" dirty="0" err="1"/>
              <a:t>swargga</a:t>
            </a:r>
            <a:r>
              <a:rPr lang="en-US" sz="3200" dirty="0"/>
              <a:t> </a:t>
            </a:r>
            <a:r>
              <a:rPr lang="en-US" sz="3200" dirty="0" err="1"/>
              <a:t>simhaasanam</a:t>
            </a:r>
            <a:r>
              <a:rPr lang="en-US" sz="3200" dirty="0"/>
              <a:t> </a:t>
            </a:r>
            <a:r>
              <a:rPr lang="en-US" sz="3200" dirty="0" err="1"/>
              <a:t>thannil</a:t>
            </a:r>
            <a:endParaRPr lang="en-US" sz="3200" dirty="0"/>
          </a:p>
          <a:p>
            <a:r>
              <a:rPr lang="en-US" sz="3200" dirty="0" err="1"/>
              <a:t>ennil</a:t>
            </a:r>
            <a:r>
              <a:rPr lang="en-US" sz="3200" dirty="0"/>
              <a:t> </a:t>
            </a:r>
            <a:r>
              <a:rPr lang="en-US" sz="3200" dirty="0" err="1"/>
              <a:t>kaninjenne</a:t>
            </a:r>
            <a:r>
              <a:rPr lang="en-US" sz="3200" dirty="0"/>
              <a:t> </a:t>
            </a:r>
            <a:r>
              <a:rPr lang="en-US" sz="3200" dirty="0" err="1"/>
              <a:t>orhththeedunnu</a:t>
            </a:r>
            <a:endParaRPr lang="en-US" sz="24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D579492-6AD4-0882-0A13-ABF0FB50DC09}"/>
              </a:ext>
            </a:extLst>
          </p:cNvPr>
          <p:cNvSpPr/>
          <p:nvPr/>
        </p:nvSpPr>
        <p:spPr>
          <a:xfrm>
            <a:off x="928762" y="3082211"/>
            <a:ext cx="7286477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Fsâ</a:t>
            </a:r>
            <a:r>
              <a:rPr lang="en-US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32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ssZhw</a:t>
            </a:r>
            <a:r>
              <a:rPr lang="en-US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32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kzÀ</a:t>
            </a:r>
            <a:r>
              <a:rPr lang="en-US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¤ </a:t>
            </a:r>
            <a:r>
              <a:rPr lang="en-US" sz="32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knwlmk</a:t>
            </a:r>
            <a:r>
              <a:rPr lang="en-US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\w </a:t>
            </a:r>
            <a:r>
              <a:rPr lang="en-US" sz="32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X¶nþ</a:t>
            </a:r>
            <a:r>
              <a:rPr lang="en-US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pt-BR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se¶nÂ I\nsªs¶ HmÀ¯nSp¶p </a:t>
            </a:r>
            <a:endParaRPr lang="en-US" sz="3600" dirty="0">
              <a:solidFill>
                <a:srgbClr val="800000"/>
              </a:solidFill>
              <a:latin typeface="ML-TTKarthik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513731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2A8C73C2-1E69-0CF2-7BB8-0D38997385C0}"/>
              </a:ext>
            </a:extLst>
          </p:cNvPr>
          <p:cNvSpPr txBox="1"/>
          <p:nvPr/>
        </p:nvSpPr>
        <p:spPr>
          <a:xfrm>
            <a:off x="1226767" y="649136"/>
            <a:ext cx="6690466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/>
            <a:r>
              <a:rPr lang="en-US" sz="28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kodaakodi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golhamellaam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padachchavan</a:t>
            </a:r>
            <a:endParaRPr lang="en-US" sz="2800" b="0" i="0" u="none" strike="noStrike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en-US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ellaattinum</a:t>
            </a:r>
            <a:r>
              <a:rPr lang="en-US" sz="28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venhdathellaam</a:t>
            </a:r>
            <a:r>
              <a:rPr lang="en-US" sz="28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nalki</a:t>
            </a:r>
            <a:endParaRPr lang="en-US" sz="2800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pPr algn="l" rtl="0" fontAlgn="base"/>
            <a:r>
              <a:rPr lang="en-US" sz="2800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srishtikalhkkokkeyum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sz="2800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aananda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sz="2800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daayakan</a:t>
            </a:r>
            <a:endParaRPr lang="en-US" sz="28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en-US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dushtanmaarhkkettavum</a:t>
            </a:r>
            <a:r>
              <a:rPr lang="en-US" sz="28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bheethikaran</a:t>
            </a:r>
            <a:endParaRPr lang="en-US" sz="28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221F873-C37A-DAFA-011B-E53360621CFD}"/>
              </a:ext>
            </a:extLst>
          </p:cNvPr>
          <p:cNvSpPr txBox="1"/>
          <p:nvPr/>
        </p:nvSpPr>
        <p:spPr>
          <a:xfrm>
            <a:off x="1226767" y="2678482"/>
            <a:ext cx="6690466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tImSmtImSn</a:t>
            </a:r>
            <a:r>
              <a:rPr lang="en-US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320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tKmfsaÃmw</a:t>
            </a:r>
            <a:r>
              <a:rPr lang="en-US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]</a:t>
            </a:r>
            <a:r>
              <a:rPr lang="en-US" sz="320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S¨hþ</a:t>
            </a:r>
            <a:r>
              <a:rPr lang="en-US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US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s\</a:t>
            </a:r>
            <a:r>
              <a:rPr lang="en-US" sz="320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Ãmän</a:t>
            </a:r>
            <a:r>
              <a:rPr lang="en-US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\pw </a:t>
            </a:r>
            <a:r>
              <a:rPr lang="en-US" sz="320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th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L-TTKarthika" panose="04000000000000000000" pitchFamily="82" charset="0"/>
                <a:ea typeface="+mn-ea"/>
                <a:cs typeface="+mn-cs"/>
              </a:rPr>
              <a:t>¬S</a:t>
            </a:r>
            <a:r>
              <a:rPr lang="en-US" sz="320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sXÃmw</a:t>
            </a:r>
            <a:r>
              <a:rPr lang="en-US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\</a:t>
            </a:r>
            <a:r>
              <a:rPr lang="en-US" sz="320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ÂIn</a:t>
            </a:r>
            <a:r>
              <a:rPr lang="en-US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US" sz="320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krjvSnIÄs¡ms¡bpam</a:t>
            </a:r>
            <a:r>
              <a:rPr lang="en-US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\\</a:t>
            </a:r>
            <a:r>
              <a:rPr lang="en-US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v</a:t>
            </a:r>
            <a:r>
              <a:rPr lang="en-US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ZZmbI³ </a:t>
            </a:r>
          </a:p>
          <a:p>
            <a:r>
              <a:rPr lang="en-US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ZpjvS³amÀt¡ähpw `oXnIc³</a:t>
            </a:r>
            <a:endParaRPr lang="en-US" sz="2870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Communion: Hymn No. 249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76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638D45-CE17-40C1-F11F-770D918C473D}"/>
              </a:ext>
            </a:extLst>
          </p:cNvPr>
          <p:cNvSpPr txBox="1"/>
          <p:nvPr/>
        </p:nvSpPr>
        <p:spPr>
          <a:xfrm>
            <a:off x="7068968" y="4835725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7: 10 of 15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2BF8AF2-1A23-EF93-CE74-4795DF228789}"/>
              </a:ext>
            </a:extLst>
          </p:cNvPr>
          <p:cNvGrpSpPr/>
          <p:nvPr/>
        </p:nvGrpSpPr>
        <p:grpSpPr>
          <a:xfrm>
            <a:off x="7797949" y="1721146"/>
            <a:ext cx="612883" cy="606511"/>
            <a:chOff x="7430089" y="1967090"/>
            <a:chExt cx="612883" cy="606511"/>
          </a:xfrm>
        </p:grpSpPr>
        <p:sp>
          <p:nvSpPr>
            <p:cNvPr id="5" name="Right Brace 4">
              <a:extLst>
                <a:ext uri="{FF2B5EF4-FFF2-40B4-BE49-F238E27FC236}">
                  <a16:creationId xmlns:a16="http://schemas.microsoft.com/office/drawing/2014/main" id="{F9427CA5-7BBC-B517-6FC6-1FDB9DC4FB9A}"/>
                </a:ext>
              </a:extLst>
            </p:cNvPr>
            <p:cNvSpPr/>
            <p:nvPr/>
          </p:nvSpPr>
          <p:spPr>
            <a:xfrm>
              <a:off x="7430089" y="1967090"/>
              <a:ext cx="227475" cy="606511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A0BD51E-EEF4-B7E5-486C-A0D018DA5CD8}"/>
                </a:ext>
              </a:extLst>
            </p:cNvPr>
            <p:cNvSpPr txBox="1"/>
            <p:nvPr/>
          </p:nvSpPr>
          <p:spPr>
            <a:xfrm>
              <a:off x="7741286" y="208758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2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AA5AA6ED-27B1-0E3B-7AE4-EDAF840208A1}"/>
              </a:ext>
            </a:extLst>
          </p:cNvPr>
          <p:cNvGrpSpPr/>
          <p:nvPr/>
        </p:nvGrpSpPr>
        <p:grpSpPr>
          <a:xfrm>
            <a:off x="7797949" y="3878389"/>
            <a:ext cx="612883" cy="606511"/>
            <a:chOff x="7430089" y="1967090"/>
            <a:chExt cx="612883" cy="606511"/>
          </a:xfrm>
        </p:grpSpPr>
        <p:sp>
          <p:nvSpPr>
            <p:cNvPr id="9" name="Right Brace 8">
              <a:extLst>
                <a:ext uri="{FF2B5EF4-FFF2-40B4-BE49-F238E27FC236}">
                  <a16:creationId xmlns:a16="http://schemas.microsoft.com/office/drawing/2014/main" id="{4EDC0741-430C-C4AF-D966-4E883AF87998}"/>
                </a:ext>
              </a:extLst>
            </p:cNvPr>
            <p:cNvSpPr/>
            <p:nvPr/>
          </p:nvSpPr>
          <p:spPr>
            <a:xfrm>
              <a:off x="7430089" y="1967090"/>
              <a:ext cx="227475" cy="606511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65D4932-6B03-76AC-9FE4-850E6C0D141F}"/>
                </a:ext>
              </a:extLst>
            </p:cNvPr>
            <p:cNvSpPr txBox="1"/>
            <p:nvPr/>
          </p:nvSpPr>
          <p:spPr>
            <a:xfrm>
              <a:off x="7741286" y="208758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3506659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Communion: Hymn No. 249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77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638D45-CE17-40C1-F11F-770D918C473D}"/>
              </a:ext>
            </a:extLst>
          </p:cNvPr>
          <p:cNvSpPr txBox="1"/>
          <p:nvPr/>
        </p:nvSpPr>
        <p:spPr>
          <a:xfrm>
            <a:off x="7068968" y="4835725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7: 11 of 15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F3271A2-FC02-8988-8BC9-1A959BB5915F}"/>
              </a:ext>
            </a:extLst>
          </p:cNvPr>
          <p:cNvSpPr/>
          <p:nvPr/>
        </p:nvSpPr>
        <p:spPr>
          <a:xfrm>
            <a:off x="876034" y="1162295"/>
            <a:ext cx="7391933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 err="1"/>
              <a:t>ente</a:t>
            </a:r>
            <a:r>
              <a:rPr lang="en-US" sz="3200" dirty="0"/>
              <a:t> </a:t>
            </a:r>
            <a:r>
              <a:rPr lang="en-US" sz="3200" dirty="0" err="1"/>
              <a:t>daivam</a:t>
            </a:r>
            <a:r>
              <a:rPr lang="en-US" sz="3200" dirty="0"/>
              <a:t> </a:t>
            </a:r>
            <a:r>
              <a:rPr lang="en-US" sz="3200" dirty="0" err="1"/>
              <a:t>swargga</a:t>
            </a:r>
            <a:r>
              <a:rPr lang="en-US" sz="3200" dirty="0"/>
              <a:t> </a:t>
            </a:r>
            <a:r>
              <a:rPr lang="en-US" sz="3200" dirty="0" err="1"/>
              <a:t>simhaasanam</a:t>
            </a:r>
            <a:r>
              <a:rPr lang="en-US" sz="3200" dirty="0"/>
              <a:t> </a:t>
            </a:r>
            <a:r>
              <a:rPr lang="en-US" sz="3200" dirty="0" err="1"/>
              <a:t>thannil</a:t>
            </a:r>
            <a:endParaRPr lang="en-US" sz="3200" dirty="0"/>
          </a:p>
          <a:p>
            <a:r>
              <a:rPr lang="en-US" sz="3200" dirty="0" err="1"/>
              <a:t>ennil</a:t>
            </a:r>
            <a:r>
              <a:rPr lang="en-US" sz="3200" dirty="0"/>
              <a:t> </a:t>
            </a:r>
            <a:r>
              <a:rPr lang="en-US" sz="3200" dirty="0" err="1"/>
              <a:t>kaninjenne</a:t>
            </a:r>
            <a:r>
              <a:rPr lang="en-US" sz="3200" dirty="0"/>
              <a:t> </a:t>
            </a:r>
            <a:r>
              <a:rPr lang="en-US" sz="3200" dirty="0" err="1"/>
              <a:t>orhththeedunnu</a:t>
            </a:r>
            <a:endParaRPr lang="en-US" sz="24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D579492-6AD4-0882-0A13-ABF0FB50DC09}"/>
              </a:ext>
            </a:extLst>
          </p:cNvPr>
          <p:cNvSpPr/>
          <p:nvPr/>
        </p:nvSpPr>
        <p:spPr>
          <a:xfrm>
            <a:off x="928762" y="3082211"/>
            <a:ext cx="7286477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Fsâ</a:t>
            </a:r>
            <a:r>
              <a:rPr lang="en-US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32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ssZhw</a:t>
            </a:r>
            <a:r>
              <a:rPr lang="en-US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32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kzÀ</a:t>
            </a:r>
            <a:r>
              <a:rPr lang="en-US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¤ </a:t>
            </a:r>
            <a:r>
              <a:rPr lang="en-US" sz="32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knwlmk</a:t>
            </a:r>
            <a:r>
              <a:rPr lang="en-US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\w </a:t>
            </a:r>
            <a:r>
              <a:rPr lang="en-US" sz="32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X¶nþ</a:t>
            </a:r>
            <a:r>
              <a:rPr lang="en-US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pt-BR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se¶nÂ I\nsªs¶ HmÀ¯nSp¶p </a:t>
            </a:r>
            <a:endParaRPr lang="en-US" sz="3600" dirty="0">
              <a:solidFill>
                <a:srgbClr val="800000"/>
              </a:solidFill>
              <a:latin typeface="ML-TTKarthik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838109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2A8C73C2-1E69-0CF2-7BB8-0D38997385C0}"/>
              </a:ext>
            </a:extLst>
          </p:cNvPr>
          <p:cNvSpPr txBox="1"/>
          <p:nvPr/>
        </p:nvSpPr>
        <p:spPr>
          <a:xfrm>
            <a:off x="837188" y="649136"/>
            <a:ext cx="7469625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/>
            <a:r>
              <a:rPr lang="en-US" sz="28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kalyaanhashaalayil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enne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vilhichchente</a:t>
            </a:r>
            <a:endParaRPr lang="en-US" sz="2800" b="0" i="0" u="none" strike="noStrike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en-US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santhaapam</a:t>
            </a:r>
            <a:r>
              <a:rPr lang="en-US" sz="28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okkeyum</a:t>
            </a:r>
            <a:r>
              <a:rPr lang="en-US" sz="28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theerhththeedum</a:t>
            </a:r>
            <a:r>
              <a:rPr lang="en-US" sz="28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naalh</a:t>
            </a:r>
            <a:endParaRPr lang="en-US" sz="2800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pPr algn="l" rtl="0" fontAlgn="base"/>
            <a:r>
              <a:rPr lang="en-US" sz="2800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sheeghram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sz="2800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varunnente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sz="2800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kaanthan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sz="2800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varunnennil</a:t>
            </a:r>
            <a:endParaRPr lang="en-US" sz="2800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pPr algn="l" rtl="0" fontAlgn="base"/>
            <a:r>
              <a:rPr lang="en-US" sz="2800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ullaasamaay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bahu</a:t>
            </a:r>
            <a:r>
              <a:rPr lang="en-US" sz="28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kaalam</a:t>
            </a:r>
            <a:r>
              <a:rPr lang="en-US" sz="28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vaazhaan</a:t>
            </a:r>
            <a:endParaRPr lang="en-US" sz="28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221F873-C37A-DAFA-011B-E53360621CFD}"/>
              </a:ext>
            </a:extLst>
          </p:cNvPr>
          <p:cNvSpPr txBox="1"/>
          <p:nvPr/>
        </p:nvSpPr>
        <p:spPr>
          <a:xfrm>
            <a:off x="1128133" y="2678482"/>
            <a:ext cx="6887734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IeymWimebnses</a:t>
            </a:r>
            <a:r>
              <a:rPr lang="en-US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¶ </a:t>
            </a:r>
            <a:r>
              <a:rPr lang="en-US" sz="320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hnfns¨sâ</a:t>
            </a:r>
            <a:r>
              <a:rPr lang="en-US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US" sz="320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k´m</a:t>
            </a:r>
            <a:r>
              <a:rPr lang="en-US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]</a:t>
            </a:r>
            <a:r>
              <a:rPr lang="en-US" sz="320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sams¡bpw</a:t>
            </a:r>
            <a:r>
              <a:rPr lang="en-US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320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XoÀ¯nSpw</a:t>
            </a:r>
            <a:r>
              <a:rPr lang="en-US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\</a:t>
            </a:r>
            <a:r>
              <a:rPr lang="en-US" sz="320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mÄ</a:t>
            </a:r>
            <a:r>
              <a:rPr lang="en-US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US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io{Lw </a:t>
            </a:r>
            <a:r>
              <a:rPr lang="en-US" sz="320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hcps¶sâ</a:t>
            </a:r>
            <a:r>
              <a:rPr lang="en-US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Im´³ hcps¶¶</a:t>
            </a:r>
            <a:r>
              <a:rPr lang="en-US" sz="320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nþ</a:t>
            </a:r>
            <a:r>
              <a:rPr lang="en-US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US" sz="320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epÃmkambv</a:t>
            </a:r>
            <a:r>
              <a:rPr lang="en-US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_</a:t>
            </a:r>
            <a:r>
              <a:rPr lang="en-US" sz="320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lpImew</a:t>
            </a:r>
            <a:r>
              <a:rPr lang="en-US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hmgm³ </a:t>
            </a:r>
            <a:endParaRPr lang="en-US" sz="5950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Communion: Hymn No. 249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78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638D45-CE17-40C1-F11F-770D918C473D}"/>
              </a:ext>
            </a:extLst>
          </p:cNvPr>
          <p:cNvSpPr txBox="1"/>
          <p:nvPr/>
        </p:nvSpPr>
        <p:spPr>
          <a:xfrm>
            <a:off x="7068968" y="4835725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7: 12 of 15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208460E-8AC1-6AAC-7005-103C183C3E2E}"/>
              </a:ext>
            </a:extLst>
          </p:cNvPr>
          <p:cNvGrpSpPr/>
          <p:nvPr/>
        </p:nvGrpSpPr>
        <p:grpSpPr>
          <a:xfrm>
            <a:off x="8306812" y="1689072"/>
            <a:ext cx="612883" cy="606511"/>
            <a:chOff x="7430089" y="1967090"/>
            <a:chExt cx="612883" cy="606511"/>
          </a:xfrm>
        </p:grpSpPr>
        <p:sp>
          <p:nvSpPr>
            <p:cNvPr id="5" name="Right Brace 4">
              <a:extLst>
                <a:ext uri="{FF2B5EF4-FFF2-40B4-BE49-F238E27FC236}">
                  <a16:creationId xmlns:a16="http://schemas.microsoft.com/office/drawing/2014/main" id="{2B1E44EF-FCA3-0951-48A1-1DC3DA19EF62}"/>
                </a:ext>
              </a:extLst>
            </p:cNvPr>
            <p:cNvSpPr/>
            <p:nvPr/>
          </p:nvSpPr>
          <p:spPr>
            <a:xfrm>
              <a:off x="7430089" y="1967090"/>
              <a:ext cx="227475" cy="606511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8DA5F21-32EA-47CA-4F88-4DC6B19CC301}"/>
                </a:ext>
              </a:extLst>
            </p:cNvPr>
            <p:cNvSpPr txBox="1"/>
            <p:nvPr/>
          </p:nvSpPr>
          <p:spPr>
            <a:xfrm>
              <a:off x="7741286" y="208758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2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F3429313-4F23-2AAF-C7FE-9ED96CE9C8A0}"/>
              </a:ext>
            </a:extLst>
          </p:cNvPr>
          <p:cNvGrpSpPr/>
          <p:nvPr/>
        </p:nvGrpSpPr>
        <p:grpSpPr>
          <a:xfrm>
            <a:off x="8311567" y="3877817"/>
            <a:ext cx="612883" cy="606511"/>
            <a:chOff x="7430089" y="1967090"/>
            <a:chExt cx="612883" cy="606511"/>
          </a:xfrm>
        </p:grpSpPr>
        <p:sp>
          <p:nvSpPr>
            <p:cNvPr id="9" name="Right Brace 8">
              <a:extLst>
                <a:ext uri="{FF2B5EF4-FFF2-40B4-BE49-F238E27FC236}">
                  <a16:creationId xmlns:a16="http://schemas.microsoft.com/office/drawing/2014/main" id="{779F2D08-2F14-FF54-0C28-801D924963DC}"/>
                </a:ext>
              </a:extLst>
            </p:cNvPr>
            <p:cNvSpPr/>
            <p:nvPr/>
          </p:nvSpPr>
          <p:spPr>
            <a:xfrm>
              <a:off x="7430089" y="1967090"/>
              <a:ext cx="227475" cy="606511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EFADD0F-A03D-B56C-50BB-D5EB4548B89E}"/>
                </a:ext>
              </a:extLst>
            </p:cNvPr>
            <p:cNvSpPr txBox="1"/>
            <p:nvPr/>
          </p:nvSpPr>
          <p:spPr>
            <a:xfrm>
              <a:off x="7741286" y="208758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4735173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Communion: Hymn No. 249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79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638D45-CE17-40C1-F11F-770D918C473D}"/>
              </a:ext>
            </a:extLst>
          </p:cNvPr>
          <p:cNvSpPr txBox="1"/>
          <p:nvPr/>
        </p:nvSpPr>
        <p:spPr>
          <a:xfrm>
            <a:off x="7068968" y="4835725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7: 13 of 15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F3271A2-FC02-8988-8BC9-1A959BB5915F}"/>
              </a:ext>
            </a:extLst>
          </p:cNvPr>
          <p:cNvSpPr/>
          <p:nvPr/>
        </p:nvSpPr>
        <p:spPr>
          <a:xfrm>
            <a:off x="876034" y="1162295"/>
            <a:ext cx="7391933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 err="1"/>
              <a:t>ente</a:t>
            </a:r>
            <a:r>
              <a:rPr lang="en-US" sz="3200" dirty="0"/>
              <a:t> </a:t>
            </a:r>
            <a:r>
              <a:rPr lang="en-US" sz="3200" dirty="0" err="1"/>
              <a:t>daivam</a:t>
            </a:r>
            <a:r>
              <a:rPr lang="en-US" sz="3200" dirty="0"/>
              <a:t> </a:t>
            </a:r>
            <a:r>
              <a:rPr lang="en-US" sz="3200" dirty="0" err="1"/>
              <a:t>swargga</a:t>
            </a:r>
            <a:r>
              <a:rPr lang="en-US" sz="3200" dirty="0"/>
              <a:t> </a:t>
            </a:r>
            <a:r>
              <a:rPr lang="en-US" sz="3200" dirty="0" err="1"/>
              <a:t>simhaasanam</a:t>
            </a:r>
            <a:r>
              <a:rPr lang="en-US" sz="3200" dirty="0"/>
              <a:t> </a:t>
            </a:r>
            <a:r>
              <a:rPr lang="en-US" sz="3200" dirty="0" err="1"/>
              <a:t>thannil</a:t>
            </a:r>
            <a:endParaRPr lang="en-US" sz="3200" dirty="0"/>
          </a:p>
          <a:p>
            <a:r>
              <a:rPr lang="en-US" sz="3200" dirty="0" err="1"/>
              <a:t>ennil</a:t>
            </a:r>
            <a:r>
              <a:rPr lang="en-US" sz="3200" dirty="0"/>
              <a:t> </a:t>
            </a:r>
            <a:r>
              <a:rPr lang="en-US" sz="3200" dirty="0" err="1"/>
              <a:t>kaninjenne</a:t>
            </a:r>
            <a:r>
              <a:rPr lang="en-US" sz="3200" dirty="0"/>
              <a:t> </a:t>
            </a:r>
            <a:r>
              <a:rPr lang="en-US" sz="3200" dirty="0" err="1"/>
              <a:t>orhththeedunnu</a:t>
            </a:r>
            <a:endParaRPr lang="en-US" sz="24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D579492-6AD4-0882-0A13-ABF0FB50DC09}"/>
              </a:ext>
            </a:extLst>
          </p:cNvPr>
          <p:cNvSpPr/>
          <p:nvPr/>
        </p:nvSpPr>
        <p:spPr>
          <a:xfrm>
            <a:off x="928762" y="3082211"/>
            <a:ext cx="7286477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Fsâ</a:t>
            </a:r>
            <a:r>
              <a:rPr lang="en-US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32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ssZhw</a:t>
            </a:r>
            <a:r>
              <a:rPr lang="en-US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32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kzÀ</a:t>
            </a:r>
            <a:r>
              <a:rPr lang="en-US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¤ </a:t>
            </a:r>
            <a:r>
              <a:rPr lang="en-US" sz="32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knwlmk</a:t>
            </a:r>
            <a:r>
              <a:rPr lang="en-US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\w </a:t>
            </a:r>
            <a:r>
              <a:rPr lang="en-US" sz="32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X¶nþ</a:t>
            </a:r>
            <a:r>
              <a:rPr lang="en-US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pt-BR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se¶nÂ I\nsªs¶ HmÀ¯nSp¶p </a:t>
            </a:r>
            <a:endParaRPr lang="en-US" sz="3600" dirty="0">
              <a:solidFill>
                <a:srgbClr val="800000"/>
              </a:solidFill>
              <a:latin typeface="ML-TTKarthik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83781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2A8C73C2-1E69-0CF2-7BB8-0D38997385C0}"/>
              </a:ext>
            </a:extLst>
          </p:cNvPr>
          <p:cNvSpPr txBox="1"/>
          <p:nvPr/>
        </p:nvSpPr>
        <p:spPr>
          <a:xfrm>
            <a:off x="725525" y="649136"/>
            <a:ext cx="769295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/>
            <a:r>
              <a:rPr lang="en-US" sz="28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lokam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vedinjente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swarggeya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sz="2800" b="0" i="0" u="none" strike="noStrike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naadine</a:t>
            </a:r>
            <a:endParaRPr lang="en-US" sz="2800" b="0" i="0" u="none" strike="noStrike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en-US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kaanhaan</a:t>
            </a:r>
            <a:r>
              <a:rPr lang="en-US" sz="28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kothichchu</a:t>
            </a:r>
            <a:r>
              <a:rPr lang="en-US" sz="28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njaan</a:t>
            </a:r>
            <a:r>
              <a:rPr lang="en-US" sz="28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paarhththeedunnu</a:t>
            </a:r>
            <a:endParaRPr lang="en-US" sz="2800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pPr algn="l" rtl="0" fontAlgn="base"/>
            <a:r>
              <a:rPr lang="en-US" sz="2800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anyan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sz="2800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paradeshi</a:t>
            </a:r>
            <a:r>
              <a:rPr lang="en-US" sz="28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ennente</a:t>
            </a:r>
            <a:r>
              <a:rPr lang="en-US" sz="28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melezhuthth</a:t>
            </a:r>
            <a:r>
              <a:rPr lang="en-US" sz="2800" dirty="0">
                <a:solidFill>
                  <a:srgbClr val="000000"/>
                </a:solidFill>
                <a:latin typeface="Segoe UI" panose="020B0502040204020203" pitchFamily="34" charset="0"/>
              </a:rPr>
              <a:t>-</a:t>
            </a:r>
          </a:p>
          <a:p>
            <a:pPr algn="l" rtl="0" fontAlgn="base"/>
            <a:r>
              <a:rPr lang="en-US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ennaal</a:t>
            </a:r>
            <a:r>
              <a:rPr lang="en-US" sz="2800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US" sz="2800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sarvaswavum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Segoe UI" panose="020B0502040204020203" pitchFamily="34" charset="0"/>
              </a:rPr>
              <a:t>entethathre</a:t>
            </a:r>
            <a:endParaRPr lang="en-US" sz="28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221F873-C37A-DAFA-011B-E53360621CFD}"/>
              </a:ext>
            </a:extLst>
          </p:cNvPr>
          <p:cNvSpPr txBox="1"/>
          <p:nvPr/>
        </p:nvSpPr>
        <p:spPr>
          <a:xfrm>
            <a:off x="1128613" y="2678482"/>
            <a:ext cx="6886775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temIw</a:t>
            </a:r>
            <a:r>
              <a:rPr lang="en-US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320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shSnsªsâ</a:t>
            </a:r>
            <a:r>
              <a:rPr lang="en-US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320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kzÀ¤ob</a:t>
            </a:r>
            <a:r>
              <a:rPr lang="en-US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\</a:t>
            </a:r>
            <a:r>
              <a:rPr lang="en-US" sz="320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mSns</a:t>
            </a:r>
            <a:r>
              <a:rPr lang="en-US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\ </a:t>
            </a:r>
          </a:p>
          <a:p>
            <a:r>
              <a:rPr lang="en-US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ImWm³ </a:t>
            </a:r>
            <a:r>
              <a:rPr lang="en-US" sz="320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sImXn¨p</a:t>
            </a:r>
            <a:r>
              <a:rPr lang="en-US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Rm³ ]</a:t>
            </a:r>
            <a:r>
              <a:rPr lang="en-US" sz="320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mÀ¯nSp¶p</a:t>
            </a:r>
            <a:r>
              <a:rPr lang="en-US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s-ES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A\y³ ]</a:t>
            </a:r>
            <a:r>
              <a:rPr lang="es-ES" sz="320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ctZinsbs¶sâ</a:t>
            </a:r>
            <a:r>
              <a:rPr lang="es-ES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s-ES" sz="320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tasegpþ</a:t>
            </a:r>
            <a:r>
              <a:rPr lang="es-ES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US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s¯¶</a:t>
            </a:r>
            <a:r>
              <a:rPr lang="en-US" sz="320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mÂ</a:t>
            </a:r>
            <a:r>
              <a:rPr lang="en-US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320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kÀÆkzhpw</a:t>
            </a:r>
            <a:r>
              <a:rPr lang="en-US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320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FtâXt</a:t>
            </a:r>
            <a:r>
              <a:rPr lang="en-US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{X</a:t>
            </a:r>
            <a:endParaRPr lang="en-US" sz="12340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Communion: Hymn No. 249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80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638D45-CE17-40C1-F11F-770D918C473D}"/>
              </a:ext>
            </a:extLst>
          </p:cNvPr>
          <p:cNvSpPr txBox="1"/>
          <p:nvPr/>
        </p:nvSpPr>
        <p:spPr>
          <a:xfrm>
            <a:off x="7068968" y="4835725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7: 14 of 15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0F8A156-716A-5464-E2C6-5A413E103FA4}"/>
              </a:ext>
            </a:extLst>
          </p:cNvPr>
          <p:cNvGrpSpPr/>
          <p:nvPr/>
        </p:nvGrpSpPr>
        <p:grpSpPr>
          <a:xfrm>
            <a:off x="7805592" y="1689072"/>
            <a:ext cx="612883" cy="606511"/>
            <a:chOff x="7430089" y="1967090"/>
            <a:chExt cx="612883" cy="606511"/>
          </a:xfrm>
        </p:grpSpPr>
        <p:sp>
          <p:nvSpPr>
            <p:cNvPr id="5" name="Right Brace 4">
              <a:extLst>
                <a:ext uri="{FF2B5EF4-FFF2-40B4-BE49-F238E27FC236}">
                  <a16:creationId xmlns:a16="http://schemas.microsoft.com/office/drawing/2014/main" id="{4DF87079-D30C-7114-0EE4-9BAEBF89EF49}"/>
                </a:ext>
              </a:extLst>
            </p:cNvPr>
            <p:cNvSpPr/>
            <p:nvPr/>
          </p:nvSpPr>
          <p:spPr>
            <a:xfrm>
              <a:off x="7430089" y="1967090"/>
              <a:ext cx="227475" cy="606511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8163323-B087-CA71-4EE4-CCE209126343}"/>
                </a:ext>
              </a:extLst>
            </p:cNvPr>
            <p:cNvSpPr txBox="1"/>
            <p:nvPr/>
          </p:nvSpPr>
          <p:spPr>
            <a:xfrm>
              <a:off x="7741286" y="208758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2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6064B667-333A-E292-1C45-C3592DFC850F}"/>
              </a:ext>
            </a:extLst>
          </p:cNvPr>
          <p:cNvGrpSpPr/>
          <p:nvPr/>
        </p:nvGrpSpPr>
        <p:grpSpPr>
          <a:xfrm>
            <a:off x="7805592" y="3878389"/>
            <a:ext cx="612883" cy="606511"/>
            <a:chOff x="7430089" y="1967090"/>
            <a:chExt cx="612883" cy="606511"/>
          </a:xfrm>
        </p:grpSpPr>
        <p:sp>
          <p:nvSpPr>
            <p:cNvPr id="9" name="Right Brace 8">
              <a:extLst>
                <a:ext uri="{FF2B5EF4-FFF2-40B4-BE49-F238E27FC236}">
                  <a16:creationId xmlns:a16="http://schemas.microsoft.com/office/drawing/2014/main" id="{3F53ADD1-7D3A-7BCF-E5B6-5E41E70D2CDD}"/>
                </a:ext>
              </a:extLst>
            </p:cNvPr>
            <p:cNvSpPr/>
            <p:nvPr/>
          </p:nvSpPr>
          <p:spPr>
            <a:xfrm>
              <a:off x="7430089" y="1967090"/>
              <a:ext cx="227475" cy="606511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A6F5BD5-91A5-0939-760A-85FC9DA35045}"/>
                </a:ext>
              </a:extLst>
            </p:cNvPr>
            <p:cNvSpPr txBox="1"/>
            <p:nvPr/>
          </p:nvSpPr>
          <p:spPr>
            <a:xfrm>
              <a:off x="7741286" y="208758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67449688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Communion: Hymn No. 249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81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638D45-CE17-40C1-F11F-770D918C473D}"/>
              </a:ext>
            </a:extLst>
          </p:cNvPr>
          <p:cNvSpPr txBox="1"/>
          <p:nvPr/>
        </p:nvSpPr>
        <p:spPr>
          <a:xfrm>
            <a:off x="7068968" y="4835725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7: 15 of 15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F3271A2-FC02-8988-8BC9-1A959BB5915F}"/>
              </a:ext>
            </a:extLst>
          </p:cNvPr>
          <p:cNvSpPr/>
          <p:nvPr/>
        </p:nvSpPr>
        <p:spPr>
          <a:xfrm>
            <a:off x="876034" y="1162295"/>
            <a:ext cx="7391933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 err="1"/>
              <a:t>ente</a:t>
            </a:r>
            <a:r>
              <a:rPr lang="en-US" sz="3200" dirty="0"/>
              <a:t> </a:t>
            </a:r>
            <a:r>
              <a:rPr lang="en-US" sz="3200" dirty="0" err="1"/>
              <a:t>daivam</a:t>
            </a:r>
            <a:r>
              <a:rPr lang="en-US" sz="3200" dirty="0"/>
              <a:t> </a:t>
            </a:r>
            <a:r>
              <a:rPr lang="en-US" sz="3200" dirty="0" err="1"/>
              <a:t>swargga</a:t>
            </a:r>
            <a:r>
              <a:rPr lang="en-US" sz="3200" dirty="0"/>
              <a:t> </a:t>
            </a:r>
            <a:r>
              <a:rPr lang="en-US" sz="3200" dirty="0" err="1"/>
              <a:t>simhaasanam</a:t>
            </a:r>
            <a:r>
              <a:rPr lang="en-US" sz="3200" dirty="0"/>
              <a:t> </a:t>
            </a:r>
            <a:r>
              <a:rPr lang="en-US" sz="3200" dirty="0" err="1"/>
              <a:t>thannil</a:t>
            </a:r>
            <a:endParaRPr lang="en-US" sz="3200" dirty="0"/>
          </a:p>
          <a:p>
            <a:r>
              <a:rPr lang="en-US" sz="3200" dirty="0" err="1"/>
              <a:t>ennil</a:t>
            </a:r>
            <a:r>
              <a:rPr lang="en-US" sz="3200" dirty="0"/>
              <a:t> </a:t>
            </a:r>
            <a:r>
              <a:rPr lang="en-US" sz="3200" dirty="0" err="1"/>
              <a:t>kaninjenne</a:t>
            </a:r>
            <a:r>
              <a:rPr lang="en-US" sz="3200" dirty="0"/>
              <a:t> </a:t>
            </a:r>
            <a:r>
              <a:rPr lang="en-US" sz="3200" dirty="0" err="1"/>
              <a:t>orhththeedunnu</a:t>
            </a:r>
            <a:endParaRPr lang="en-US" sz="24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D579492-6AD4-0882-0A13-ABF0FB50DC09}"/>
              </a:ext>
            </a:extLst>
          </p:cNvPr>
          <p:cNvSpPr/>
          <p:nvPr/>
        </p:nvSpPr>
        <p:spPr>
          <a:xfrm>
            <a:off x="928762" y="3082211"/>
            <a:ext cx="7286477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Fsâ</a:t>
            </a:r>
            <a:r>
              <a:rPr lang="en-US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32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ssZhw</a:t>
            </a:r>
            <a:r>
              <a:rPr lang="en-US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32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kzÀ</a:t>
            </a:r>
            <a:r>
              <a:rPr lang="en-US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¤ </a:t>
            </a:r>
            <a:r>
              <a:rPr lang="en-US" sz="32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knwlmk</a:t>
            </a:r>
            <a:r>
              <a:rPr lang="en-US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\w </a:t>
            </a:r>
            <a:r>
              <a:rPr lang="en-US" sz="32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X¶nþ</a:t>
            </a:r>
            <a:r>
              <a:rPr lang="en-US" sz="32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pt-BR" sz="320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se¶nÂ I\nsªs¶ HmÀ¯nSp¶p </a:t>
            </a:r>
            <a:endParaRPr lang="en-US" sz="3600" dirty="0">
              <a:solidFill>
                <a:srgbClr val="800000"/>
              </a:solidFill>
              <a:latin typeface="ML-TTKarthik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425942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Holy Communion</a:t>
            </a:r>
          </a:p>
        </p:txBody>
      </p:sp>
      <p:pic>
        <p:nvPicPr>
          <p:cNvPr id="4" name="Picture 3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1AF550E5-F564-47AA-B28E-A13F342C3A5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4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73145404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4976562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D02174-DEBC-400F-A4DF-B2DD71DE45B9}"/>
              </a:ext>
            </a:extLst>
          </p:cNvPr>
          <p:cNvSpPr txBox="1">
            <a:spLocks/>
          </p:cNvSpPr>
          <p:nvPr/>
        </p:nvSpPr>
        <p:spPr>
          <a:xfrm>
            <a:off x="2221576" y="2064601"/>
            <a:ext cx="4700847" cy="1014298"/>
          </a:xfrm>
          <a:prstGeom prst="rect">
            <a:avLst/>
          </a:prstGeom>
          <a:noFill/>
          <a:ln w="19050">
            <a:noFill/>
          </a:ln>
        </p:spPr>
        <p:txBody>
          <a:bodyPr anchor="ctr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880" algn="l"/>
              </a:tabLst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abriola" pitchFamily="82" charset="0"/>
                <a:ea typeface="+mn-ea"/>
                <a:cs typeface="+mn-cs"/>
              </a:rPr>
              <a:t>Announcements</a:t>
            </a:r>
          </a:p>
        </p:txBody>
      </p:sp>
    </p:spTree>
    <p:extLst>
      <p:ext uri="{BB962C8B-B14F-4D97-AF65-F5344CB8AC3E}">
        <p14:creationId xmlns:p14="http://schemas.microsoft.com/office/powerpoint/2010/main" val="139475702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03D52CF-E261-624A-BC5A-964DA31E576D}"/>
              </a:ext>
            </a:extLst>
          </p:cNvPr>
          <p:cNvSpPr txBox="1">
            <a:spLocks/>
          </p:cNvSpPr>
          <p:nvPr/>
        </p:nvSpPr>
        <p:spPr>
          <a:xfrm>
            <a:off x="1740769" y="1615256"/>
            <a:ext cx="5662462" cy="1912987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52" algn="l"/>
              </a:tabLst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abriola" pitchFamily="82" charset="0"/>
                <a:ea typeface="+mn-ea"/>
                <a:cs typeface="+mn-cs"/>
              </a:rPr>
              <a:t>Closing Hymn</a:t>
            </a:r>
          </a:p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52" algn="l"/>
              </a:tabLst>
              <a:defRPr/>
            </a:pP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Hymn No. 397</a:t>
            </a: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abriola" pitchFamily="82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46698185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Closing Hymn Doxology II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86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638D45-CE17-40C1-F11F-770D918C473D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Closing: 1 of 1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1F1EFBD-D8DB-04ED-7503-169422F63279}"/>
              </a:ext>
            </a:extLst>
          </p:cNvPr>
          <p:cNvSpPr/>
          <p:nvPr/>
        </p:nvSpPr>
        <p:spPr>
          <a:xfrm>
            <a:off x="942017" y="2980015"/>
            <a:ext cx="7259967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2000" dirty="0">
                <a:latin typeface="ML-TTKarthika" panose="04000000000000000000" pitchFamily="82" charset="0"/>
              </a:rPr>
              <a:t>സർവ്വ ബുദ്ധിയും കവിയും ദൈവ സമാധാനം </a:t>
            </a:r>
          </a:p>
          <a:p>
            <a:r>
              <a:rPr lang="ml-IN" sz="2000" dirty="0">
                <a:latin typeface="ML-TTKarthika" panose="04000000000000000000" pitchFamily="82" charset="0"/>
              </a:rPr>
              <a:t>യേശു മശിഹാതൻ അറിവിലും സ്നേഹത്തിലും </a:t>
            </a:r>
          </a:p>
          <a:p>
            <a:r>
              <a:rPr lang="ml-IN" sz="2000" dirty="0">
                <a:latin typeface="ML-TTKarthika" panose="04000000000000000000" pitchFamily="82" charset="0"/>
              </a:rPr>
              <a:t>കാക്കട്ടെ നമ്മുടെ മനസ്സുകൾ </a:t>
            </a:r>
          </a:p>
          <a:p>
            <a:r>
              <a:rPr lang="ml-IN" sz="2000" dirty="0">
                <a:latin typeface="ML-TTKarthika" panose="04000000000000000000" pitchFamily="82" charset="0"/>
              </a:rPr>
              <a:t>ചിന്തകൾ സർവ്വം എന്നെന്നേക്കുമേ </a:t>
            </a:r>
            <a:endParaRPr lang="en-US" sz="2000" dirty="0">
              <a:solidFill>
                <a:prstClr val="black"/>
              </a:solidFill>
              <a:latin typeface="ML-TTKarthika" panose="04000000000000000000" pitchFamily="82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5D76EF0-1CD8-4E41-5D94-FD2ACFE75985}"/>
              </a:ext>
            </a:extLst>
          </p:cNvPr>
          <p:cNvSpPr/>
          <p:nvPr/>
        </p:nvSpPr>
        <p:spPr>
          <a:xfrm>
            <a:off x="520611" y="631863"/>
            <a:ext cx="8102778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sarvva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buddhiyum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kaviyum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daiva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samaadhaanam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/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yeshu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mashihaa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than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arhivilum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snehaththilum</a:t>
            </a:r>
            <a:endParaRPr lang="en-US" sz="28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/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kakkatte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nammude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manassukalh</a:t>
            </a:r>
            <a:endParaRPr lang="en-US" sz="28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/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chinthakalh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sarvvam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ennennekkume</a:t>
            </a:r>
            <a:endParaRPr lang="en-US" sz="28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6938301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28970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E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g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EBAQEBAQEBAQEBAQEBAQIAAAAAAAAAAwAAAAMAAAAA/////wQAPwwAAAAAAAAAAAAAIAD///////////////8AAAD///////////////8DAAAAAwD///////8D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6dBBeSu/ChDoQm/xOTgfAsFAAAAAAADAAAAAwADAAAAAQADAAIA////////BAAAAAMAEAALUgxNcRTWykmGVx4BBhARQwUAAAABAAMAAAAAAAMAAAACAAMAAAAAAP///////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EACwMAAAAAAAAAAAAACAB////////////////AAAA////////////////BA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aAAZMaW5rZWRTaGFwZXNEYXRhUHJvcGVydHlfMAUAAAAAAAQAAAADAAQAAAABAAMAAQEDAAAAAwD///////8lAAZMaW5rZWRTaGFwZVByZXNlbnRhdGlvblNldHRpbmdzRGF0YV8wBQAAAAEABAAAAAAABA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gC3DgAAAAAAAAAAAAD/////gwCDAAAABV9pZAAQAAAABKdBBeSu/ChDoQm/xOTgfAsDRGF0YQAbAAAABExpbmtlZFNoYXBlRGF0YQAFAAAAAAACTmFtZQAZAAAATGlua2VkU2hhcGVzRGF0YVByb3BlcnR5ABBWZXJzaW9uAAAAAAAJTGFzdFdyaXRlAPX7JeOKAQAAAAEA/////50AnQAAAAVfaWQAEAAAAARSDE1xFNbKSYZXHgEGEBFDA0RhdGEAKgAAAAhQcmVzZW50YXRpb25TY2FubmVkRm9yTGlua2VkU2hhcGVzAAEAAk5hbWUAJAAAAExpbmtlZFNoYXBlUHJlc2VudGF0aW9uU2V0dGluZ3NEYXRhABBWZXJzaW9uAAAAAAAJTGFzdFdyaXRlAIH8JeOK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B_LENGTH" val="24576"/>
</p:tagLst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4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6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6006a9c5-d130-408c-bc8e-3b5ecdb17aa0}" enabled="1" method="Standard" siteId="{8d4b558f-7b2e-40ba-ad1f-e04d79e6265a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3723</Words>
  <Application>Microsoft Office PowerPoint</Application>
  <PresentationFormat>On-screen Show (16:9)</PresentationFormat>
  <Paragraphs>767</Paragraphs>
  <Slides>87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87</vt:i4>
      </vt:variant>
    </vt:vector>
  </HeadingPairs>
  <TitlesOfParts>
    <vt:vector size="102" baseType="lpstr">
      <vt:lpstr>Algerian</vt:lpstr>
      <vt:lpstr>Amasis MT Pro Medium</vt:lpstr>
      <vt:lpstr>Aptos</vt:lpstr>
      <vt:lpstr>Arial</vt:lpstr>
      <vt:lpstr>Bahnschrift</vt:lpstr>
      <vt:lpstr>Calibri</vt:lpstr>
      <vt:lpstr>Calibri Light</vt:lpstr>
      <vt:lpstr>Gabriola</vt:lpstr>
      <vt:lpstr>Gill Sans MT</vt:lpstr>
      <vt:lpstr>ML-TTKarthika</vt:lpstr>
      <vt:lpstr>Segoe UI</vt:lpstr>
      <vt:lpstr>1_Office Theme</vt:lpstr>
      <vt:lpstr>4_Office Theme</vt:lpstr>
      <vt:lpstr>6_Office Theme</vt:lpstr>
      <vt:lpstr>Office 2013 - 2022 Theme</vt:lpstr>
      <vt:lpstr>PowerPoint Presentation</vt:lpstr>
      <vt:lpstr>PowerPoint Presentation</vt:lpstr>
      <vt:lpstr>Opening Song – Hymn 17</vt:lpstr>
      <vt:lpstr>Opening Song – Hymn 17</vt:lpstr>
      <vt:lpstr>Opening Song – Hymn 17</vt:lpstr>
      <vt:lpstr>Opening Song – Hymn 17</vt:lpstr>
      <vt:lpstr>Opening Song – Hymn 17</vt:lpstr>
      <vt:lpstr>Opening Song – Hymn 17</vt:lpstr>
      <vt:lpstr>PowerPoint Presentation</vt:lpstr>
      <vt:lpstr>Thanksgiving Prayers </vt:lpstr>
      <vt:lpstr>PowerPoint Presentation</vt:lpstr>
      <vt:lpstr>PowerPoint Presentation</vt:lpstr>
      <vt:lpstr>Offertory Hymn 33</vt:lpstr>
      <vt:lpstr>Offertory Hymn 33</vt:lpstr>
      <vt:lpstr>Offertory Hymn 33</vt:lpstr>
      <vt:lpstr>Offertory Hymn 33</vt:lpstr>
      <vt:lpstr>Offertory Hymn 33</vt:lpstr>
      <vt:lpstr>Offertory Hymn 33</vt:lpstr>
      <vt:lpstr>Offertory Hymn 33</vt:lpstr>
      <vt:lpstr>Offertory Hymn 33</vt:lpstr>
      <vt:lpstr>PowerPoint Presentation</vt:lpstr>
      <vt:lpstr>PowerPoint Presentation</vt:lpstr>
      <vt:lpstr>PowerPoint Presentation</vt:lpstr>
      <vt:lpstr>Confession – 164</vt:lpstr>
      <vt:lpstr>PowerPoint Presentation</vt:lpstr>
      <vt:lpstr>Holy Communion – 164</vt:lpstr>
      <vt:lpstr>Holy Communion – 164</vt:lpstr>
      <vt:lpstr>Holy Communion – 164</vt:lpstr>
      <vt:lpstr>Holy Communion – 164</vt:lpstr>
      <vt:lpstr>Holy Communion – en yeshu allaathillenikku</vt:lpstr>
      <vt:lpstr>Communion: en yeshu allaathillenikku</vt:lpstr>
      <vt:lpstr>Communion: en yeshu allaathillenikku</vt:lpstr>
      <vt:lpstr>Communion: en yeshu allaathillenikku</vt:lpstr>
      <vt:lpstr>Holy Communion Hymn No. 313</vt:lpstr>
      <vt:lpstr>Communion: Hymn No. 313</vt:lpstr>
      <vt:lpstr>Communion: Hymn No. 313</vt:lpstr>
      <vt:lpstr>Communion: Hymn No. 313</vt:lpstr>
      <vt:lpstr>Communion: Hymn No. 313</vt:lpstr>
      <vt:lpstr>Communion: Hymn No. 313</vt:lpstr>
      <vt:lpstr>Communion: Hymn No. 313</vt:lpstr>
      <vt:lpstr>Communion: Hymn No. 313</vt:lpstr>
      <vt:lpstr>Holy Communion – Hymn No. 370</vt:lpstr>
      <vt:lpstr>Communion: Hymn No. 370</vt:lpstr>
      <vt:lpstr>Communion: Hymn No. 370</vt:lpstr>
      <vt:lpstr>Communion: Hymn No. 370</vt:lpstr>
      <vt:lpstr>Communion: Hymn No. 370</vt:lpstr>
      <vt:lpstr>Communion: Hymn No. 370</vt:lpstr>
      <vt:lpstr>Communion: Hymn No. 370</vt:lpstr>
      <vt:lpstr>Communion: Hymn No. 370</vt:lpstr>
      <vt:lpstr>Communion: Hymn No. 370</vt:lpstr>
      <vt:lpstr>Communion: Hymn No. 370</vt:lpstr>
      <vt:lpstr>Communion: Hymn No. 370</vt:lpstr>
      <vt:lpstr>Holy Communion Hymn No. 373</vt:lpstr>
      <vt:lpstr>Communion: Hymn No. 373</vt:lpstr>
      <vt:lpstr>Communion: Hymn No. 373</vt:lpstr>
      <vt:lpstr>Communion: Hymn No. 373</vt:lpstr>
      <vt:lpstr>Holy Communion – Hymn No. 246</vt:lpstr>
      <vt:lpstr>Holy Communion</vt:lpstr>
      <vt:lpstr>Holy Communion</vt:lpstr>
      <vt:lpstr>Holy Communion</vt:lpstr>
      <vt:lpstr>Holy Communion</vt:lpstr>
      <vt:lpstr>Holy Communion</vt:lpstr>
      <vt:lpstr>Holy Communion</vt:lpstr>
      <vt:lpstr>Holy Communion</vt:lpstr>
      <vt:lpstr>Holy Communion</vt:lpstr>
      <vt:lpstr>Holy Communion – Hymn No. 249</vt:lpstr>
      <vt:lpstr>Communion: Hymn No. 249</vt:lpstr>
      <vt:lpstr>Communion: Hymn No. 249</vt:lpstr>
      <vt:lpstr>Communion: Hymn No. 249</vt:lpstr>
      <vt:lpstr>Communion: Hymn No. 249</vt:lpstr>
      <vt:lpstr>Communion: Hymn No. 249</vt:lpstr>
      <vt:lpstr>Communion: Hymn No. 249</vt:lpstr>
      <vt:lpstr>Communion: Hymn No. 249</vt:lpstr>
      <vt:lpstr>Communion: Hymn No. 249</vt:lpstr>
      <vt:lpstr>Communion: Hymn No. 249</vt:lpstr>
      <vt:lpstr>Communion: Hymn No. 249</vt:lpstr>
      <vt:lpstr>Communion: Hymn No. 249</vt:lpstr>
      <vt:lpstr>Communion: Hymn No. 249</vt:lpstr>
      <vt:lpstr>Communion: Hymn No. 249</vt:lpstr>
      <vt:lpstr>Communion: Hymn No. 249</vt:lpstr>
      <vt:lpstr>Communion: Hymn No. 249</vt:lpstr>
      <vt:lpstr>Holy Communion</vt:lpstr>
      <vt:lpstr>PowerPoint Presentation</vt:lpstr>
      <vt:lpstr>PowerPoint Presentation</vt:lpstr>
      <vt:lpstr>PowerPoint Presentation</vt:lpstr>
      <vt:lpstr>Closing Hymn Doxology II</vt:lpstr>
      <vt:lpstr>PowerPoint Presentation</vt:lpstr>
    </vt:vector>
  </TitlesOfParts>
  <Company>ITE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Santhosh JOSEPH (ITE)</dc:creator>
  <cp:lastModifiedBy>George Stephen, Reuben</cp:lastModifiedBy>
  <cp:revision>1580</cp:revision>
  <dcterms:created xsi:type="dcterms:W3CDTF">2020-09-02T02:55:07Z</dcterms:created>
  <dcterms:modified xsi:type="dcterms:W3CDTF">2024-11-09T06:31:37Z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7ce832c-fd95-4339-84d0-00952058857c_Enabled">
    <vt:lpwstr>True</vt:lpwstr>
  </property>
  <property fmtid="{D5CDD505-2E9C-101B-9397-08002B2CF9AE}" pid="3" name="MSIP_Label_47ce832c-fd95-4339-84d0-00952058857c_SiteId">
    <vt:lpwstr>13b42c8c-cbcf-4e3d-9d20-f55b7b5ee3c1</vt:lpwstr>
  </property>
  <property fmtid="{D5CDD505-2E9C-101B-9397-08002B2CF9AE}" pid="4" name="MSIP_Label_47ce832c-fd95-4339-84d0-00952058857c_Owner">
    <vt:lpwstr>Santhosh_Joseph@ite.edu.sg</vt:lpwstr>
  </property>
  <property fmtid="{D5CDD505-2E9C-101B-9397-08002B2CF9AE}" pid="5" name="MSIP_Label_47ce832c-fd95-4339-84d0-00952058857c_SetDate">
    <vt:lpwstr>2020-09-02T02:55:31.4412613Z</vt:lpwstr>
  </property>
  <property fmtid="{D5CDD505-2E9C-101B-9397-08002B2CF9AE}" pid="6" name="MSIP_Label_47ce832c-fd95-4339-84d0-00952058857c_Name">
    <vt:lpwstr>Official (Closed)</vt:lpwstr>
  </property>
  <property fmtid="{D5CDD505-2E9C-101B-9397-08002B2CF9AE}" pid="7" name="MSIP_Label_47ce832c-fd95-4339-84d0-00952058857c_Application">
    <vt:lpwstr>Microsoft Azure Information Protection</vt:lpwstr>
  </property>
  <property fmtid="{D5CDD505-2E9C-101B-9397-08002B2CF9AE}" pid="8" name="MSIP_Label_47ce832c-fd95-4339-84d0-00952058857c_ActionId">
    <vt:lpwstr>8101d916-9275-49eb-bf62-55ac502d45bb</vt:lpwstr>
  </property>
  <property fmtid="{D5CDD505-2E9C-101B-9397-08002B2CF9AE}" pid="9" name="MSIP_Label_47ce832c-fd95-4339-84d0-00952058857c_Extended_MSFT_Method">
    <vt:lpwstr>Automatic</vt:lpwstr>
  </property>
  <property fmtid="{D5CDD505-2E9C-101B-9397-08002B2CF9AE}" pid="10" name="MSIP_Label_0dcf3bf5-ad0e-4c8c-aa2d-c5b4b510dcc6_Enabled">
    <vt:lpwstr>true</vt:lpwstr>
  </property>
  <property fmtid="{D5CDD505-2E9C-101B-9397-08002B2CF9AE}" pid="11" name="MSIP_Label_0dcf3bf5-ad0e-4c8c-aa2d-c5b4b510dcc6_SetDate">
    <vt:lpwstr>2022-03-09T08:58:32Z</vt:lpwstr>
  </property>
  <property fmtid="{D5CDD505-2E9C-101B-9397-08002B2CF9AE}" pid="12" name="MSIP_Label_0dcf3bf5-ad0e-4c8c-aa2d-c5b4b510dcc6_Method">
    <vt:lpwstr>Standard</vt:lpwstr>
  </property>
  <property fmtid="{D5CDD505-2E9C-101B-9397-08002B2CF9AE}" pid="13" name="MSIP_Label_0dcf3bf5-ad0e-4c8c-aa2d-c5b4b510dcc6_Name">
    <vt:lpwstr>0dcf3bf5-ad0e-4c8c-aa2d-c5b4b510dcc6</vt:lpwstr>
  </property>
  <property fmtid="{D5CDD505-2E9C-101B-9397-08002B2CF9AE}" pid="14" name="MSIP_Label_0dcf3bf5-ad0e-4c8c-aa2d-c5b4b510dcc6_SiteId">
    <vt:lpwstr>13b42c8c-cbcf-4e3d-9d20-f55b7b5ee3c1</vt:lpwstr>
  </property>
  <property fmtid="{D5CDD505-2E9C-101B-9397-08002B2CF9AE}" pid="15" name="MSIP_Label_0dcf3bf5-ad0e-4c8c-aa2d-c5b4b510dcc6_ActionId">
    <vt:lpwstr>8101d916-9275-49eb-bf62-55ac502d45bb</vt:lpwstr>
  </property>
  <property fmtid="{D5CDD505-2E9C-101B-9397-08002B2CF9AE}" pid="16" name="MSIP_Label_0dcf3bf5-ad0e-4c8c-aa2d-c5b4b510dcc6_ContentBits">
    <vt:lpwstr>0</vt:lpwstr>
  </property>
  <property fmtid="{D5CDD505-2E9C-101B-9397-08002B2CF9AE}" pid="17" name="ClassificationContentMarkingFooterLocations">
    <vt:lpwstr>Office Theme:8\1_Office Theme:8\2_Office Theme:8\3_Office Theme:8</vt:lpwstr>
  </property>
  <property fmtid="{D5CDD505-2E9C-101B-9397-08002B2CF9AE}" pid="18" name="ClassificationContentMarkingFooterText">
    <vt:lpwstr>Internal</vt:lpwstr>
  </property>
</Properties>
</file>